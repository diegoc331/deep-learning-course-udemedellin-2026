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4" d="100"/>
          <a:sy n="64" d="100"/>
        </p:scale>
        <p:origin x="712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20.76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92 1024,'-3'-43,"-2"0,-1 0,-3 1,-14-42,16 55,-9-35,6-12,3-19,13-310,-5 394,0 0,-1 0,-1 0,0 0,-3-12,-3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21.35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68,'4'-3,"-1"0,1 0,-1 0,1 1,0-1,0 1,0 0,1 0,-1 0,8-1,51-9,-28 6,9-2,1 2,-1 1,1 3,0 1,50 6,-56 1,3 3,-31-6,0 1,20 10,-16-4,1 0,14 13,-11-7,29 32,-28-23,-2 0,-1 1,-1 1,-1 0,-1 1,-2 1,-1 0,-1 0,-1 1,6 46,-11-32,-4-38,0 1,-1-1,0 0,-3 11,2-10,0-1,-1 0,0 0,-6 10,4-9,0-1,0 1,-1-1,-8 8,1-4,-1 0,-15 9,-50 21,-23 1,6 3,20-1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22.02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166 172,'-4'3,"-1"-1,1 1,-1-1,1 0,-1 0,-9 2,10-3,1 0,0 0,0 0,0 0,0 0,0 1,0-1,0 1,0 0,0 0,1 0,-1 0,1 0,-1 0,-2 6,4-8,1 0,0 0,0 1,0-1,0 0,0 0,0 1,0-1,0 0,0 0,0 1,0-1,0 0,0 1,0-1,0 0,0 0,0 1,0-1,0 0,0 0,0 1,0-1,1 0,-1 0,0 1,0-1,0 0,0 0,1 0,-1 1,0-1,0 0,1 0,-1 0,0 0,0 1,1-1,-1 0,0 0,0 0,1 0,-1 0,0 0,0 0,1 0,-1 0,0 0,0 0,1 0,-1 0,0 0,1 0,-1 0,24 0,-16 0,0-1,-1 1,1-1,0-1,-1 1,1-1,-1-1,1 1,-1-1,0-1,0 1,0-1,-1 0,12-10,3-5,-1 0,27-35,-1 1,-45 53,0-1,0 0,-1 1,1-1,0 0,-1 0,1 0,-1 1,1-1,-1 0,1 0,-1 0,0 0,0 0,1 0,-1 0,0 0,0 0,0 0,0 0,0 0,0 0,0 0,0 0,0 0,-1 0,1 0,0 0,-1 0,1 1,0-1,-1 0,1 0,-1 0,0 0,1 1,-1-1,0 0,1 0,-1 1,0-1,0 1,1-1,-1 0,0 1,0 0,0-1,0 1,0 0,0-1,0 1,0 0,0 0,0 0,0 0,0 0,0 0,0 0,0 0,0 0,0 0,0 0,0 1,1-1,-1 0,-2 2,-20 7,0 2,0 1,2 1,-1 0,2 2,0 1,0 0,2 1,0 1,1 1,1 0,1 1,-26 44,35-51,0-1,0 1,2 0,-1 0,2 0,-1 0,2 1,0 0,1-1,0 28,1-38,1 0,-1 0,1 0,-1 0,1-1,0 1,0 0,0 0,1-1,-1 1,1-1,-1 1,1-1,0 0,0 1,0-1,0 0,0 0,1 0,-1-1,0 1,1-1,-1 1,1-1,0 0,-1 0,1 0,0 0,0 0,0-1,0 1,0-1,0 0,4 0,9 0,-1-1,1-1,-1-1,30-9,-42 12,36-10,-18 5,-1-1,34-14,-36 12,-4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22.64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0 173,'0'77,"1"-76,0-1,-1 1,1 0,0-1,-1 1,1 0,0-1,0 1,0-1,0 0,0 1,-1-1,1 0,0 1,0-1,0 0,0 0,0 0,0 0,0 0,1 0,25 2,-2-4,-1-1,0-1,37-11,-34 9,-17 3,0 0,0-1,0 0,0 0,0-1,-1 0,0-1,0 0,-1 0,1-1,-1 0,-1-1,12-14,-14 17,-1 0,1 0,1 0,7-6,-9 8,1 0,-1-1,0 0,0 0,0 0,5-8,-8 10,0 0,0 1,-1-1,1 1,0-1,-1 0,1 0,-1 1,0-1,0 0,1 0,-1 0,0 1,0-1,-1 0,1 0,0 1,-1-1,1 0,-1 0,1 1,-1-1,0 0,0 1,0-1,0 1,0-1,0 1,0 0,0-1,-1 1,1 0,0 0,-1 0,1 0,-4-2,2 1,-1 0,0 0,0 1,0-1,-1 1,1 0,0 0,0 0,-1 0,1 1,0 0,-1 0,1 0,-5 1,-1 2,1 0,0 0,0 1,0 0,0 1,0 0,1 0,-15 13,-3 5,-26 32,38-40,4-5,1 1,0 0,1 0,0 1,1 0,0 1,1 0,1 0,0 0,0 0,1 1,-3 24,6-31,1-1,0 1,1-1,-1 1,1-1,0 0,1 1,0-1,0 0,0 0,1 0,0 0,0 0,0-1,1 0,6 9,-6-10,-1 0,1 0,0-1,0 0,0 1,0-1,1-1,0 1,-1-1,1 1,0-1,0-1,0 1,0-1,0 0,0 0,1 0,-1-1,0 0,1 0,5 0,-1-2,-1 0,1-1,0 0,-1 0,0-1,0 0,17-11,0-3,28-26,-15 12,-5 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23.10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439 63,'-1'-2,"1"0,0 0,-1 0,0 0,0-1,1 1,-1 0,0 0,-1 0,1 1,0-1,-1 0,1 0,-1 1,1-1,-1 1,0-1,1 1,-4-2,1 0,0 1,0-1,-1 1,1 0,0 1,-1-1,1 1,-7-2,-16 0,1 1,-1 2,-32 2,43 0,0 1,0 0,1 1,0 1,-1 0,-24 13,34-14,0 0,0 0,0 1,1-1,-1 1,1 1,1-1,-1 1,1 0,0 0,0 0,1 0,-1 1,1-1,1 1,-4 12,1 1,1 1,1 0,1 0,0 32,2-50,1 1,-1-1,1 1,-1-1,1 1,0-1,1 0,-1 1,1-1,-1 0,1 0,0 0,0 0,0 0,0-1,1 1,-1-1,1 1,-1-1,1 0,0 0,0 0,0 0,0-1,0 1,5 1,-1-1,0 1,0-1,0-1,1 1,-1-2,0 1,0 0,1-1,-1-1,0 1,0-1,9-2,-1-1,0-1,-1 0,0-1,0-1,-1 0,22-15,-28 17,0-1,-1 0,0 0,0 0,0-1,-1 0,0 0,-1 0,1 0,-1-1,-1 0,1 0,2-12,-4 13,-1 0,-1 1,1-1,-1 0,0 1,-1-1,1 0,-1 0,-1 1,1-1,-4-7,0 1,0 1,0 0,-2 0,-14-21,1 10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23.48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77 0,'-2'1,"0"-1,0 1,0-1,0 1,0 0,0 0,0 0,0 0,1 0,-1 0,0 0,1 1,-1-1,1 1,-1-1,1 1,0-1,0 1,-1 0,1 0,1 0,-1 0,0-1,0 1,1 0,-1 3,-3 5,2 0,0 0,0 0,-1 13,-1 70,-9 113,6-71,14 182,2-211,3-1,2-9,-5-15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24.11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169 1,'2'113,"0"-29,-14 142,4-166,-2 8,-7 4,-79 264,80-273,5-11,10-46,0 0,1 0,-1 0,1 1,1 5,-1-8,1-1,0 1,0-1,0 0,0 0,1 1,-1-1,1 0,0 0,2 3,0-2,0 0,1 0,0 0,-1-1,1 1,1-1,-1 0,0-1,1 1,-1-1,1 0,0 0,0-1,11 2,5-1,0 0,38-3,34-3,-53 3,42-2,-68-1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24.63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152 275,'21'-1,"-1"-2,0 0,0-1,0-1,27-10,-42 12,0 1,0-1,0 0,0 0,0 0,-1-1,0 0,1 1,-1-2,-1 1,1 0,-1-1,1 1,-2-1,4-6,-2 2,0 1,0-1,-1 0,-1 0,0 0,0 0,0 0,0-16,-3 22,1 0,-1-1,1 1,-1 0,0 0,0 0,-1 0,1 0,-1 0,1 0,-1 0,0 0,0 1,0-1,0 1,-1-1,1 1,-1 0,1 0,-1 0,0 0,-3-1,1 0,0 0,0 1,-1 0,1 0,-1 0,1 1,-1 0,1 0,-1 0,1 1,-1 0,-9 0,2 2,1 0,-1 1,1 0,0 1,0 1,0 0,0 0,1 1,0 1,0 0,1 0,0 1,0 0,0 1,1 0,1 0,0 1,0 0,0 1,2 0,-1 0,-8 22,7-13,2 1,-8 37,13-50,0 0,0 0,1-1,0 1,1 0,0 0,0-1,1 1,-1 0,2-1,3 9,-1-3,1-1,1 0,0 0,1-1,0 0,0 0,14 13,-17-20,0 0,0 0,0-1,0 1,0-1,1-1,0 1,-1-1,1 0,0 0,0 0,0-1,0 0,1 0,-1-1,0 1,0-1,11-2,-6 1,-1-1,0 1,0-2,0 0,0 0,0 0,0-2,-1 1,0-1,0 0,14-11,-14 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25.36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340 2,'-27'-1,"5"1,0 0,0 1,-27 6,42-6,0 1,0 1,0-1,1 1,-1 0,1 0,-1 1,1 0,0 0,1 1,-1 0,1 0,-8 9,0 2,2 0,0 1,0 1,2 0,0 0,1 0,1 1,1 1,0-1,-5 39,11-49,-1 1,1-1,1 0,0 0,0 0,1 0,0 0,0 0,6 13,-5-16,0 0,1 0,-1 0,1 0,0 0,0-1,1 0,0 0,0 0,0 0,0-1,1 0,6 4,-8-7,0 0,-1 0,1 0,0 0,0 0,0-1,0 0,0 0,0 0,0 0,-1-1,1 0,0 1,0-1,0-1,-1 1,6-3,-1 1,-1-1,1 0,-1 0,1 0,-1-1,12-12,-8 5,0-1,-1-1,-1 1,0-2,9-20,28-81,-10 24,-32 81,1 0,-2-1,0 1,0-1,1-12,0 12,-1 18,-2-3,0 0,-1 0,0 0,1 0,-1 0,0 1,-1 2,-3 16,1 1,1-1,1 26,0-15,2-5,1 0,2 0,0 0,14 43,1 7,-15-68,0-22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25.73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67 564,'0'-56,"1"11,-2-1,-9-62,-4-9,11 77,-2 1,-15-61,19 96,1 4,0-1,0 1,0 0,0-1,0 1,0 0,0 0,0-1,0 1,0 0,0-1,0 1,-1 0,1 0,0-1,0 1,0 0,0-1,-1 1,1 0,0 0,0 0,-1-1,1 1,0 0,0 0,-1 0,1 0,0-1,-1 1,1 0,0 0,-1 0,1 0,0 0,0 0,-1 0,1 0,-1 0,-5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26.12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0 116,'0'0,"9"-10,-6 7,18-6,-5-3,13 1,-1-6,9 0,-5 8,-7 6,-8-9,-4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26.63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1 566,'0'-105,"1"-114,0 208,1-1,0 1,0 0,1 1,1-1,0 0,0 1,1 0,11-17,-2 6,1 1,1 0,22-21,-36 39,0 1,-1-1,1 1,0-1,0 1,0 0,0 0,0 0,0 0,0 0,4-1,-6 2,1 0,0 0,0 0,-1 0,1 0,0 0,0 1,-1-1,1 0,0 0,0 0,-1 1,1-1,0 1,-1-1,1 0,0 1,-1-1,1 1,-1-1,1 1,-1 0,1-1,-1 1,1-1,-1 1,1 0,-1-1,0 1,0 0,1 0,-1-1,0 1,0 1,46 202,-15-56,-24-126,1 0,1-1,12 23,-19-41,9 11,-11-14,0 0,0 0,1 0,-1 0,0 0,0 0,1 0,-1 0,0 0,0 0,1 0,-1 0,0 0,0-1,0 1,1 0,-1 0,0 0,0 0,0-1,1 1,-1 0,0 0,0 0,0-1,0 1,0 0,0 0,0-1,0 1,1 0,-1 0,0-1,0 1,0 0,0 0,0-1,0 1,0 0,0 0,0-1,-1 1,1 0,0-1,0-9,3-18,-2 25,-1 0,1 1,-1-1,1 0,-1 0,0 1,0-1,0 0,0 0,-1 0,1 1,-1-1,1 0,-1 1,0-1,0 0,0 1,-1-1,1 1,-1 0,1-1,-1 1,-3-3,5 4,-3-7,3 8,0 0,0 0,0 0,0 0,0 0,0-1,0 1,1 0,-1 0,0 0,0 0,0 0,0 0,0 0,0 0,0 0,0 0,1-1,-1 1,0 0,0 0,0 0,0 0,0 0,0 0,0 0,1 0,-1 0,0 0,0 0,0 0,0 0,0 0,0 0,1 0,-1 0,0 0,0 1,0-1,0 0,0 0,0 0,1 0,-1 0,0 0,0 0,0 0,0 0,0 0,0 0,0 1,0-1,0 0,0 0,0 0,0 0,0 0,1 0,-1 1,0-1,0 0,0 0,0 0,0 0,0 0,0 1,5 9,-5-9,0 0,0 1,0-1,0 0,0 1,0-1,-1 0,1 0,0 1,-1-1,1 0,-1 0,1 0,-1 1,0-1,0 0,1 0,-2 1,-6 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27.02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28 304,'0'0,"0"-8,0 4,0-4,0-9,-8 1,0-9,5-8,-2-7,2-2,3 5,0 5,0-10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27.39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29 22,'0'-9,"-8"0,0 6,4 3,0 0,0 3,4 6,0-5,0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27.76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4 510,'-2'-75,"1"31,5-75,-1 103,1 1,0-1,0 1,2 0,0 0,1 0,0 1,17-25,-16 29,-1 0,2 0,-1 1,1 0,1 0,-1 1,1 0,1 1,0 0,0 1,18-8,-27 13,0 0,1 0,-1 1,0-1,1 1,-1-1,0 1,1 0,-1 0,1 0,-1 1,0-1,1 0,-1 1,0 0,1-1,-1 1,0 0,0 0,0 0,0 0,0 1,0-1,0 1,0-1,0 1,-1 0,1-1,0 1,-1 0,0 0,1 0,-1 0,0 0,1 3,4 9,-1-1,-1 1,0 0,4 22,-7-28,5 34,-2 0,-3 63,2 23,-2-123,18 162,-11-140,5-12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28.26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274 0,'-15'1,"-1"1,1 0,-27 8,15-3,22-6,0 0,1 1,-1 0,0 0,1 0,0 1,-1-1,1 1,0 0,1 0,-1 1,-6 6,1 2,0 0,-13 25,3-5,18-29,-26 47,25-46,0 0,1 0,0 1,-1-1,2 1,-1-1,1 1,-1-1,1 1,1 8,0-7,0 0,1 0,0 0,0 0,0 0,0 0,1-1,5 9,-6-12,-1 0,1 0,0 0,0 0,0-1,0 1,0 0,0-1,1 1,-1-1,0 0,1 0,-1 0,1 0,-1 0,1-1,0 1,-1-1,1 0,0 1,-1-1,5-1,5 0,0-1,-1 0,1-1,-1-1,19-7,51-32,-54 28,39-17,-20 12,-26 11,1 0,0 2,0 0,41-7,-59 14,1 0,0 0,-1 0,1 1,0-1,-1 1,1 0,-1 0,1 0,-1 1,0-1,1 1,-1 0,0 0,0 0,0 0,-1 1,1-1,0 1,-1-1,3 5,2 1,-1 1,-1 0,1 1,-2-1,1 1,3 11,3 16,-3 9,-1 9,-6-37,-3 34,-14 40,9-63,-14 38,13-47,-2 0,-17 29,18-35,-1 0,-1-1,-19 19,19-22,0-1,0-1,-1 0,-14 7,11-7,-1-1,1-1,-21 5,16-6,-1-1,-27 1,29-4,1 0,-33-5,32 1,1-2,-19-6,34 10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28.68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86 10,'-24'9,"17"-6,1 0,-1-1,1 0,-1 0,1-1,-1 0,-9 1,482-24,-415 15,-48 7,5-2,-1 0,1 1,0 1,0-1,0 1,0 0,0 1,0 0,10 3,-11-2,-1 1,0 0,-1 1,8 4,-13-7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29.14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57 26,'53'-1,"1"-3,62-12,-103 14,0 0,1 1,-1 1,1 0,-1 1,27 5,-17-1,-1 2,-1 1,26 12,-5 1,-3 5,-35-22,1-1,-1 1,-1 0,1 1,-1-1,5 8,-6-8,0 1,0-1,0 1,-1 0,1-1,-1 1,0 0,-1 0,1 0,-1 0,0 0,0 0,-1 5,-1-2,0 1,0-1,-1 1,0-1,-1 0,-7 14,0-5,-1 0,0-1,-2 0,1-1,-27 21,17-18,-1-1,-1-2,0 0,-31 12,-112 39,128-52,9-3,-48 11,42-16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29.86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124 1097,'-4'-3,"0"0,0-1,1 0,-1 0,1 0,0 0,0 0,1-1,-1 1,1-1,0 1,0-1,-2-8,-2-9,-4-37,9 54,-11-119,6 53,1 33,-4-46,1-90,18-47,-10 129,0 75,-1 1,-6-30,4 35,0 1,-2-1,-8-16,12 25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30.41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0 163,'8'-6,"-1"-1,1 1,0 0,1 1,-1 0,1 1,13-6,70-17,-66 21,0-2,30-12,-37 10,0 2,1 0,0 1,0 1,0 1,30-4,-16 10,0 6,-29-5,1 1,-1-1,0 1,9 6,-9-5,0 0,0 1,-1-1,0 1,5 5,-5-2,0 0,0 0,-1 0,0 0,0 1,0-1,-1 1,-1-1,0 1,0 0,0 0,-1 0,-1 0,1-1,-3 13,-2 3,0 0,-2-1,0 0,-16 33,7-27,-1-1,-1-1,-1 0,-26 26,39-46,-23 29,4 2,22-31,0-1,0 1,1 0,-2 10,2-12,2 1,-1 0,1 0,0-1,0 1,0 0,2 6,1-3,0 1,1-1,0 0,0 0,1 0,0-1,1 1,0-1,0 0,1-1,0 0,0 0,15 10,10 7,1-2,38 19,-59-34,31 17,75 29,-97-47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30.99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142 212,'18'0,"81"-3,-88 1,0 0,0 0,-1-1,1 0,-1-1,19-9,-24 10,0 0,0-1,0 0,-1 0,1 0,-1-1,0 0,0 1,-1-1,1 0,-1-1,0 1,-1-1,1 1,-1-1,0 0,0 0,-1 0,0 0,1-11,-2 15,0 0,0 0,-1 0,1 0,-1 0,0 0,1 0,-1 1,0-1,0 0,0 0,0 1,0-1,-1 1,1-1,0 1,-1-1,1 1,-1 0,-2-2,-1 0,-1 0,1 0,-1 0,-10-3,5 3,1 1,-1 0,0 1,0 0,0 1,0 0,0 1,0 0,1 0,-1 1,0 1,1 0,-1 0,1 1,0 1,0-1,-13 10,10-6,0 1,0 0,1 1,0 0,1 1,0 0,0 1,1 0,1 1,0 0,-10 22,16-27,0 0,1 0,0 0,1 0,0 0,0 1,1-1,0 0,0 0,1 1,2 10,-1-6,1 0,1 0,0 0,1-1,0 1,10 15,-11-23,0 1,1-1,0 0,0 0,0 0,1-1,0 0,-1 0,1 0,1-1,-1 0,0 0,1 0,0-1,-1 0,1 0,9 0,-2 0,1 0,0-1,0-1,0 0,0-1,0 0,16-5,-27 5,1 0,-1 0,0-1,1 1,-1-1,0 0,0 0,0-1,0 1,-1-1,1 0,-1 0,5-4,10-29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31.69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384 593,'0'-1,"0"-1,0 1,0-1,0 1,0 0,-1-1,1 1,0 0,-1-1,1 1,-1 0,1-1,-1 1,0 0,0 0,0 0,1-1,-1 1,0 0,-2-1,0 0,-1 0,0 0,1 0,-1 1,-7-3,1 1,2 0,-1 0,1 1,-1 0,1 1,-1 0,1 0,-1 1,0 0,0 1,1-1,-1 2,1-1,-1 1,1 0,-1 1,1 0,0 1,0-1,1 1,-12 8,6-1,1-1,0 2,0-1,1 2,1 0,0 0,1 0,0 1,1 1,1-1,0 1,-8 27,12-24,0 1,1-1,0 1,2-1,2 29,-2-44,0 1,1 0,-1-1,1 1,0 0,0-1,0 1,0-1,1 1,-1-1,1 1,0-1,0 0,0 0,1 0,-1 0,1-1,-1 1,1 0,0-1,0 0,0 0,0 0,1 0,-1 0,0-1,1 1,-1-1,1 0,0 0,5 1,-1-1,0-1,1 1,-1-1,0-1,0 0,1 0,-1 0,0-1,0 0,0-1,-1 0,1 0,9-5,-8 2,1-1,-1 0,0 0,-1-1,0 0,0 0,-1-1,8-11,-5 5,-1-1,-1 0,0-1,8-26,-4 0,-2-1,-2 0,3-61,-7 30,-2-1,-4 0,-4 1,-24-128,28 197,-5-27,5 30,5 21,15 226,-13-135,-3-82,38 364,-32-333,-7-39,2 0,0 0,1 0,1-1,10 26,-7-31,1-4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32.19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63 166,'0'2,"1"0,-1-1,1 1,0 0,0 0,0-1,0 1,0 0,0-1,1 1,-1-1,0 1,1-1,-1 0,1 0,0 0,-1 0,1 0,0 0,0 0,-1 0,1-1,0 1,0 0,2-1,4 3,0-1,1 0,-1-1,17 1,-14-2,0-2,-1 1,1-2,0 1,-1-1,1-1,-1 0,0-1,0 0,11-7,-6 2,0-1,0 0,-1-1,0-1,14-17,-24 26,-3 3,0 0,0 0,0 0,1 0,-2 0,1 0,0 0,0 0,0 0,0 0,-1 0,1-1,-1 1,1 0,-1-1,1 1,-1 0,0-1,1 1,-1-1,0 1,0 0,0-1,0 1,-1 0,1-1,0 1,0-1,-1 1,1 0,-1-1,1 1,-1 0,0 0,1-1,-1 1,0 0,0 0,0 0,0 0,0 0,0 0,0 0,0 1,0-1,-2-1,0 0,-1-1,1 1,-1 0,1 0,-1 1,1-1,-1 1,0-1,0 1,0 0,0 1,0-1,0 1,0 0,0 0,0 0,0 0,0 1,0-1,0 1,1 0,-7 2,-9 6,1 0,0 1,0 1,1 0,1 1,0 1,0 1,-13 16,13-14,2 1,0 1,1 0,1 1,1 1,0 0,-10 27,18-39,1 1,-1-1,1 1,1 0,0 0,0-1,1 1,1 17,-1-23,0-1,1 1,0-1,-1 1,1-1,0 1,0-1,1 0,-1 0,0 1,1-1,0 0,-1 0,1 0,0 0,0-1,0 1,0 0,0-1,0 0,0 1,1-1,-1 0,0 0,1 0,-1 0,1-1,-1 1,1-1,0 1,-1-1,1 0,-1 0,4 0,2-1,-1 0,1-1,-1 1,1-1,-1-1,0 1,0-1,10-6,8-8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32.64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219 0,'-1'3,"1"-1,-1 0,0 1,0-1,0 0,-1 0,1 0,0 0,-1 0,1 0,-1 0,0 0,1-1,-1 1,0 0,0-1,0 0,0 1,-5 1,-2 0,0 0,0-1,0 0,-10 1,11-2,1 0,0 0,0 1,0 0,-1 0,-12 7,11-3,-1 1,1 0,-12 11,19-16,1 0,-1 0,0 1,1-1,-1 0,1 1,-1-1,1 1,-1 3,2-5,0 0,-1 0,1 0,0 0,0 0,0 0,0 0,0 1,1-1,-1 0,0 0,0 0,1 0,-1 0,1 0,-1 0,1 0,-1 0,1 0,-1 0,1-1,0 1,1 1,3 3,1-1,-1 0,1 0,0-1,0 0,0 0,10 3,50 12,-7-2,-38-9,6 2,41 20,-61-25,1 1,-1-1,1 1,-1 1,-1-1,1 1,-1 0,0 1,7 10,-11-14,0 0,-1 1,1-1,-1 1,0-1,0 1,0 0,0-1,-1 1,1 0,-1-1,0 1,0 0,-1 0,1-1,-1 1,1 0,-1-1,-1 1,1-1,0 1,-1-1,1 0,-1 1,0-1,-3 3,-1 3,0-1,-1 0,0 0,-1-1,0 0,0 0,-18 11,14-10,-2-1,1-1,-1 0,1 0,-24 5,27-9,-1-1,1 0,-1 0,1-1,-1-1,0 0,1 0,-20-5,-10-6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34.53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24 1113,'0'-38,"0"-13,-9-83,2 80,3-8,1-14,7-19,23-285,-23 316,-1 38,-1 13,-1-1,0 0,-3-25,0 7,4 28,-1 1,-1 2,0 1,0-1,0 1,0-1,0 0,0 1,0-1,0 1,1-1,-1 0,0 1,0-1,1 1,-1-1,0 1,1-1,-1 1,0-1,1 1,-1-1,1 1,-1 0,1-1,-1 1,2-1,0 2,0 0,0 1,0-1,1 0,-1 1,-1-1,1 1,0 0,0 0,0 0,-1 0,1 0,-1 0,0 0,2 3,13 21,4 23,59 186,17 45,-53-166,26 67,37 12,-101-186,31 45,-23-34,15 24,-27-40,0 0,0-1,0 1,0 0,1-1,-1 1,0-1,1 1,-1-1,1 0,0 1,-1-1,1 0,2 1,-3-2,-1 0,0 0,1 0,-1 0,1 0,-1 0,1 0,-1 0,1 0,-1 0,1 0,-1 0,1 0,-1 0,0 0,1-1,-1 1,1 0,-1 0,0 0,1-1,-1 1,1-1,0 0,0 0,-1 0,1 0,0 0,-1 0,1-1,-1 1,1 0,-1 0,1-1,-1 1,0-2,4-34,-4 9,1-10,4-18,2-24,-2-88,-6-1,-25-170,25 325,-1 1,-1-1,0 1,-1-1,-1 1,-9-20,14 32,-4-4,1 11,-2 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35.23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40 185,'39'-16,"1"2,69-15,-102 28,0-1,1 1,-1-2,0 1,-1-1,1 0,0 0,-1-1,1 0,-1 0,0-1,-1 1,1-1,-1-1,0 1,0-1,-1 0,8-12,-11 18,-1-1,1 0,-1 0,0 0,1 0,-1 0,0 0,0 0,1 0,-1 0,0 0,0 0,0 0,0 0,0 0,0 0,-1 0,1 0,0 0,0 0,-1 1,1-1,-1 0,1 0,-1 0,1 0,-1 0,1 1,-1-1,0 0,1 0,-1 1,0-1,0 1,1-1,-1 1,-2-2,1 1,-1 0,1 0,-1 0,1 0,-1 0,0 1,1-1,-1 1,0 0,0 0,1 0,-7 0,-5 3,0 1,0 0,0 1,1 1,-1 0,1 0,1 1,-1 1,1 1,1-1,-1 2,-13 14,13-11,0 1,1 1,1 0,0 0,1 1,0 0,2 1,0 0,-8 27,13-34,-2 5,0-1,1 1,-2 29,5-39,0 0,1 0,-1 0,1 0,0 0,1 0,-1 0,1-1,0 1,0 0,0-1,1 0,0 1,0-1,6 7,-6-8,0-1,0 1,0-1,1 1,-1-1,1 0,0-1,0 1,0 0,0-1,0 0,0 0,0 0,0-1,0 1,0-1,0 0,0 0,1-1,5 0,8-3,0 0,0-1,21-8,-35 11,31-11,5-1,49-26,-80 35,-1 0,0-1,12-10,2-4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35.71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58 12,'-27'0,"26"1,0-1,1 1,-1 0,1 0,-1-1,1 1,-1 0,1 0,0 0,-1 0,1 0,0 0,0-1,0 1,0 0,-1 0,1 0,0 0,1 0,-1 0,0 0,0 0,0 1,0 1,-12 78,8-64,1 1,0 0,2-1,0 1,2 33,3-33,1-1,0-1,1 1,1-1,0 0,12 18,15 34,-25-44,9 19,-17-40,1-1,0 1,-1-1,1 0,1 1,-1-1,0 0,0 0,1 0,-1 0,1-1,5 3,-2-1,0-1,0 0,0 0,0-1,1 0,-1 0,1 0,-1-1,1 0,8-1,-12 1,0-1,1 0,-1 0,0 0,0 0,0 0,0-1,0 1,0-1,0 0,-1 1,1-2,-1 1,1 0,-1 0,0-1,0 1,0-1,0 0,0 1,0-1,2-6,2-11,-1 1,0-1,-1 0,1-39,5-25,1 13,-3-1,-1-79,-8 148,-6 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36.14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33 505,'1'1,"-1"0,0 0,0 0,0 0,0 0,0 0,0 0,-1 0,1 0,0 0,0 0,-1 0,1 0,-1 0,1 0,-1 0,1 0,-1 0,1-1,-1 1,0 0,1 0,-1 0,0-1,-1 2,1-2,1 0,-1 0,0 0,1 0,-1-1,1 1,-1 0,0 0,1 0,-1 0,1-1,-1 1,1 0,-1-1,1 1,-1 0,1-1,-1 1,1-1,-1 1,1-1,-1 1,1-1,0 1,0-1,-1 1,1-1,0 1,0-1,-1 1,1-1,0 0,0 1,0-2,-3-13,1 1,1-1,0 0,1 0,1-15,1-10,10-225,-12 256,0 0,0 1,-1-1,-2-10,-1-22,2 29,2 12,0 0,0 0,-1 0,1 0,0 0,0 0,0 0,0 0,0 0,0 0,0 0,0 0,0 0,0 0,0 0,0 0,-1 0,1 0,0 0,0 0,0 0,0 0,0 0,0 0,0 0,0 0,0 11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36.60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94,'31'-2,"-1"-1,45-10,-22 3,-45 9,0-1,-1 0,1 0,0-1,-1 0,1 0,-1-1,0 0,12-9,-12 9,1 0,-1 1,1-1,0 2,0-1,0 1,0 0,1 0,13 0,-5 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36.97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337 1,'-41'0,"-45"1,76-1,0 2,0 0,0 0,1 0,-1 1,-12 6,15-6,0 0,1 0,-1 1,1-1,0 1,0 1,0-1,1 1,-1 0,1 0,0 1,1-1,-6 10,3-4,1 1,1 1,0-1,1 1,0 0,0 0,2 0,0 0,-1 15,3-19,0-1,0 0,1 0,0 1,0-1,1 0,0 0,1 0,-1 0,1 0,1-1,0 1,0-1,0 0,10 11,-5-10,0-1,0 0,0 0,1-1,0 0,0-1,1 0,-1-1,1 0,0 0,21 3,-24-6,0 0,0 0,0-1,0 0,0-1,0 0,0 0,-1 0,1-1,0 0,-1-1,1 0,-1 0,0 0,0-1,0 0,0 0,-1-1,0 0,7-6,-6 3,0 1,0-1,-1 0,0-1,-1 0,0 0,0 0,-1 0,0-1,-1 1,0-1,0 0,-1 0,0 0,0-14,-1 8,-1 0,-1 0,-4-25,3 32,0 1,-1-1,0 1,0 0,-1 0,0 0,0 0,-7-7,9 12,-3-5,-1 1,-1-1,1 1,-11-8,16 13,0 1,0 0,-1 0,1 0,0 1,-1-1,1 0,-1 0,1 1,-1-1,0 1,1 0,-1-1,1 1,-1 0,0 0,1 0,-1 0,0 0,1 0,-1 0,0 1,1-1,-1 1,1-1,-1 1,1-1,-1 1,1 0,-1 0,1 0,-2 1,0 1,0 0,0 0,0 0,1 0,-1 0,1 1,0 0,0-1,-3 8,1 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37.65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1 491,'0'-18,"-1"-29,2-1,13-72,-9 83,-1 0,-2-69,-2 75,3 53,-1-10,-1-1,1 22,-8 7,0 14,6-29,5 114,-5-133,1 0,0 0,1 0,-1 0,1 0,3 7,-5-13,0 0,0 0,0 0,0 0,0-1,0 1,0 0,0 0,0 0,0 0,0-1,0 1,0 0,1 0,-1 0,0 0,0 0,0-1,0 1,0 0,0 0,0 0,0 0,1 0,-1 0,0 0,0-1,0 1,0 0,0 0,1 0,-1 0,0 0,0 0,0 0,0 0,0 0,1 0,-1 0,0 0,0 0,0 0,0 0,1 0,-1 0,0 0,0 0,0 0,0 0,0 0,1 0,-1 0,0 1,0-1,0 0,0 0,0 0,1 0,-1 0,0 0,0 0,0 1,0-1,0 0,0 0,0 0,0 0,2-13,-2 12,6-20,0 1,1 0,1 0,1 0,15-23,-12 20,84-167,-88 170,-7 17,0 1,0-1,0 0,1 0,-1 0,0 1,1-1,0 1,0-1,-1 1,1 0,1 0,1-2,-4 3,1 1,-1 0,0 0,0 0,0 0,1 0,-1 0,0 0,0 0,1 0,-1 0,0 0,0 0,0 0,1 0,-1 0,0 0,0 0,1 0,-1 0,0 0,0 0,0 0,1 0,-1 0,0 0,0 0,0 1,1-1,-1 0,0 0,0 0,0 0,0 0,0 1,1-1,-1 0,0 0,0 0,0 1,0-1,0 0,0 0,0 0,0 1,0-1,0 0,0 0,0 1,0-1,0 0,0 0,0 0,0 1,1 15,-1-15,-3 87,0-57,2 0,1 1,8 60,-3-64,-2-9,9 31,-11-46,0 0,1 0,0 0,0 0,0 0,0-1,1 1,-1-1,1 1,0-1,0 0,0 0,4 3,6-1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38.20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192 255,'13'-1,"1"-1,-1 0,1-1,-1 0,0-1,14-6,-18 7,-6 1,0 0,0 0,0 0,-1-1,1 1,-1-1,1 0,-1 0,0 0,0 0,0 0,0 0,-1 0,1 0,-1-1,0 1,0-1,0 1,0-1,-1 1,1-1,-1 0,0 1,0-1,-1-3,-1 1,-1 0,-1 1,1 0,-1 0,0 0,0 0,-1 0,-8-7,6 6,-1 0,1 1,-1-1,0 2,0-1,-1 1,1 0,-1 1,0 0,0 0,0 1,0 0,-17-1,20 3,1 0,0 0,-1 1,1-1,0 1,-1 0,1 1,0 0,0-1,0 1,0 1,1-1,-1 1,0 0,1 0,0 0,0 1,0-1,0 1,0 0,1 0,0 0,-1 1,2-1,-4 6,-4 13,1 0,1 0,0 1,2 0,-4 31,9-46,1-1,-1 1,1-1,1 1,0-1,0 1,0-1,5 13,-5-16,1 0,0 0,1 0,-1-1,1 1,-1-1,1 0,1 1,-1-2,1 1,-1 0,1-1,0 1,0-1,8 4,-10-6,0 0,1 0,-1 0,1 0,-1 0,1-1,-1 1,1-1,-1 0,1 0,-1 0,1 0,-1 0,1 0,0-1,2 0,0-1,-1 0,1 0,-1 0,1-1,-1 1,0-1,7-6,1-3,0-1,-2 1,1-2,8-14,-7 7,0-1,-2 0,0 0,9-36,-6 7,8-56,-19 85,-1 13,-4 16,-22 129,15-93,3 0,-4 58,6 91,10-151,-2-17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38.55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0 721,'3'-375,"-2"328,1-14,-1-13,3-6,-1 21,-5 35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39.04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150 291,'2'0,"1"0,0-1,-1 1,1-1,-1 1,1-1,0 0,-1 0,0 0,1-1,-1 1,0 0,1-1,2-2,19-12,7 4,-25 10,-1 0,0 1,1-2,-1 1,0-1,0 1,0-1,-1-1,1 1,-1-1,1 1,-1-1,0-1,-1 1,5-6,0-8,-1 0,-1-1,0 0,-1 0,2-23,-6 38,-1 1,1-1,-1 1,0-1,0 1,0-1,-1 1,0-5,0 7,1 0,-1 0,1-1,-1 1,1 0,-1 0,1 0,-1 0,0 0,0 0,1 1,-1-1,0 0,0 0,0 0,0 1,0-1,0 1,0-1,0 1,0-1,0 1,-1-1,1 1,0 0,0 0,-2-1,-4 1,-1 0,0 1,1 0,-1 0,1 1,-1 0,1 0,0 0,0 1,0 1,0-1,0 1,-8 6,-9 8,-44 40,50-39,0 0,2 1,0 1,-21 38,33-50,-1-1,1 1,1 1,0-1,0 1,0-1,-1 20,4-26,-1 1,1-1,0 1,0-1,1 0,-1 1,1-1,0 1,0-1,0 0,0 0,0 0,1 1,-1-1,1 0,0-1,0 1,0 0,0 0,1-1,-1 0,1 1,-1-1,1 0,4 3,1-2,0 1,0-1,1 0,-1-1,1 0,-1 0,1-1,0 0,0 0,-1-1,1-1,0 1,0-1,-1-1,11-2,11-5,0-2,54-26,-38 15,-30 15,0-1,-1-1,15-11,-5 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8:39.50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272 0,'-167'0,"162"1,-1-1,0 1,1 0,-1 1,0-1,1 1,-1 0,1 1,-8 4,11-6,0 0,0 0,0 0,0 0,1 1,-1-1,0 1,1-1,-1 1,1 0,-1-1,1 1,0 0,0 0,0 0,0 0,0 0,0 0,0 0,1 1,-1-1,1 0,0 0,-1 0,1 1,0 1,1 0,0 0,0-1,0 1,1-1,-1 1,1-1,-1 0,1 0,1 1,-1-1,0 0,1-1,-1 1,1 0,0-1,0 1,0-1,6 4,3-1,1 1,0-1,0-1,14 2,-14-3,0 1,-1 0,1 1,12 6,-10-2,-1 0,-1 0,0 2,0 0,14 16,-23-24,-1 1,1 0,-1 1,0-1,0 1,-1-1,1 1,-1 0,0 0,0 0,0 0,-1 0,0 0,0 1,0-1,-1 0,0 1,0-1,0 0,-2 8,0-8,0 0,0 1,0-1,-1-1,0 1,0 0,0-1,-1 1,0-1,1 0,-1 0,-1-1,1 1,-1-1,1 0,-8 4,-1 0,0-1,0-1,0 0,-1-1,-18 4,14-6,-1 0,-23-1,-1-1,-11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9:03.5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229 0,'0'9,"-1"0,0 0,-1 0,0 0,0-1,-1 1,0-1,-7 13,-5 6,-21 29,15-24,-59 84,54-69,-1 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9:07.45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0,'0'32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8:30.36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0 363,'1'-10,"1"0,0 0,1 0,0 1,0-1,1 1,0-1,11-16,11-28,-23 45,2 0,-1 0,1 0,0 1,1 0,8-10,31-44,-34 46,0 1,15-14,-15 17,-11 12,1 0,-1 0,1 0,-1 0,1 0,-1 1,1-1,-1 0,0 0,1 1,-1-1,1 0,-1 0,0 1,1-1,-1 1,0-1,1 0,-1 1,0-1,1 1,-1-1,0 0,0 1,1 0,9 16,-10-16,9 17,-1 0,0 1,-2 0,0 0,-1 1,-1-1,2 25,1 147,-7-189,-18 258,2-103,14-113,4-37,-2-6,0-1,0 1,0 0,0 0,0-1,0 1,0 0,0 0,0-1,1 1,-1 0,0 0,0-1,1 1,-1 0,1-1,-1 1,0 0,1-1,-1 1,1-1,-1 1,1-1,0 1,-1-1,1 1,0-1,-1 0,1 1,0-1,-1 0,1 1,0-1,0 0,-1 0,1 0,0 0,0 0,-1 0,1 0,0 0,0 0,-1 0,1 0,1 0,6-7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9:55.76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0 467,'15'-22,"-1"0,20-46,-4 5,-19 41,14-35,19-57,-29 83,4 0,3 6,-21 24,0 0,0 0,0 0,0 0,0 0,1 0,-1 1,0-1,0 1,1-1,-1 1,0-1,1 1,-1 0,0-1,1 1,-1 0,0 0,1 0,-1 0,0 0,1 0,-1 1,3 0,-2 0,0 0,-1 0,1 1,0-1,0 1,-1-1,1 1,0 0,-1-1,0 1,1 0,-1 0,1 3,3 5,-1 1,0 0,-1 0,3 19,6 53,2 138,1 104,-14-319,2 50,1 5,-4 11,-4 20,-3 2,4-12,6-22,-3-55,1-1,0 1,0-1,0 0,3 7,-3-9,-1-1,1 0,0 0,-1 0,1-1,0 1,0 0,0 0,0 0,0 0,0-1,1 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9:56.33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21,'0'-15,"0"9,0 10,0 0,0-7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9:57.48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27,'56'0,"-11"1,83 11,-19-1,-64-11,18-4,17-2,376-19,-402 25,-11 3,22 4,-65-7,0 0,0 0,1 0,-1 0,0 0,0 0,0 0,1 0,-1 0,0 0,0 0,0 0,0 0,0 0,1 0,-1-1,0 1,0 0,0 0,0 0,0 0,1 0,-1 0,0-1,0 1,0 0,0 0,0 0,0 0,0-1,0 1,0 0,0 0,0 0,0 0,0-1,0 1,0 0,0 0,0 0,0 0,0-1,0 1,0 0,-3-21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9:58.00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76 0,'0'441,"1"-386,3 7,-4 11,1 0,0 6,-15 135,13-207,-15 74,14-72,-1-1,0 0,0 0,-1 0,0 0,0-1,-8 10,0-8,7-5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9:58.37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30 1,'0'1,"1"1,-1-1,0 1,0-1,0 1,-1-1,1 1,0-1,-1 1,1-1,0 1,-1-1,-1 2,1-2,0 0,0-1,0 1,0-1,-1 1,1-1,0 0,-1 1,1-1,0 0,-1 0,1 0,0 0,-1 0,-1 0,3 1,-1 0,1 0,-1 0,1 0,0 0,-1 0,1 0,0 1,0-1,0 0,0 0,0 0,0 0,0 0,0 1,0-1,0 0,1 0,-1 0,1 0,-1 0,1 0,-1 0,2 2,0-2,1 0,-1 0,1-1,-1 1,1-1,-1 0,1 0,3 0,9 1,31 4,60 0,31-5,-85-3,5-1,17 0,19 0,6 0,-6 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9:59.23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98 469,'-2'-3,"1"1,0-1,-1 0,0 1,1-1,-1 1,0 0,0 0,0-1,0 1,-1 0,-3-2,-5-6,5 4,1-1,0 1,0-1,0 0,1 0,0-1,0 1,1-1,0 0,-2-11,1 0,1 1,2-1,-1-28,3 39,0 0,0-1,1 1,3-10,3-17,-7 28,1-7,0 0,1 1,1-1,6-16,-9 27,1 0,0-1,-1 1,1 0,0 0,0 0,1 1,-1-1,1 1,-1-1,1 1,0 0,0 0,0 0,0 0,0 0,0 1,1-1,-1 1,0 0,1 0,3 0,-3 1,0 0,0 0,0 0,0 0,0 1,0 0,0 0,0 0,0 0,0 1,-1 0,1-1,0 1,-1 0,5 4,-1 0,1 0,-1 1,0-1,-1 1,7 9,-6-5,0 1,9 19,-11-19,1-1,13 20,21 25,-40-56,0 0,0 0,0 1,1-1,-1 0,0 0,0 0,0 0,1 0,-1 1,0-1,0 0,1 0,-1 0,0 0,0 0,1 0,-1 0,0 0,0 0,1 0,-1 0,0 0,0 0,1 0,-1 0,0 0,0 0,1-1,-1 1,0 0,0 0,1 0,-1 0,0 0,0-1,0 1,1 0,-1 0,0 0,0-1,0 1,0 0,0 0,1-1,-1 1,6-10,-1-15,-4 18,1-1,0 1,0 0,4-9,0 5,0 1,1-1,0 1,10-11,4-2,2-1,3 0,-22 22,0-1,0 0,0 1,1 0,-1 0,6-1,-7 2,0 0,0 1,0-1,0 1,0 0,0 0,0 0,0 1,0-1,0 1,3 0,-1 1,0 0,-1 0,0 0,1 0,-1 1,0-1,0 1,3 4,2 2,-1 0,-1 0,0 1,0 0,-1 1,-1-1,1 1,-2 0,1 0,-2 1,5 17,-1 10,-1 0,1 49,-10-35,2-44,-1 0,2 0,-1 0,2 0,-1 0,1 0,0 0,4 14,-5-22,1-1,-1 0,0 1,0-1,1 1,-1-1,0 1,0-1,1 0,-1 1,0-1,1 0,-1 1,1-1,-1 0,0 1,1-1,-1 0,1 0,-1 1,1-1,0 0,14-2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9:59.88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162 35,'-6'1,"1"-1,-1 1,1 0,0 0,-1 1,1 0,0 0,0 0,0 0,0 1,1 0,-1 0,1 0,-7 6,0 2,0 1,0 0,-15 23,23-29,0-1,0 1,1-1,0 1,0 0,0 0,1 0,0 0,0 0,0 0,1 12,2 5,7 42,-4-30,-4-33,-1 1,0-1,1 1,-1-1,1 1,0-1,0 1,0-1,0 0,0 1,0-1,0 0,1 0,0 0,-1 0,1 0,0 0,0-1,0 1,0 0,0-1,0 0,0 1,0-1,1 0,-1 0,1 0,-1 0,1-1,-1 1,1-1,-1 0,4 1,-1-1,1-1,-1 1,0-1,0 0,1-1,-1 1,0-1,-1 0,1 0,0-1,0 1,-1-1,0 0,1 0,4-5,-4 2,0 1,0-1,-1 0,0 0,0-1,0 1,-1-1,0 0,3-10,0-7,6-37,-8 36,11-36,-12 53,0-1,-1 0,0 0,0 0,-1 0,0 0,-1 0,0 0,0 0,-1 0,-3-16,4 25,0 0,0 0,0 0,0 1,0-1,0 0,0 0,0 0,0 0,0 0,0 1,1-1,-1 0,0 0,0 0,0 0,0 0,0 0,1 0,-1 1,0-1,0 0,0 0,0 0,1 0,-1 0,0 0,0 0,0 0,0 0,1 0,-1 0,0 0,0 0,0 0,0 0,1 0,-1 0,0 0,0 0,0 0,0-1,1 1,-1 0,0 0,0 0,0 0,0 0,0 0,1 0,-1-1,0 1,0 0,0 0,0 0,0 0,0 0,0-1,0 1,1 0,5 21,-1 0,-1 1,-1 0,2 43,10 273,-14-323,5 19,-6-33,0 0,0 0,0 0,1 0,-1 0,0 0,1 0,-1 0,1 0,-1-1,1 1,-1 0,1 0,-1-1,1 1,0 0,-1 0,1-1,0 1,0-1,0 1,-1-1,1 1,0-1,0 0,0 1,0-1,0 0,0 1,0-1,0 0,0 0,1 0,10-6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0:00.64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492 14,'-1'-1,"-1"0,1-1,0 1,-1 0,1 0,-1 0,1 0,-1 1,1-1,-1 0,1 0,-1 1,0-1,0 1,1 0,-1 0,0-1,0 1,-2 0,-44 1,30 0,10 0,0-1,0 2,0-1,0 1,0 0,0 1,-11 5,-2 2,-28 20,41-25,0 1,1 0,0 1,0 0,1 0,-1 0,2 1,-1-1,1 2,0-1,1 0,0 1,0 0,1 0,0 0,0 0,1 1,1-1,0 0,0 1,0 0,1-1,1 1,0-1,0 1,5 17,-5-24,0 1,0-1,0 0,1 0,-1 0,1 0,0 0,0 0,0-1,4 5,-5-6,0 0,1-1,-1 1,1 0,0-1,-1 1,1-1,0 1,-1-1,1 0,0 0,-1 0,1 0,0 0,-1 0,1 0,0 0,-1-1,1 1,0-1,-1 1,4-2,5-2,4 0,0-2,0 1,-1-2,0 0,0 0,0-1,19-16,20-22,29-28,-23-2,-57 75,0 0,0 0,0 0,0 0,0 0,0 1,1-1,-1 0,0 1,0-1,0 1,1 0,-1-1,0 1,1 0,-1 0,0-1,1 1,-1 0,0 0,1 1,-1-1,0 0,0 0,1 1,-1-1,0 1,1-1,-1 1,0-1,0 1,0 0,0-1,0 1,2 2,0 0,0 0,0 0,0 0,-1 0,1 1,-1-1,0 1,0 0,0 0,1 4,0 3,-1 1,2 19,-3-19,0 0,5 19,2-8,0 3,6 37,-9-18,-1 8,0 18,-4 21,-2-44,-14 88,13-118,-1-1,0 0,-2-1,0 1,-1-1,0 0,-2-1,-16 25,17-31,-1 0,-1 0,0-1,0 0,0 0,-1-2,0 1,-1-1,1-1,-1 0,0 0,0-1,-1-1,-14 2,0 0,-1-2,1-1,-1-1,0-2,-41-5,-17-9,75 12,1 0,0 0,0-1,0 0,1 0,-13-9,2-7,4-8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0:01.33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1 173,'10'3,"1"0,0-1,16 2,-14-3,0 1,18 6,-20-5,0 0,-1-1,1 0,0-1,0 0,0-1,0 0,0 0,0-1,0-1,0 0,0 0,-1-1,1 0,-1-1,13-7,-20 9,1 0,-1-1,1 0,-1 1,0-1,0-1,-1 1,1 0,0-1,-1 1,0-1,0 0,0 0,0 1,-1-1,0-1,1 1,-1 0,-1 0,1 0,-1 0,1-1,-1 1,-1 0,0-8,1 8,-1 0,1 1,-1-1,0 1,0-1,0 1,-1-1,1 1,-1 0,0 0,0 0,0 0,0 0,0 0,-1 0,0 1,1-1,-1 1,0 0,0 0,0 0,0 0,0 0,-1 1,1-1,0 1,-1 0,1 0,-8-1,1 2,-1 0,0 1,1 0,-1 0,1 1,-1 1,1 0,0 0,0 1,0 0,1 1,-1 0,1 1,-9 6,7-3,0-1,1 2,0-1,1 2,0-1,0 1,1 0,1 1,0 0,-8 19,13-26,1 0,0 1,0-1,1 0,-1 1,1-1,0 1,1-1,0 0,-1 1,1-1,1 0,-1 0,1 0,0 0,0 0,4 5,-1 0,0-1,1 0,0-1,0 0,1 0,0 0,16 12,-12-12,0-1,0 0,1-1,0 0,0-1,1 0,19 4,-23-7,0 0,0-1,0 0,0-1,0 0,0 0,0-1,1 0,-1 0,-1-1,15-5,-18 4,0 1,0-1,0 0,9-8,-2-1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0:02.11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55 535,'1'-48,"0"30,0-1,-2 0,0 0,-1 1,0-1,-2 1,-9-30,5 28,4 11,0 0,0 0,1-1,0 1,1-1,0 0,0-12,1-20,0 20,3-38,15 80,-11-10,0-1,-1 1,0 0,-1 1,0-1,0 1,-1 0,-1 0,2 12,0 17,-2 49,-1-11,7-9,-8-57,-2-23,11-24,-6 28,-1 0,0-1,1-13,1-23,11-55,-10 78,1 0,0 1,2-1,17-32,-11 25,-6 13,0-1,13-17,-18 29,-1 1,1 0,0 0,0 0,0 0,0 0,1 1,-1-1,1 1,-1 0,1 0,0 0,0 1,6-3,-8 4,0 0,-1-1,1 1,0 0,-1 0,1 0,0 0,-1 0,1 1,0-1,-1 0,1 1,-1-1,1 1,-1 0,1-1,-1 1,1 0,-1 0,1 0,-1 0,0 0,0 0,1 0,-1 0,0 1,0-1,0 0,-1 1,1-1,0 1,1 2,1 4,-1 1,1 0,-1 0,1 17,0-7,6 39,4 73,-13-111,0 1,-1 0,-2-1,0 1,-1-1,-1 0,-9 23,9-26,-7 33,7-27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0:02.65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217 206,'4'0,"1"0,-1-1,0 1,1-1,-1 0,0 0,0-1,0 1,0-1,0 0,0 0,0-1,5-3,6-4,6-2,-12 7,0 0,0-1,13-12,-19 16,0-2,0 1,-1 0,1 0,-1-1,0 0,0 1,0-1,-1 0,1 0,-1 0,0 0,1-5,-2 6,1 0,-1 0,0 0,0 0,0 0,0 0,0 0,-1 0,1 0,-1 0,0 0,0 1,0-1,-2-4,2 5,-1 0,1 1,-1-1,1 0,-1 1,0-1,1 1,-1 0,0-1,0 1,0 0,0 0,0 1,-1-1,1 0,0 1,0-1,0 1,-5-1,-1 0,0 1,0 0,0 0,-1 0,1 1,0 0,0 1,0 0,1 0,-1 1,0 0,-9 5,-5 3,1 2,0 0,1 1,-35 33,45-38,0 2,1-1,1 2,0-1,0 1,1 0,1 0,0 1,0 0,-4 16,9-24,0-1,0 0,0 1,1-1,-1 0,1 1,0-1,0 0,1 1,-1-1,1 1,0-1,0 0,1 0,-1 0,4 7,-2-7,0 0,0 0,1 0,-1 0,1 0,0-1,0 0,0 0,0 0,1 0,-1-1,7 3,4 1,0-2,0 0,1 0,-1-2,1 0,-1 0,1-2,17-1,29-7,-24 1,-37 7,3 0,-1 0,0-1,0 1,0-1,0 0,0 1,0-1,0-1,-1 1,1 0,0-1,0 1,-1-1,3-2,9-16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0:03.21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312 25,'-3'-3,"0"1,0-1,-1 1,1 0,-1 0,0 0,1 0,-1 1,0 0,0 0,0 0,0 0,0 0,0 1,0-1,0 1,0 0,-6 1,-4 2,1 0,0 1,-1 0,-12 7,-3 0,18-6,0 0,1 1,0 0,0 1,-15 12,-20 13,44-31,1-1,0 0,0 0,-1 0,1 0,0 1,0-1,0 0,0 0,-1 1,1-1,0 0,0 0,0 1,0-1,0 0,0 0,0 1,-1-1,1 0,0 0,0 1,0-1,0 0,0 1,0-1,1 0,-1 0,0 1,0-1,0 0,0 1,0-1,0 0,0 0,0 1,1-1,-1 0,0 0,0 0,0 1,1-1,-1 0,0 0,0 0,1 0,-1 1,0-1,0 0,1 0,19 13,-7-5,-4-2,0-1,0 0,0 0,1-1,-1 0,1 0,0-1,0-1,21 3,-15-2,0 1,29 10,-8 2,42 24,-67-33,0 1,-1 0,0 1,-1 0,0 0,-1 1,11 14,-19-22,1-1,-1 1,0 0,0 0,0 0,0 0,0 0,0 0,-1 0,1 1,-1-1,0 0,1 0,-1 0,0 1,0-1,0 0,0 0,-1 0,0 4,-1-2,1-1,-1 1,0-1,0 0,0 0,0 0,-1 0,1 0,-1-1,0 1,-4 2,-4 3,0-1,0 0,-1-1,0-1,-25 8,-12 0,-5-1,-13 0,-24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1:21.28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12 1,'-8'0,"4"0,12 0,12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1:22.04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1,'70'32,"91"85,-64-45,-68-46,3 5,4 5,3 3,-3 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1:22.48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330 1,'-6'2,"1"0,-1 0,0 1,1 0,-1 0,-9 8,4-3,1 1,0 1,0-1,0 2,1-1,1 1,0 1,-8 14,1 2,-24 33,22-35,-19 37,32-53,-22 41,8-14,1 5,5-3,7-5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1:22.90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0,'0'14,"-1"-3,1 1,0 0,1 0,1 0,-1-1,2 1,0-1,0 1,9 19,-6-17,0 1,-1 0,0 0,-1 1,2 21,2 83,-5-52,-2-56,0-1,-3 20,-2 4,1-28,-1 1,-17 65,13-49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1:23.27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50,'3'0,"-1"1,1 0,-1 0,1 0,-1 0,1 0,-1 0,0 1,0-1,0 1,4 3,12 8,-12-11,0-1,0 0,1 0,-1 0,0-1,1 1,-1-1,0-1,11-1,14-1,0 3,-1-2,1-1,-1-1,1-2,-1-1,51-20,-37 12,8-1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6:59.32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0,'0'0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01.39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615 26,'-1'-1,"0"0,-1 0,1 0,0 0,-1 0,0 0,1 0,-1 0,0 0,1 1,-1-1,0 1,-2-1,-29-4,17 3,-1-1,0 1,-1 1,1 1,-1 0,1 1,0 0,0 2,-20 5,15-2,1 2,1 0,-1 2,2 0,-1 1,-18 14,1 3,-4 6,31-23,1-1,-15 24,12-15,-19 43,22-40,2 0,-7 30,10-31,1 0,-1 37,4-45,1 1,0-1,1 0,6 24,-4-26,0 0,1 0,0 0,1 0,7 11,-7-14,0-1,1 1,-1-1,1-1,1 1,10 7,-6-7,-1 0,1-1,0 0,21 6,-14-7,1 0,36 4,-28-7,44-3,36-9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02.16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555 122,'-7'0,"1"0,0 0,0 0,-1-1,1 1,0-2,0 1,-6-3,-9-2,-1 1,1 0,-1 1,1 2,-1 0,0 1,0 1,0 1,0 1,1 2,-1-1,1 2,0 1,0 1,0 1,1 0,0 2,1 0,-21 15,13-4,25-18,0-1,0 1,0 0,1-1,-1 1,1 0,-2 6,1-4,1 0,-1 0,1 0,1 0,-1 0,1 1,-1-1,2 0,-1 0,0 0,1 1,0-1,0 0,1 0,0 0,3 7,-2-6,0-1,1 0,0-1,0 1,0-1,0 1,1-1,0-1,-1 1,1-1,1 1,8 3,-3-3,0 1,1-2,-1 1,1-2,0 1,0-2,0 0,0 0,0-1,0 0,0-1,0-1,21-4,-18 1,-1-1,1 0,-1-1,-1-1,0 0,0-1,0 0,-1-1,-1 0,1-1,-2 0,15-20,-10 11,-1-2,-2 0,0-1,-1 0,-2-1,13-45,1 9,-14 85,-5 18,-2 1,-5 65,0-9,10 68,-6-150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02.56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61 554,'-1'-4,"1"1,-1-1,0 0,0 1,0-1,0 1,-1-1,-1-3,0 3,1 0,1 0,-1-1,1 1,-1-1,0-7,2 5,0 0,1 0,0 0,0 1,3-11,-2 10,0 0,-1 0,0 1,0-1,0 0,-2-13,-2 1,-1-1,-8-18,5 16,-5-31,11 46,-10-86,11 84,0-1,0 0,1 1,0-1,0 1,1-1,5-14,1 11,3 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02.95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24,'4'-7,"1"-1,6 4,-3 4,3-5,5 5,14 0,-3 0,5 0,7 0,11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03.46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371 29,'-9'-4,"0"-1,0 2,0-1,0 1,0 0,-1 1,0 0,1 1,-1 0,-18 0,18 1,0 0,0 1,0 0,0 0,0 1,0 1,0-1,0 2,1-1,-1 1,1 1,0-1,0 2,1-1,0 1,0 1,0-1,0 1,1 1,1-1,-12 17,12-16,1 1,0 1,0-1,1 1,1 0,-1 0,1 0,1 0,0 1,1-1,0 1,0 12,1-18,0-1,1 1,-1 0,1-1,0 1,0-1,1 1,-1-1,1 1,0-1,0 0,1 0,-1 0,1 0,0 0,0-1,0 1,0-1,1 0,-1 0,1 0,0 0,0-1,0 1,0-1,0 0,1-1,-1 1,8 1,-9-2,1 0,0-1,0 0,0 0,0 0,0 0,-1 0,1-1,0 0,0 1,0-2,-1 1,1 0,-1-1,1 1,-1-1,1 0,-1 0,0-1,0 1,0-1,0 1,-1-1,1 0,4-6,0-1,0-1,-1 0,0-1,0 1,-1-1,5-20,-7 21,31-94,-28 82,-5 19,-1 1,1-1,0 1,0-1,0 1,1 0,-1 0,1 0,0 0,2-4,-4 7,1 0,-1 0,0 0,0 0,0 0,0 0,0 0,1 0,-1 0,0 0,0 0,0 0,0 0,1 0,-1 0,0 0,0 0,0 0,0 0,1 0,-1 0,0 0,0 0,0 0,0 0,0 0,1 1,-1-1,0 0,0 0,0 0,0 0,0 0,0 0,0 1,1-1,-1 0,0 0,0 0,0 0,0 0,0 1,0-1,0 0,0 0,0 0,0 0,0 1,2 7,3 68,4 234,-9-299,0 32,4-3,8-3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03.94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396 1,'0'1,"0"0,0 0,0 0,0-1,0 1,0 0,0 0,0 0,-1 0,1 0,0 0,-1 0,1 0,0 0,-1 0,1-1,-1 1,0 0,0 1,-18 2,12-3,-28 3,12-2,-42 10,55-10,1 1,0 1,0 0,1 0,-1 1,1 0,-14 11,-2 5,1 1,-40 51,58-66,0 0,1 1,0-1,0 1,1 0,0 0,0 0,-1 9,0 9,-2 34,5-56,1 1,0 1,0-1,0 0,1 0,0 1,0-1,0 0,0 0,1 0,0 0,0 0,0 0,1-1,0 1,0-1,0 0,0 0,0 0,1 0,0 0,0-1,0 1,0-1,1 0,6 3,1 0,0-1,0 0,1-1,-1 0,1-1,0-1,-1 0,1-1,17 0,-17 0,1-1,-1-1,0 0,0-1,1-1,-1 0,19-7,1-6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04.78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140 1,'-5'0,"0"-1,0 1,1 1,-1-1,0 1,0 0,1 0,-8 2,10-1,0 0,0-1,0 1,0 0,0 0,1 0,-1 0,0 0,1 0,-1 1,1-1,0 1,0-1,0 1,0-1,1 1,-2 4,-24 123,24-122,-8 31,1 1,-6 66,15-63,4 12,-1-38,8 32,-5-32,1 1,12 22,-9-24,0 1,20 24,-22-32,-1-1,1 0,1-1,17 13,-22-18,0 1,0-1,0 0,1 0,-1 0,0-1,1 0,-1 0,1 0,6 1,-6-3,-1 1,0-1,0 0,0 0,0 0,0-1,0 1,6-4,-9 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05.15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0,'11'4,"11"1,-3-2,8-3,7 0,-1 0,10 0,6 4,-5 4,-6 0,0-4,-8 0,4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05.54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30 253,'1'1,"0"-1,-1 0,1 0,-1 0,1 1,-1-1,1 0,-1 0,1 1,-1-1,0 0,1 0,-1 1,1-1,-1 1,0-1,1 0,-1 1,0-1,0 1,1-1,-1 1,0-1,0 1,1-1,-1 1,0-1,0 0,0 0,1 1,-1-1,0 0,0 0,1 1,-1-1,0 0,1 0,-1 0,0 1,1-1,-1 0,0 0,1 0,-1 0,0 0,1 0,-1 0,0 0,1 0,-1 0,0 0,1 0,-1 0,0 0,1 0,-1 0,0 0,1 0,-1-1,0 1,1 0,-1 0,0 0,1-1,-1 1,0 0,0 0,1-1,-1 1,0 0,0-1,2 0,25-11,-20 9,1 0,-1-1,11-6,-2-1,-11 8,-1 1,1-1,-1-1,0 1,0 0,0-1,0 0,-1 0,1 0,3-7,-1-2,-1 1,0-1,0-1,-2 1,0-1,0 1,-1-1,0-24,-2 36,0 1,-1 0,1-1,-1 1,1 0,-1 0,1-1,-1 1,0 0,1 0,-1 0,0 0,0 0,0 0,0 0,0 0,0 0,0 0,0 0,0 1,0-1,-1 0,1 1,0-1,0 1,-1 0,1-1,0 1,-1 0,1 0,0-1,-1 1,-1 1,-2-2,0 1,1 0,-1 0,0 0,0 1,0 0,-8 2,8 0,0 0,1-1,0 1,0 1,0-1,0 1,0-1,1 1,-6 8,1-1,1 0,-10 21,10-16,-3 5,1 0,1 0,1 1,-8 43,14-64,-1 15,0 0,1 0,1 1,3 25,-3-39,0 1,1-1,-1 0,1 0,0 0,0 0,0 0,1 0,-1 0,1 0,-1 0,1-1,0 1,0-1,0 1,1-1,-1 0,0 1,1-1,-1-1,1 1,0 0,0-1,0 1,0-1,0 0,0 0,0 0,0 0,0 0,4-1,0 1,0-1,0 0,1 0,-1-1,0 0,0 0,10-4,8-3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05.94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76 465,'-3'-15,"-4"11,-8-4,14 5,0 0,0 0,0 0,1 0,-1 0,1 0,0 0,0-1,0 1,0 0,1-5,0-9,-4-3,0 0,-6-20,3 19,-4-40,-6-115,18 142,0 27,1 12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06.34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1,'0'0,"11"0,2 0,4 0,-1 0,3 0,9 0,4 0,-6 0,1 0,1 0,1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06.74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29 423,'0'12,"0"-3,0-6,0-6,0-6,-8-3,0 0,3 3,1-2,0-5,4-5,0-3</inkml:trace>
  <inkml:trace contextRef="#ctx0" brushRef="#br0" timeOffset="1.05">58 25,'0'-9,"0"1,0 4,0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07.10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192 34,'0'-28,"0"28,0-1,-1 1,1 0,-1-1,1 1,0 0,-1-1,1 1,-1 0,1-1,-1 1,1 0,-1 0,1-1,-1 1,1 0,-1 0,1 0,-1 0,1 0,-1 0,1 0,-1 0,0 0,0 0,-22 0,15 1,-2-2,2 1,0 0,0 0,1 1,-1 0,-10 3,16-4,0 1,0-1,1 1,-1 0,1 0,-1 0,1 0,-1 0,1 0,-1 0,1 0,0 1,0-1,0 0,0 1,0-1,0 1,0-1,0 1,0 0,1-1,-1 1,0 0,1-1,0 1,-1 0,1 0,0-1,0 4,0-2,0-1,0 0,1 1,-1-1,1 0,-1 1,1-1,0 0,0 0,0 1,0-1,0 0,0 0,0 0,1 0,-1-1,1 1,0 0,-1 0,1-1,0 1,0-1,0 0,4 2,4 2,0-2,0 1,0-1,16 2,-16-3,0 0,0 1,13 5,44 24,-60-27,1 0,0 0,-1 1,0 0,0 0,-1 1,0 0,7 9,-3-4,-9-11,0 0,0 0,-1 0,1 0,0 1,-1-1,1 0,-1 1,1-1,-1 0,1 1,-1-1,0 0,0 1,0-1,0 1,0-1,0 0,0 1,0-1,0 1,-1-1,1 0,-1 1,1-1,-1 0,1 0,-1 1,-1 1,0-1,0 1,0 0,0-1,-1 0,1 1,-1-1,0 0,1-1,-1 1,0 0,-5 2,-26 9,0-2,-1-1,0-2,0-1,-1-2,-37 1,41-2,35-4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07.46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181 571,'1'-32,"0"19,-1 0,0 0,-1 0,0 0,-1 0,-5-16,-5-6,-2 1,-24-41,-10-33,33 67,0-7,1-2,-2 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07.86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7,'346'0,"-332"0,1 1,-1 0,23 5,-5 3</inkml:trace>
  <inkml:trace contextRef="#ctx0" brushRef="#br0" timeOffset="1">775 113,'-3'0,"-5"-9,3-3,2-4,0 4,3-8,0 0,0-1,0 18,0 15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08.20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36 7,'-12'0,"0"-3,3-1,6 4,11 0,4 0,-1 15,-3 27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08.60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291 41,'-1'-2,"0"-1,0 1,0 0,0-1,-1 1,0 0,1 0,-1 0,0 0,0 0,0 0,0 1,0-1,0 1,0-1,-1 1,1 0,-1 0,1 0,-1 0,1 0,-1 0,1 1,-1-1,0 1,1 0,-1 0,0 0,-4 1,-2 0,-1 1,0 0,1 0,-1 1,1 0,-14 8,9-5,0 2,0 0,-24 19,31-20,0-1,1 1,0 0,0 0,1 1,0 0,0 0,-4 10,7-13,1-1,0 1,0 0,0 0,0-1,1 1,0 0,0 0,0 0,0 0,1 0,0-1,0 1,0 0,1-1,-1 1,1 0,0-1,4 6,-3-4,1-1,-1 0,1 1,0-1,1-1,-1 1,1-1,0 1,0-1,0-1,1 1,-1-1,13 6,5-3,0-1,29 4,-21-5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09.00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353 164,'1'-9,"-2"0,1-1,-2 1,1-1,-1 1,-1 0,1 0,-1 0,-9-16,10 21,-1 0,0 0,0 0,0 1,0-1,-1 1,1 0,-1-1,0 2,0-1,0 0,0 1,0 0,-1 0,1 0,-1 0,1 1,-1 0,0 0,0 0,-5 0,-2 1,-1 1,1 0,-1 0,1 2,0-1,-1 2,1-1,-21 11,28-11,0 1,0-1,1 1,-1 0,1 0,0 0,0 1,0 0,0-1,1 1,0 1,-5 9,4-7,0-1,-1 0,0 1,-11 11,15-17,-1 0,1-1,0 1,0 1,0-1,0 0,0 0,0 0,1 0,-1 1,1-1,-1 0,1 0,0 1,0-1,0 0,0 1,0-1,1 0,-1 1,2 3,-1-4,-1-1,0 0,1 1,-1-1,1 0,0 1,-1-1,1 0,0 1,0-1,0 0,0 0,0 0,0 0,0 0,0 0,0 0,1 0,-1-1,0 1,1 0,-1-1,0 1,1-1,-1 1,1-1,-1 0,0 1,1-1,-1 0,1 0,-1 0,1 0,-1-1,3 1,18-6,0-1,0 0,-1-2,0 0,-1-1,26-18,-38 20,0-1,-1 1,0-1,-1-1,0 1,0-1,-1 0,6-16,-3 14,-8 12,0 0,1 0,-1 0,0 0,0 0,0 0,1 0,-1 1,0-1,0 0,0 0,1 0,-1 0,0 0,0 0,0 1,1-1,-1 0,0 0,0 0,0 0,0 1,0-1,0 0,1 0,-1 0,0 1,0-1,0 0,0 0,0 0,0 1,0-1,3 28,-5-17,0 0,-1-1,0 1,-1-1,-6 13,-10 30,15-30,1 1,1 0,0 1,2 30,1-31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09.33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292 53,'-1'-2,"1"0,-1 0,0 0,0 0,1 0,-1 0,0 0,-1 0,1 0,0 0,0 1,-1-1,1 1,-1-1,0 1,1-1,-1 1,0 0,0 0,0 0,-2-1,0-1,0 1,-1 0,0 0,1 1,-1-1,0 1,0 0,-8-1,2 3,0-1,0 2,0-1,1 1,-1 1,1 0,-1 0,1 1,0 1,1 0,-1 0,1 1,0 0,0 0,-11 11,8-7,8-7,0 0,0 1,0-1,0 1,-2 4,6-6,0-1,0 1,0-1,0 1,0-1,0 1,1-1,-1 1,1-1,-1 1,1-1,-1 0,1 1,0-1,0 0,-1 1,3 0,-2 1,2 2,1 0,-1 0,1 0,0 0,0-1,0 1,0-1,1 0,0-1,0 1,0-1,10 5,-6-4,-1-1,1-1,0 0,0 0,1-1,-1 0,16 0,6-2,-22 0,1 0,-1 1,0 0,0 0,0 1,0 1,0-1,0 1,0 1,9 3,-18-6,1 1,-1-1,1 0,0 1,-1-1,1 0,-1 1,1-1,-1 1,1-1,-1 1,0-1,1 1,-1-1,0 1,1-1,-1 1,0 0,0-1,1 1,-1 0,0-1,0 1,0-1,0 1,0 0,0-1,0 1,0 1,-1 0,1 0,-1-1,0 1,0 0,0-1,0 1,0 0,0-1,-1 1,-1 1,-5 4,0 0,-16 10,23-17,-33 22,22-16,0 2,0-1,0 2,1-1,1 2,-1-1,2 1,-15 18,6 3,4-1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09.70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12 37,'-1'0,"0"0,1 0,-1-1,1 1,-1 0,0-1,1 1,-1-1,1 1,-1 0,1-1,-1 1,1-1,0 0,-1 1,1-1,0 1,-1-1,1 0,0 1,0-1,-1 0,1 1,0-1,0 0,0 1,0-1,0 0,0 1,0-1,0 0,0 1,0-1,0 0,1 1,-1-1,0 0,0 1,1-1,-1 1,0-1,1 0,-1 1,1-1,-1 1,1-1,-1 1,1-1,-1 1,1 0,0-1,20-3,1 2,-1 0,0 2,29 2,2 0,103 2,-94-3,3-1,8 0,119 11,-93-7,-3-4,-3-3,-73 3,0 0,22 3,-28 0,1 1,22 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10.11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3,'80'-1,"-14"0,112 11,-62 7,-61 0,0 6,-46-19,-1 1,0 0,13 10,-16-11,-1 0,0 0,-1 0,1 1,-1-1,6 10,-7-10,0 1,-1-1,1 1,-1-1,0 1,0 0,1 8,-2-7,0-1,-1 1,1 0,-1-1,0 1,0-1,-3 6,1-2,-1-1,-1 1,1-1,-7 7,-26 33,-3-7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10.89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3,'83'-1,"-9"0,108 11,-122-3,6-2,15-4,13-2,261-6,-340 6,13-1,-27 2,0 0,0 0,0 0,0 0,1 0,-1 0,-1 0,1 1,0-1,0 1,0-1,0 0,0 1,0-1,0 1,0 0,-1-1,1 1,0 0,1 1,6 20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11.31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32 0,'0'18,"1"-1,-2 1,0-1,-6 34,5-41,1-1,0 0,0 1,1-1,0 0,1 1,0-1,1 0,0 0,0 1,1-1,0-1,7 17,-5-14,0 0,-1 0,-1 1,0 0,-1 0,0-1,-1 1,0 0,-1 1,0-1,-2 12,-9 38,-5 9,0 9,1 6,6 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11.67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42,'2'-2,"0"0,0 1,0 0,0 0,0-1,0 1,0 0,0 0,0 1,1-1,-1 0,0 1,1 0,2-1,40 1,-28 1,227-1,-185-2,13-3,19-1,268 0,-350 6,62-2,10-4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12.27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108 336,'0'3,"0"0,0 0,0 0,0 0,-1 0,0 0,1 0,-3 3,3-6,0 1,0-1,0 0,0 1,-1-1,1 0,0 0,0 1,-1-1,1 0,0 0,0 0,-1 1,1-1,0 0,-1 0,1 0,0 0,-1 0,1 0,0 0,-1 1,1-1,0 0,0 0,-1 0,1 0,-1-1,-14-9,9 2,0 0,1 0,0 0,0-1,1 1,-7-19,-12-58,16 53,5 23,0-1,0 1,1-1,1 1,-1-1,2 0,1-13,-2 19,1 0,0 0,0 0,1 0,-1 0,1 1,0-1,0 1,0-1,0 1,0-1,1 1,0 0,-1 0,1 1,0-1,1 0,-1 1,0 0,5-3,-6 4,1 0,-1 1,1-1,-1 0,1 1,-1-1,1 1,0 0,-1 0,1 0,0 0,-1 0,1 1,-1-1,1 1,-1 0,1-1,-1 1,1 0,-1 1,0-1,1 0,-1 1,0-1,0 1,0 0,0-1,0 1,1 3,2 1,0 0,0 1,0-1,-1 1,0 0,-1 1,1-1,1 8,4 10,1-2,12 24,9 19,-30-64,0 1,0-1,0 0,1 1,-1-1,1 0,-1 0,4 4,-4-6,-1 1,1-1,-1 0,1 1,0-1,-1 0,1 0,0 1,-1-1,1 0,-1 0,1 0,0 0,-1 0,1 0,0 0,-1 0,1 0,0 0,-1 0,1 0,0 0,-1-1,1 1,0 0,-1 0,1-1,-1 1,1 0,-1-1,1 1,0-1,-1 1,0-1,1 1,-1-1,1 1,-1-1,1 0,22-23,-17 18,0-1,0 1,0-1,-1 0,0 0,6-13,-8 13,0 1,1-1,0 1,0 0,0 0,1 0,-1 1,1 0,11-9,32-37,-47 50,-1 1,1 0,-1-1,1 1,-1-1,1 1,0 0,-1 0,1-1,-1 1,1 0,0 0,-1 0,1 0,-1-1,1 1,0 0,-1 0,1 0,0 0,-1 1,1-1,-1 0,1 0,0 0,-1 0,1 1,-1-1,1 0,0 1,-1-1,1 0,-1 1,1-1,0 1,0 0,-1 0,1 0,0 0,0 0,-1 1,1-1,0 0,-1 0,1 0,-1 1,0-1,1 0,-1 1,0 2,-1 28,-1 0,-2 0,-9 35,11-53,0-1,2 1,0-1,0 1,1-1,1 1,0-1,1 0,0 0,10 25,-5-17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13.15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262 28,'-18'-1,"1"-1,-1 0,-25-8,-17-2,56 12,1 0,-1 0,0 0,1 0,-1 1,0 0,1-1,-1 1,1 1,-1-1,1 0,-1 1,1 0,0 0,0 0,0 0,0 0,0 1,1-1,-1 1,-2 3,1-2,1 1,0-1,0 1,0 0,1-1,-1 1,1 0,1 1,-1-1,1 0,-1 0,2 1,-2 7,2-8,0 0,0 0,1 0,0 1,-1-1,4 8,-3-12,-1 1,1-1,0 1,0-1,0 0,0 0,0 1,0-1,0 0,0 0,1 0,-1 0,0 0,1 0,-1-1,0 1,1 0,-1-1,1 1,-1-1,1 1,0-1,1 1,2-1,-1 1,1 0,0 0,-1-1,1 0,-1 0,7-1,-9 1,0-1,-1 0,1 1,0-1,0 0,-1 0,1 0,0 0,-1 0,1-1,-1 1,1 0,-1-1,0 1,0-1,1 0,-1 1,1-4,35-61,-35 62,3-13,1 22,1 7,-5-6,-1 1,0-1,0 1,0-1,-1 1,0 11,2 25,4-2,-3 0,-1 45,-2-86,0 1,0-1,0 1,0-1,0 1,0-1,0 0,0 1,0-1,0 1,0-1,0 1,0-1,0 1,0-1,0 0,0 1,1-1,-1 1,0-1,0 0,1 1,-1-1,0 1,0-1,1 0,-1 0,0 1,1-1,-1 0,0 1,1-1,0 0,13-6,-9 3,6-4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13.83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235 0,'-3'0,"0"0,0 0,0 1,0-1,0 1,0 0,0 0,0 0,0 0,0 0,1 0,-1 1,-2 1,-2 3,1 0,0 0,-9 11,11-12,-18 20,2-2,-18 28,25-24,13-27,0 1,0-1,-1 0,1 1,0-1,0 1,0-1,0 1,0-1,0 1,0-1,0 0,0 1,0-1,0 1,0-1,1 1,-1-1,0 0,0 1,0-1,1 1,0-1,-1 1,1-1,-1 0,1 0,0 0,-1 0,1 0,0 0,-1 0,1 0,0 0,-1 0,1 0,-1-1,1 1,0 0,-1 0,1-1,-1 1,1 0,0-1,67-40,-52 30,1 0,0 2,33-15,-43 22,-1 0,0 1,1 0,-1 0,1 0,-1 1,1-1,0 2,-1-1,1 1,-1 0,0 0,1 1,-1 0,11 4,-13-3,1 0,-1 0,1 1,-1-1,0 1,0 0,-1 0,1 0,-1 1,0-1,0 1,0-1,-1 1,0 0,0 0,0 1,1 4,1 3,-1-1,-1 1,0-1,-1 1,0 0,-1 15,-3-8,0-1,-1 1,-11 34,-1-11,-2 3,-14 6,20-36,-22 23,21-25,-1-1,-24 17,27-23,-1 0,1-1,-1 0,-18 6,23-9,0-1,-1-1,1 1,0-1,-1-1,1 1,-11-2,13 1,1-1,-1 0,0 0,1 0,0 0,-1-1,1 0,0 0,0 0,-5-3,4 1,2 0,-1 0,0 0,1 0,0 0,-6-10,9 14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14.38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7 105,'5'0,"0"1,0-1,0 1,0 1,-1-1,1 1,6 3,25 7,-26-10,1-1,0 0,-1 0,1-1,-1 0,1-1,12-2,-18 2,0-1,0 1,0-1,0 0,0 0,-1-1,1 1,0-1,-1 0,0 0,0-1,0 1,0-1,-1 0,1 0,3-6,-5 7,0 0,0 0,0 0,-1 0,1 0,-1-1,0 1,0-1,0 1,0-1,-1 1,1-6,-1 8,-1-1,1 1,-1-1,1 1,-1-1,1 1,-1 0,0 0,0-1,0 1,0 0,0 0,0 0,0 0,0 0,0 0,0 0,0 0,-1 0,1 1,0-1,-1 0,1 1,0-1,-1 1,1 0,-1-1,1 1,-1 0,1 0,-1 0,-1 0,-6-1,0 1,0 0,0 1,0 0,0 0,0 1,1 0,-1 1,1-1,-1 2,-13 6,12-4,-1 1,1 0,0 0,0 1,1 0,0 1,-14 18,19-22,0 1,1-1,0 1,0 0,0 0,1 1,-1-1,2 1,-1-1,1 1,0-1,0 1,0 0,2 11,-1-14,1 0,-1 0,1 0,0-1,1 1,-1 0,1-1,-1 1,1-1,0 1,1-1,-1 0,0 0,1 0,0 0,0 0,-1 0,2-1,-1 1,0-1,0 0,1 0,-1 0,1-1,0 1,4 0,6 2,0 0,0-1,1-1,-1 0,1-1,23-1,-6-4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14.73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35 401,'-1'-1,"1"-1,-1 0,1 1,-1-1,1 1,-1 0,0-1,0 1,1-1,-1 1,0 0,-2-2,-7-14,6 2,1-1,0 0,1 1,1-1,0 0,2 0,-1 0,2 1,5-24,1 10,2 1,18-38,-25 61,-1 1,0-1,1 1,-1 0,1 0,0 1,0-1,1 1,-1-1,1 1,0 0,0 0,6-3,-8 5,-1 0,1 1,-1-1,1 1,-1-1,1 1,-1-1,1 1,0 0,-1 0,1 0,0 0,-1 0,1 0,0 0,-1 1,1-1,0 0,-1 1,1 0,-1-1,1 1,-1 0,1 0,-1 0,0 0,1 0,-1 0,0 0,0 0,0 0,0 1,0-1,0 0,0 1,0-1,0 1,-1-1,2 3,4 13,0 0,-2 1,1-1,-2 1,-1 0,1 33,-2-32,0 0,1 0,1-1,1 1,11 34,-3-30,-3-1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15.15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51 206,'2'0,"1"-1,-1 0,0 0,1 0,-1 0,0 0,0-1,1 1,-1-1,0 1,3-4,13-9,16-3,-23 13,-1-1,0 0,0-1,0 0,-1 0,0-1,0 0,9-11,-9 8,-6 7,-1 1,1-1,-1 1,0-1,0 0,-1 0,4-6,-5 8,0-1,1 0,-1 0,0 0,0 0,0 0,-1 1,1-1,0 0,-1 0,1 0,-1 0,0 1,1-1,-1 0,0 1,-2-4,1 4,1-1,-1 0,0 1,1-1,-1 1,0-1,0 1,0 0,0 0,-1 0,1 0,0 0,0 0,-1 1,1-1,0 1,-1-1,1 1,0 0,-1 0,1 0,-1 0,1 1,-4 0,-3 0,-1 1,1 1,0-1,0 1,-8 5,7-3,1 0,0 1,0 1,1-1,0 1,0 0,1 1,-1 0,2 0,-1 1,1 0,1 0,-1 0,-4 14,7-18,1 1,0 0,0 0,1-1,0 1,0 0,0 0,1 0,0 1,0-1,0 0,1 0,0 0,0-1,1 1,0 0,-1 0,2-1,-1 1,1-1,0 1,0-1,0 0,1 0,0-1,5 6,-3-5,0-1,0 1,0-2,0 1,1-1,-1 0,1 0,0 0,0-1,0 0,0-1,12 2,9-1,52-2,-73 0,117-13,-83 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15.57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145 715,'-1'-17,"-1"-1,-5-25,-3-15,-7-80,7 70,5 4,-4-8,-4-3,9 57,-1 1,-12-26,-27-40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15.99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1,'406'0,"-403"0,0 0,0 1,0-1,0 1,1 0,-1 0,-1 0,1 0,0 0,0 1,0-1,-1 1,1 0,0 0,-1 0,0 0,1 0,-1 0,0 1,0-1,-1 1,1-1,0 1,-1 0,1 0,-1 0,0 0,0 0,0 0,-1 0,1 4,-1-5,0 0,0 0,0 0,0 0,0 0,-1 0,1 0,-1 0,0 0,1 0,-1-1,0 1,0 0,0 0,-1-1,-1 3,-28 27,12-12,5-3,2 2,-11 19,-1 1,8-13,1 1,-22 50,29-44,8-28,-1 0,1 0,0 0,1 0,-1 0,2 5,-1-5,0 0,0-1,1 1,-1-1,1 0,0 0,0 1,4 3,-2-2,1 0,0-1,0 0,0 0,10 6,-5-5,-1 0,1-1,17 5,39 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16.81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307 48,'-18'-1,"0"-1,0-1,-25-7,20 5,-32-5,47 10,1-1,-1 1,1 0,-1 1,1 0,0 0,-1 1,-10 4,15-5,0 0,1 0,-1 1,1 0,-1-1,1 1,0 0,0 0,-1 0,2 0,-1 1,0-1,0 0,1 1,-1 0,1-1,0 1,-2 5,0 3,0 0,1 0,-1 18,2-14,0-8,1 0,0 0,0 0,0-1,1 1,0 0,0 0,1-1,0 1,0-1,1 1,0-1,0 0,0 0,1 0,0 0,8 9,-6-10,1 0,0 0,0-1,0 1,1-2,0 1,0-1,0 0,0-1,0 0,0 0,1-1,-1 0,15 0,-18-1,-1-1,0 0,0 0,1-1,-1 1,0-1,0 0,0 0,0 0,-1-1,1 1,-1-1,1 0,-1 0,0 0,0 0,4-6,-1 1,0-1,0 0,-1 0,0 0,0 0,4-15,0-13,6-49,-11 63,-4 18,0 1,0-1,0 1,-1 0,0 0,0-1,0 1,0 0,-1 0,-2-5,4 8,0 1,0 0,0 0,0 1,0-1,0 0,0 0,0 0,0 1,0-1,0 0,0 0,0 0,0 1,-1-1,1 0,0 0,0 0,0 0,0 0,0 1,0-1,0 0,-1 0,1 0,0 0,0 0,0 1,0-1,-1 0,1 0,0 0,0 0,0 0,0 0,-1 0,1 0,0 0,0 0,0 0,-1 0,1 0,0 0,0 0,0 0,0 0,-1 0,1 0,0 0,0 0,0 0,-1 0,1 0,0-1,0 1,0 0,0 0,0 0,-1 0,1 0,0 0,0-1,0 1,0 0,0 0,0 0,0 0,-1-1,1 1,-4 18,8 24,-2-31,-1-1,0 1,-1 12,-4 52,5 82,0-142,1 1,7 29,-8-40,1 0,0 0,0 0,0 0,0-1,1 1,0-1,-1 1,2-1,-1 0,1 0,5 5,7 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17.52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30 32,'0'-1,"0"-1,0 0,0 0,0 0,0 0,0 0,-1 0,1 0,0 0,-2-3,1 4,1 0,-1 1,0-1,0 0,0 1,1-1,-1 1,0-1,0 1,0 0,0-1,0 1,0 0,0 0,0-1,0 1,0 0,0 0,0 0,0 0,-2 1,3-1,0 0,-1 0,1 1,0-1,-1 0,1 1,0-1,0 1,-1-1,1 0,0 1,0-1,0 1,0-1,-1 0,1 1,0-1,0 1,0-1,0 1,0-1,0 1,0-1,0 1,0-1,1 0,-1 2,0-1,0 6,-1 17,1 0,1 1,1-1,1 0,2 0,12 42,-13-56,-1 0,1-1,1 0,0 0,0 0,1-1,0 1,0-1,1-1,10 11,-15-17,0 0,-1 0,1 0,0 0,0 0,0 0,0-1,0 1,0-1,0 1,0-1,0 0,0 0,0 0,0 0,0 0,0 0,0 0,0-1,0 1,0-1,0 0,0 1,0-1,0 0,0 0,-1 0,1 0,0-1,-1 1,1 0,2-3,2-2,0 0,-1 0,1 0,-1-1,0 0,6-12,1-8,-1-1,-1 0,7-33,-15 46,0 1,0-21,-2 22,1 1,0-1,4-14,0 37,-1 8,19 118,-18-102,1-1,1 0,13 34,-7-40,5 0,9-3,-22-21,0 0,0-1,0 1,1-1,7 2,-9-3,-1 0,0-1,1 1,-1-1,0 0,1 0,-1 0,1-1,-1 1,7-3,-5 1,-1 0,1 0,0 0,-1-1,0 0,1 0,-1 0,5-6,-2 2,-1 0,0-1,0 0,-1 0,6-11,-3 3,-1 0,-1 0,6-23,7-69,-19 108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41.90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141 1,'0'15,"-2"1,-6 27,-1 3,2 10,1 1,4 0,4 63,2-77,-4 12,0 17,0 25,0 11,0 4,-3 5,2 4,-3 6,0-1,-5 10,-4 26,0 16,5 9,4-13,-3-13,1-4,-2 9,3 3,1 3,4 144,4-185,-4-18,-7 146,1-187,0-10,1-20,1-27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44.79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24,'37'0,"0"-2,59-9,-58 6,0 1,1 2,39 4,-14-1,-25-1,9 1,13 3,126 8,-85-5,0-2,6-1,9 0,6 3,2-3,115 4,-132-7,-4 2,-4 2,7 2,9 2,5-1,3 0,1-1,11-3,14-3,9 0,1 2,-1 0,-8-2,-3 0,-6 2,-19 0,-30-2,-20 3,61 2,-84-6,-36 1,45-8,85-1,-142 8,2-3,1-6,-5 6,-4 3,-4 3,0 2,6-4,1 0,-1 0,1 0,-1 0,1 0,-1 0,1 1,0-1,0 0,0 1,0-1,0 0,0 1,-1 3,-1 1,-6 7,1 0,1 1,0 0,1 0,1 0,-6 20,7-15,0 0,1 1,-1 38,4-36,-6 43,-4 13,5-40,1 11,-2 10,0 11,-1 16,-15 146,16-184,-3 41,1-2,-5 8,-25 116,19-106,2 0,3 1,-8 114,14-113,2-1,3 0,-1 5,3 2,-2 0,-2 2,2 1,3-2,9 104,-3-126,-2-15,10 134,-13-203,0 1,1-1,0 0,0 1,7 13,-7-19,-2-2,0-1,0 0,1 1,-1-1,0 0,0 0,0 1,0-1,1 0,-1 1,0-1,0 0,0 1,0-1,0 0,0 1,0-1,0 1,0-1,0 0,0 1,0-1,0 0,0 1,0-1,-1 0,1 1,0-1,0 0,0 1,0-1,-1 0,1 0,0 1,-4 1,0 0,0-1,0 0,-1 1,1-1,-4 0,3 0,0 0,0-1,0 1,0-1,0 0,-10-1,12 0,1 1,-1-1,1 1,-1 0,0 0,1 1,-1-1,1 0,-1 1,-2 0,-20 4,-47 2,40-3,-6 2,-69 14,49-9,1 0,-4-2,-194 19,171-21,1-2,-3 0,-8 3,-7 3,-102 4,107-9,-78 1,90-6,1 3,-95 3,89-1,-1 1,0-1,-107 12,113-7,5-1,-7 0,-10-5,-10-2,-6-3,-6-2,-2 4,-2-1,-252-29,314 18,10-4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46.81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16,'27'-5,"-1"0,1 2,0 1,38 1,-60 1,219 4,-179-3,9 2,11-2,118 6,-84-3,-2 0,-2 0,8-4,125 4,-117 0,99 5,-103-2,-5 2,1-2,10-3,15 1,23 0,42 7,23 6,-8-2,-38-3,-43 2,-26-3,-3-3,0-2,-10 1,-11 1,-53-6,31 2,-46-4,-8 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47.84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60,'15'0,"349"-5,-352 4,46-1,-13 2,12 0,117-4,-72 0,115-4,-99 7,-1 1,5-3,14-3,25-4,11-1,4 6,-4 5,-1 4,2 3,9-2,4-1,2 4,-3 4,-6 4,-15-1,-35-1,-67-6,110 30,-149-32,-14-4,1 1,-1 0,0 0,16 9,-13-4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48.82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68,'415'0,"-362"-1,5-2,16-1,114-4,-92 4,3 0,10 0,-36 0,553-19,-524 22,1-3,155-3,-100 6,4 2,-7 1,1-2,1-2,4 2,-1 3,141 1,-176-3,-27 4,-85-4,42 3,0 2,0 3,74 22,-115-25,-13-6,-1 0,0 1,0-1,0 0,0 0,0 0,0 0,0 0,0 0,1 0,-1 0,0 0,0 0,0 0,0 1,0-1,0 0,0 0,0 0,0 0,0 0,0 0,0 0,0 1,0-1,0 0,0 0,0 0,0 0,0 0,0 0,0 1,0-1,0 0,0 0,0 0,0 0,0 0,0 0,0 0,0 1,0-1,0 0,0 0,0 0,-1 0,1 0,0 0,0 0,0 0,0 0,0 0,0 0,0 1,0-1,-1 0,1 0,0 0,0 0,0 0,0 0,0 0,0 0,0 0,-1 0,1 0,-20 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49.62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35,'434'0,"-379"-1,14-1,11-2,8 2,13 0,11 2,14 0,25 0,28-1,367-2,-400 2,76-4,143-2,-235 6,-10-4,-4 4,11 2,9 2,21 4,9-2,-12 2,-27-3,-123-4,69 3,118 17,-170-14,-18-2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50.55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1,'298'0,"-279"1,0 0,25 7,18 2,-21-6,4 0,8-3,11 2,99 5,-74-4,4-1,8-2,137-5,-115 0,1 0,14 3,36-3,24-3,6 0,0 2,-3 1,-3-3,-5 6,-17 1,-20 4,65 4,-150 0,-11 0,-17-4,-15-1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51.41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78 1,'6'18,"-1"1,0 0,-1 0,-2 1,2 22,-4-38,2 47,-3 0,-9 65,8-96,-2 37,-5 11,-2 16,0 14,6 17,1 9,4 14,0-22,4 577,-4-568,-8 126,4-111,1 24,2 11,-3 6,3-17,-3-14,-6-9,-5 110,14-173,0-75,1 0,0 0,0 0,0 1,0-1,1 0,-1 0,1 0,1 5,-1-8,0 0,0 0,0 0,0 0,-1 0,1 0,0 0,0 0,0-1,0 1,-1 0,1 0,0-1,0 1,-1 0,1-1,0 1,0-1,-1 1,1-1,0 1,-1-1,2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52.15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245 0,'-17'191,"6"-92,7-37,0 12,-3 18,-2 16,-3 9,-2 19,-5 30,-3 16,4 2,13 78,1-19,-6-100,1 2,2 5,0 11,2-4,1 3,-1 9,-5 10,2-1,2-19,-10 85,10-162,1-21,4-27,1-34,0 1,0-1,0 0,0 0,0 1,1-1,-1 0,0 1,0-1,0 0,0 0,1 1,-1-1,0 0,0 0,0 0,1 1,-1-1,0 0,0 0,1 0,-1 0,0 1,1-1,-1 0,0 0,0 0,1 0,-1 0,0 0,1 0,-1 0,0 0,1 0,-1 0,1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52.84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136 1,'3'9,"0"-1,0 1,-1 1,0-1,1 19,0-1,3 32,-1 109,-5-123,-1 27,-7 13,-14 111,10-87,-24 306,27-294,-3 33,-20 306,27-312,-3 164,4-153,-3-5,3-3,-1 146,5-165,1-13,3-23,4-13,6-19,-13-61,-1-1,1 1,0-1,0 1,0-1,0 1,1-1,-1 0,3 4,-3-6,-1 0,1 1,-1-1,1 0,-1 0,0 0,1 0,-1 0,1 0,-1-1,0 1,1 0,-1 0,1 0,-1 0,0 0,1-1,-1 1,0 0,1 0,-1 0,0-1,1 1,-1 0,0-1,1 1,-1 0,0-1,0 1,1-1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53.47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192 1,'1'1,"1"0,-1 0,0 1,0-1,0 1,0-1,0 1,0 0,0-1,-1 1,1 0,0-1,-1 1,1 3,4 32,-3-22,18 241,-18-209,-2 13,-8 126,2-68,-8 132,4-113,1 20,-38 412,-2-156,35-303,4 4,-4 16,4 26,-5 35,0 13,7-14,3 193,5-365,1 5,-1-22,0-1,1 0,-1 0,0 1,0-1,0 0,0 0,0 0,0 1,1-1,-1 0,0 0,0 0,0 0,1 1,-1-1,0 0,0 0,0 0,1 0,-1 0,0 0,0 0,1 0,-1 0,0 0,0 0,1 0,-1 0,0 0,0 0,1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54.08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238 1,'0'321,"0"-258,-1 19,-19 177,5-87,-2 56,3-105,-10 292,11-121,-22 109,-6 82,5-107,30-331,-10 91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7:55.74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85 34,'-4'-1,"1"0,0 0,0 0,-1 1,1 0,0-1,-1 1,1 0,-1 1,1-1,0 0,-1 1,1 0,0 0,0 0,0 0,-1 0,1 1,0-1,1 1,-1 0,0 0,-3 3,6-5,-1 0,1 1,0-1,-1 0,1 1,0-1,-1 1,1-1,0 0,0 1,-1-1,1 1,0-1,0 1,0-1,0 1,-1-1,1 0,0 1,0-1,0 1,0-1,0 1,0-1,0 1,0-1,1 1,-1-1,0 1,0-1,0 1,15 9,-10-8,0-1,0 1,1-1,10 1,-10-2,1-1,-1 1,1-1,0 0,-1-1,0 1,1-1,11-6,-17 7,1 0,0 0,-1 0,1 0,0 0,-1 0,0-1,1 1,-1-1,0 1,1-1,-1 1,0-1,0 0,-1 0,1 1,0-1,0 0,-1 0,1 0,-1 0,0 0,1 0,-1 0,0 0,0 0,0 1,-1-1,1 0,0 0,-1 0,1 0,-1 0,-1-3,2 5,0 0,0-1,0 1,0 0,0 0,-1-1,1 1,0 0,0 0,0-1,0 1,-1 0,1 0,0 0,0-1,0 1,-1 0,1 0,0 0,0 0,-1 0,1 0,0-1,0 1,-1 0,1 0,0 0,0 0,-1 0,1 0,0 0,-1 0,1 0,0 0,-1 0,-10 8,9-7,0 1,1 0,-1 1,0-1,1 0,0 0,-1 1,0 2,2-4,0-1,0 1,0 0,0-1,0 1,0 0,0 0,0-1,0 1,0 0,0-1,0 1,1 0,-1-1,0 1,0 0,1-1,-1 1,0-1,1 1,-1-1,1 1,-1-1,1 1,-1-1,1 1,-1-1,1 1,1 0,4 4,-2-1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8:01.93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7 542,'0'13,"0"-4,-5-23,5 10,-1 0,1-1,-1 1,1-1,1 1,-1-1,0 1,1 0,0-1,0 1,1 0,2-7,4-6,18-27,-11 19,1-1,1 1,1 0,1 1,2 1,34-30,-11 15,58-64,-90 90,0 4,-1 0,-1-1,5-3,0 1,-2 2,-1 5,-3 0,-2 0,-3 3,1-2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8:02.47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77,'0'24,"0"-24,0 1,1-1,-1 0,1 1,0-1,-1 1,1-1,-1 0,1 0,-1 1,1-1,0 0,-1 0,1 0,0 0,-1 1,1-1,0 0,-1 0,1 0,0 0,0-1,18 0,-8-3,0-1,0 0,0-1,0 0,-1 0,0-1,10-9,6-4,-20 17,0 0,0 0,0 1,1 0,-1 0,0 1,1 0,10-1,15-3,-31 5,3-2,0 1,1 1,-1-1,0 1,0 0,6 0,-9 0,-1 0,1 0,0 0,0 1,0-1,0 0,0 1,0-1,-1 1,1-1,0 1,0-1,-1 1,1-1,0 1,-1 0,1 0,0-1,-1 1,1 0,-1 0,1-1,-1 1,0 0,1 0,-1 0,0 0,0 0,1 0,-1 0,0 0,0 0,0-1,0 1,0 2,0 4,-1-3,1 0,0 0,0 0,0-1,1 1,0 0,-1 0,1 0,1 0,-1-1,0 1,1-1,2 5,-1-4,-1 0,1 0,-1 1,0 0,-1-1,1 1,-1 0,2 7,-3-9,0 0,0 0,0 0,0-1,-1 1,1 0,-1 0,0 0,1 0,-1-1,0 1,-1 0,1-1,0 1,-4 4,-3 4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8:03.20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78,'0'39,"0"-39,0 1,0-1,0 0,0 0,0 0,0 0,0 0,1 0,-1 1,0-1,0 0,0 0,0 0,0 0,0 0,1 0,-1 0,0 0,0 0,0 0,0 0,1 0,-1 0,0 0,0 0,0 0,0 0,0 0,1 0,-1 0,0 0,0 0,0 0,0 0,1 0,-1 0,0 0,0 0,0 0,0 0,0-1,0 1,1 0,-1 0,0 0,0 0,0 0,0 0,0-1,0 1,0 0,0 0,0 0,0 0,1-1,6-6,-5 4,0 0,0 0,0 0,0 0,-1-1,1 1,-1-1,0 1,1-7,9-23,-9 30,0 0,1 1,-1-1,1 1,0-1,0 1,0 0,0 0,0 0,0 1,0-1,1 1,-1-1,0 1,4 0,-5 0,0 0,-1 1,1-1,0 1,0 0,-1-1,1 1,0 0,0 0,0 0,-1 0,1 0,0 1,0-1,-1 0,1 1,0 0,-1-1,1 1,0 0,-1 0,1 0,-1 0,1 0,-1 0,0 0,1 0,-1 1,0-1,0 0,2 4,1 4,-2-3,1 0,-1 0,1 0,-2 1,1-1,-1 1,0-1,0 1,-1 0,0 8,-4 18,-1 0,-10 37,12-61,1 1,1 0,-2 16,3-22,0 0,0 0,1 0,-1 0,1 0,0 0,0 0,0 0,1 0,-1 0,4 5,-5-9,0 1,0-1,1 0,-1 0,0 1,0-1,0 0,1 0,-1 1,0-1,0 0,0 0,1 0,-1 0,0 1,0-1,1 0,-1 0,0 0,1 0,-1 0,0 0,0 0,1 0,-1 0,0 0,1 0,-1 0,0 0,1 0,-1 0,1 0,7-9,6-18,-12 23,6-16,0-4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8:03.61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26 0,'0'6,"0"-1,0 0,0 0,0 0,-1 0,0 0,0 0,0 0,-1 0,1 0,-1-1,0 1,-1-1,1 1,-6 6,7-8,5-4,13-5,-3 1,246-38,-246 42,-7 1,-8-4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8:04.17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46,'13'-1,"0"0,0-1,0 0,0-1,-1-1,1 0,22-10,-24 10,-1 1,1 1,0 0,1 0,-1 1,0 0,0 1,1 0,12 3,-22-3,0 0,0 0,0 0,0 0,1 1,-1-1,0 1,0 0,0-1,0 1,0 0,0 0,0 0,-1 1,1-1,0 0,-1 1,1-1,-1 1,1-1,-1 1,1 0,-1 0,0-1,0 1,0 0,0 0,0 0,0 4,0 0,0-1,-1 0,0 1,0-1,0 1,-1-1,1 0,-1 1,-1-1,1 0,-3 5,-1 1,0 0,0 0,-2-1,-10 15,9-14,0 1,1 0,-7 15,10-20,1 1,1 0,-1 0,2 0,-3 13,4-20,0 1,0 0,0 0,0 0,0 0,0 0,0 0,1 0,-1-1,1 1,-1 0,1 0,0 0,0-1,0 1,0-1,0 1,0 0,0-1,0 0,1 1,-1-1,1 0,-1 1,1-1,-1 0,1 0,0 0,-1-1,3 2,3 1,0 0,0-1,1 0,-1 0,1 0,-1-1,1-1,0 1,-1-1,1 0,0-1,-1 1,10-3,-13 2,-1 0,1 0,0-1,0 1,0-1,-1 0,1 0,0 0,-1 0,0-1,0 1,0-1,0 0,0 0,0 0,-1 0,1 0,-1-1,3-6,6-6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8:04.56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32,'66'-3,"99"-18,-145 18,26 2,-39-3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8:05.14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30 0,'0'0,"0"8,0 0,0 0,-1 0,0 0,0-1,-4 13,0-6,1 1,0 0,1 0,1 1,-1 22,3-36,0-1,0 1,1-1,-1 1,1-1,-1 1,1-1,-1 0,1 1,0-1,0 0,-1 1,1-1,0 0,0 0,0 0,0 0,1 0,-1 0,0 0,0 0,1 0,-1-1,0 1,1-1,-1 1,1-1,-1 1,0-1,1 0,-1 1,1-1,-1 0,3 0,1 0,0 0,0 0,0 0,0 0,0-1,0 0,0 0,0 0,5-3,18-12,-22 12,0 0,1 1,0 0,-1 0,1 0,9-2,18-2,-28 4,1 1,-1 1,1-1,-1 1,1 0,0 1,0-1,0 2,-1-1,1 1,0-1,0 2,-1-1,11 4,8 1,-22-5,-1-1,1 0,0 1,-1 0,1 0,0-1,-1 1,5 3,-6-3,-1-1,1 1,0 0,0 0,0 0,-1 1,1-1,0 0,-1 0,1 0,-1 0,0 1,1-1,-1 0,0 0,0 1,1-1,-1 0,0 0,0 1,-1-1,1 0,-1 3,1 0,-1 0,0 0,0-1,0 1,-1 0,1 0,-1-1,0 1,0-1,0 0,0 1,-1-1,1 0,-1 0,0-1,0 1,-5 3,-4 1,0 0,0 0,-23 7,-12 7,-51 24,87-31,8-9,10-9,4-3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8:0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1 112,'16'-3,"1"-2,-1 0,18-8,20-6,-3 5,57-8,-107 22,0 0,-1 0,1 0,0 0,-1 0,1 0,0 0,-1 0,1-1,0 1,-1 0,1 0,-1-1,1 1,0 0,-1-1,1 1,-1 0,1-1,-1 1,1-1,-1 1,1-1,-1 1,0-1,1 1,-1-1,0 0,1 1,-1-1,0 1,0-1,0 0,1 1,-1-1,0 0,0 1,0-1,0 0,0 1,0-1,0 0,0 1,-1-1,1 0,0-2,0 2,0 1,0 0,0 0,0-1,0 1,0 0,0 0,0-1,0 1,0 0,0 0,-1-1,1 1,0 0,0 0,0-1,0 1,0 0,-1 0,1 0,0-1,0 1,0 0,-1 0,1 0,0 0,0 0,-1-1,1 1,0 0,0 0,-1 0,1 0,0 0,0 0,-1 0,1 0,0 0,0 0,-1 0,1 0,0 0,0 0,-1 0,1 0,0 0,-1 1,-11 8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8:06.63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145 1,'0'264,"-9"-235,9-28,0-1,0 1,0-1,0 1,1-1,-1 1,0-1,0 1,0 0,1-1,-1 1,0-1,1 0,-1 1,0-1,1 1,-1-1,1 1,-1-1,1 0,-1 1,1-1,-1 0,1 0,-1 1,1-1,-1 0,1 0,-1 0,1 0,0 0,-1 1,1-1,-1 0,1 0,-1 0,2-1,0 1,0 0,-1 0,1 0,0 0,0-1,0 1,-1-1,1 0,3-1,11-12,-12 11,-1 0,1 0,-1 0,1 0,0 0,0 1,6-3,-1 2,0-1,-1-1,1 1,-1-1,0-1,10-8,-11 11,0 0,0 0,1 1,-1 0,1 0,0 1,14-1,-19 1,0 1,0 0,0 0,0 0,1 1,-1-1,0 1,0-1,0 1,0 0,0 0,-1 0,1 1,0-1,0 1,-1-1,1 1,-1 0,1 0,-1 0,0 0,3 4,-2-2,-1 0,0 0,0 0,0 1,-1-1,1 0,-1 1,0-1,0 1,0-1,-1 1,0-1,0 1,0 6,-2 7,2-13,0 0,0-1,0 1,-1 0,0-1,0 1,0 0,0-1,-1 0,0 1,0-1,0 0,0 0,-1 0,-5 7,-11 5,-1-1,0-1,-1 0,-24 11,43-24,-21 10,-1-1,-41 12,12-5,46-14,-1 0,0-1,1 1,-1-2,0 1,0-1,0 0,0-1,0 0,0 0,0-1,-13-2,4-5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8:07.64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56 32,'0'-32,"-1"40,-1 1,0-1,-4 13,1-4,-29 124,32-129,0 0,1 0,1 0,-1 0,2 0,0 0,0 0,1 0,1 0,7 20,-8-26,1 0,0 0,1 0,-1 0,1-1,0 0,0 0,1 0,0 0,0-1,0 1,0-1,0-1,1 1,0-1,0 0,0 0,0 0,0-1,11 3,-9-3,-1-1,0 0,1 0,-1 0,1-1,11-1,-15 1,0-1,0 0,0-1,0 1,0-1,0 0,-1 0,1 0,0 0,-1-1,0 1,1-1,2-3,1-1,-1 1,0-1,0-1,0 1,-1-1,0 0,-1 0,0 0,0 0,0-1,-1 0,-1 0,0 0,0 0,1-16,-1 10,-1 1,-1-1,-1 0,0 0,-1 0,-6-23,7 34,0 0,-1-1,0 1,0 0,0 0,0 0,-1 1,1-1,-1 1,0-1,-5-3,5 5,1 0,-1 0,0 1,0-1,0 1,0 0,0 0,0 0,0 0,-1 0,1 1,0 0,0-1,-1 1,1 0,0 1,-5 0,-2 1,0 1,0 0,1 0,0 1,-14 8,6-4,-23 12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8:33.53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227 0,'-19'11,"1"0,0 2,-21 18,28-21,2-3,2 1,-1 0,1 0,1 1,-1 0,1 0,-8 18,0 5,-11 37,20-50,0 0,2 0,0 0,1 1,1 0,3 36,0-27,6 3,9 7,-12-30,0 0,0-1,8 8,-9-11,1 0,-1 0,1-1,0 0,1 0,7 4,-5-4,0-1,1 0,0 0,-1-1,1 0,0-1,0 0,1 0,-1 0,0-2,0 1,0-1,0 0,0-1,0 0,0 0,-1-1,11-5,-6 3,-1-1,0-1,0 0,0 0,-1-1,0-1,0 0,-1 0,-1-1,1 0,11-17,-15 17,-1 0,1 0,-2-1,1 1,-2-1,1 0,-1 0,-1-1,0 1,-1-1,1-13,-3 1,-1 0,-1 1,-1-1,-9-30,3 19,-8-38,17 68,0 1,0 0,0-1,0 1,-1 0,0 0,0 0,0 0,-1 0,1 0,-1 0,0 1,0-1,0 1,0 0,-1 0,1 0,-1 1,0-1,-5-2,4 3,0 0,0 0,0 1,0-1,-1 1,1 1,0-1,-1 1,1 0,0 0,-1 0,1 1,0 0,0 0,-1 0,1 1,-7 2,3 1,-1 1,1 0,0 1,0 0,-11 12,4-4,9-9,1 0,0 1,0 0,0 0,1 1,0 0,-4 9,7-13,0 0,1 0,-1 0,1 0,0 1,0-1,0 0,1 1,-1-1,1 1,0-1,0 0,1 1,-1-1,1 1,2 6,1-2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8:34.58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93 726,'15'2,"-21"-5,-10-17,7 7,7 9,0-1,-1 0,2 1,-1-1,0 0,1 0,0 0,0-1,1 1,-1 0,1 0,0-6,-4-32,-39-155,34 126,8 34,-3-5,5-4,7 4,-7 40,0 0,0 0,0 1,0-1,1 1,-1-1,1 1,0-1,0 1,-1 0,2 0,-1 0,0 0,0 0,3-2,-3 3,0 1,0-1,0 0,0 1,-1 0,1-1,0 1,0 0,0 0,0 0,0 0,0 0,0 1,0-1,0 0,0 1,0 0,-1-1,1 1,0 0,0 0,-1 0,3 2,12 8,-2 1,0 1,0 0,12 16,22 21,-37-38,-6-7,-1 0,1 0,0-1,0 0,11 7,-15-11,0 1,-1-1,1 0,0 1,0-1,0 0,0 0,0 0,0 0,0 0,0 0,0 0,0 0,0 0,-1 0,1 0,0 0,0-1,1 1,-1-1,1 0,-1 0,0 0,0 0,0 0,0 0,0-1,0 1,0 0,-1 0,1-1,0 1,-1 0,1-1,0-2,7-25,-4 6,1-15,3-9,5-3,-10 43,-1 0,1 0,0 1,6-10,-7 14,-1 0,1 0,0 0,0 0,0 0,0 0,0 0,0 1,0-1,0 1,1 0,2-1,-3 1,0 0,0 1,0-1,1 1,-1 0,0 0,0 0,1 0,-1 0,0 0,0 0,1 1,2 1,-1-1,-1 0,0 1,0-1,0 1,0 0,0 0,-1 1,1-1,0 0,1 3,4 5,-1-1,-1 1,0 1,0-1,-1 1,5 15,20 75,-20-59,43 247,-36-177,-17-102,13 29,-13-37,0-1,1 1,-1 0,1-1,-1 1,1-1,0 1,0-1,0 1,-1-1,1 1,1-1,-1 0,0 0,0 1,0-1,1 0,-1 0,0 0,1 0,-1 0,3 0,1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8:35.19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212 656,'-2'-3,"-1"0,1 0,0 1,-1-1,1 1,-6-4,5 4,1 1,0-1,0 0,0 1,0-1,1 0,-1 0,0 0,1 0,0-1,-1 1,1 0,-1-4,-1-5,0-1,1 0,-1-12,2 14,0 0,-1 0,0 0,-5-14,-61-143,48 122,3-9,0-13,5-10,6 8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8:35.61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1 166,'0'-3,"1"1,1-1,-1 1,0-1,0 1,1 0,0-1,-1 1,1 0,0 0,0 0,0 0,0 0,1 1,3-3,-2 1,0 0,-1-1,1 1,-1-1,4-4,-3 2,1 1,-1 0,1 0,0 0,0 0,1 1,-1-1,1 1,0 1,9-5,4-1,1 1,23-7,-29 11,0 0,1 1,-1 1,0 0,1 1,0 0,26 4,-34-2,0 0,1 0,-1 1,-1 0,1 1,0 0,0 0,-1 0,0 1,0 0,0 0,0 0,0 1,-1 0,0 0,0 0,7 11,-9-12,0 1,0 0,-1 0,1 0,-1 1,0-1,-1 0,1 1,-1-1,0 1,-1 0,1-1,-1 1,0 0,-1-1,1 1,-1 0,0-1,0 1,-1-1,0 0,0 1,0-1,0 0,-4 5,-4 7,-1 0,0-1,-1-1,0 0,-30 26,-11 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9:10.52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0 719,'24'-7,"34"-8,14-3,180-54,-213 62,5-1,14-2,-18 5,-26 6,1 0,-1-1,0-1,0 0,0-1,0-1,18-9,18-27,-7 6,-35 31,-1 0,2 1,-1 1,0-1,1 1,0 0,16-2,-23 4,85-18,8-1,5 1,3 1,-3-1,-2-1,1-1,-1-2,1 2,-4-2,-8 2,4 1,-3 0,-3 1,-2 3,-6 3,-9 1,-13 1,-4 1,-43 8,0 1,27-10,-23 6,-4 0,-4-2,-3 3,-1 0,0-1,0 5,0-1,0 1,0-1,0 1,-1-1,1 1,0-1,0 1,0-1,0 1,-1-1,1 1,0 0,0-1,-1 1,1-1,0 1,-1-1,1 1,-1 0,1-1,0 1,-1 0,1 0,-1-1,-1 0,-12-11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9:13.48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5359 1,'12'17,"-1"1,0 0,-2 1,0 0,-1 0,-1 1,-1 0,-1 1,-1-1,0 1,-2 0,0 0,-1 0,-3 25,-2-3,0 3,2 5,-5 9,-5 14,10-65,-34 182,26-149,-2-1,-26 63,16-60,-3-1,-11 1,3-13,-1-2,-1-1,-45 27,10-13,-3-6,-11-4,-13-2,-8 0,-7-1,-5 0,-3 2,-1-1,-3 1,-12 7,-33 5,-27 6,-16 6,-218 55,245-65,-259 81,313-82,1-3,-3 2,-10 4,-20 8,-9 6,-437 177,512-196,3-5,-8 7,-2 2,4-5,8-8,12-5,17 0,16-3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9:14.07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667 1,'-13'4,"2"1,-1 0,0 0,1 1,0 1,0 0,1 0,-18 18,7-8,-80 69,61-50,-2 9,-8 9,-14 17,-66 97,115-144,0 0,2 1,0 0,2 1,-13 45,21-62,1 1,1 0,-1 20,2-27,0 0,0 0,0 0,1 0,-1 0,1 0,0 0,0 0,0 0,0 0,1 0,-1 0,1-1,-1 1,1 0,4 3,14 5,15-5,18-7,24-5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9:15.05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4673 4284,'-25'-1,"0"-2,-44-10,-1 1,55 9,1 0,-1-1,0-1,1 0,0-1,1 0,-23-14,12 4,1-1,1-1,-23-24,15 14,-10-8,-82-73,46 38,-76-78,73 68,-358-360,112 115,81 76,-22-20,110 108,70 76,-588-519,568 517,-145-124,108 82,-229-213,300 274,-5 1,-6-5,-1-2,4-2,5-3,-53-71,84 85,13 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9:16.33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467 626,'-10'-1,"0"-1,0 0,0-1,0 0,1 0,0-1,-11-6,13 5,0-1,-1 1,2-1,-1-1,1 1,0-1,-9-14,-14-14,-69-80,69 82,-2-3,-5-7,1-4,7 3,6 12,20 30,1 0,0 0,0 0,1 0,-1 0,0 0,1 0,-1 0,1 0,-1-3,1 3,1 1,-1-1,0 1,0-1,1 0,-1 1,1-1,0 1,-1-1,1 1,0 0,1-2,1-1,0 0,1 1,-1 0,1 0,0 0,0 0,0 0,0 1,0 0,1 0,-1 0,1 0,5-1,12-3,36-4,-24 5,18-2,0 2,0 2,1 3,57 7,-64-4,4 0,4-7,-46 3,1-1,-1 0,0 0,9-4,-11 2,-1 1,1-1,0 0,6-6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9:44.55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167 362,'-2'-6,"-1"-1,1 0,1 0,-1 0,1 0,1 0,-1 0,1 0,0 0,1 0,0 0,0 0,0 0,1 0,0 0,0 1,1-1,0 0,0 1,0 0,1 0,0 0,0 0,1 1,-1 0,1-1,0 2,1-1,-1 1,9-6,166-95,-160 96,1 0,0 1,40-9,-43 12,14-2,4 5,-31 3,1 0,-1 0,0 0,0 1,8 3,-9-2,0-1,0 1,0 0,0 0,0 0,4 5,0 1,-1 1,0 0,-1 0,0 1,0 0,-1 0,-1 0,0 0,0 1,-1-1,-1 1,0 0,-1 0,0 0,-1 24,-1-15,-1 1,-2 0,0 0,-1-1,-1 0,0 0,-20 39,8-30,-26 35,21-32,10-17,-1-1,0-1,-1 0,0-1,-1-1,-21 13,-9 8,-96 72,105-77,-3 4,-7 2,-6 0,-2 1,9-2,43-31,-1 1,1 0,1 0,-1 0,0 0,1 0,0 1,-2 3,3-6,0 1,1-1,0 0,-1 0,1 0,0 1,-1-1,1 0,0 1,0-1,0 0,0 0,0 1,1-1,-1 0,0 1,0-1,1 0,0 2,0-2,0 1,1-1,-1 1,0-1,1 0,-1 1,1-1,-1 0,1 0,-1 0,1 0,0-1,3 2,4 1,0 0,0-1,13 1,55 4,31 1,5 0,168 24,-199-21,-46-7,-21-3,32 6,-23-6,-24-1,0 0,-14-2,13 2,1 0,0 0,-1 0,1-1,-1 1,1 0,0 0,-1 0,1 0,0-1,-1 1,1 0,0 0,0-1,-1 1,1 0,0 0,0-1,-1 1,1 0,0-1,0 1,0 0,-1-1,1 1,0 0,0-1,0 1,0-1,0 1,0 0,0-1,0 1,0 0,0-1,0 1,0-1,0 1,0 0,0-1,0 1,1 0,-1-1,0 1,0 0,0-1,1 0,2-1,1 0,-1 0,0 1,1-1,0 1,-1 0,1 0,0 0,-1 0,1 1,0-1,0 1,5 0,11 8,-19-8,0 0,-1 1,1-1,0 0,-1 0,1 1,0-1,0 0,-1 1,1-1,-1 0,1 1,0-1,-1 1,1 0,-1-1,1 1,-1-1,1 1,-1 0,0-1,1 2,1 1,1-2,-7-1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9:45.10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1,'0'0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9:47.28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1142,'0'-339,"2"277,4-13,-1-9,3-191,-4 198,-3 3,5-3,1-2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9:47.83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1 242,'0'-4,"0"0,0 0,0 0,0 0,1-1,-1 1,1 0,0 0,1 0,-1 0,1 0,-1 1,1-1,0 0,0 1,1-1,-1 1,1 0,0 0,4-5,17-11,1 1,0 0,2 2,0 2,0 0,1 1,1 2,0 1,37-8,-24 14,4 1,-37 4,1 0,0 0,15 5,-18-4,1 0,-1 1,0 1,0-1,8 7,-9-6,0 0,-1 1,1 0,-1 0,-1 1,1-1,-1 1,0 0,0 0,0 0,-1 1,0-1,-1 1,1 0,-1 0,0 0,-1 0,0 0,0 0,0 8,-1-4,-1-1,0 1,0-1,-1 0,0 1,-1-1,-1 0,1 0,-1-1,-1 1,0-1,0 0,-9 12,-14 11,-1-2,-2 0,0-2,-2-2,-1-1,-72 40,-22-2,110-52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9:48.33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72 563,'0'-15,"1"-9,-1-1,-1 0,-2 1,0 0,-10-33,1 19,3 13,1-1,2 0,0 0,1-1,-1-34,6 50,1-44,2 21,1-6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9:48.70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1,'0'0,"13"9,-1-1,9-4,-2-1,13 1,-1-4,6 0,-9 0,4-4,-3-3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9:49.20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328 41,'0'-1,"0"0,0 0,0 0,0 0,0-1,0 1,-1 0,1 0,0 0,-1 0,1 0,0-1,-1 1,1 0,-1 0,0 0,1 0,-1 0,0 1,0-1,1 0,-1 0,0 0,0 1,-2-2,0 1,0 0,-1 0,1 0,0 1,-1 0,1-1,-5 1,-6 0,4 0,0 1,-1 0,1 0,0 1,0 0,0 1,0 0,1 0,-1 1,1 1,-10 5,5-1,1 0,1 0,-1 1,1 0,1 1,-16 20,22-23,0 0,0 1,1-1,0 1,1 0,0 0,0 0,1 1,1-1,-1 1,1-1,1 1,0-1,0 1,1 0,0-1,0 1,1-1,1 0,-1 0,2 1,-1-2,6 11,-3-9,1 0,0 0,0-1,1 0,16 15,-19-19,1-1,0 0,0-1,0 1,0-1,1 0,-1-1,1 0,0 0,0 0,8 1,-7-2,1-1,-1 1,1-1,-1-1,1 0,-1 0,1 0,-1-1,1-1,-1 1,0-1,0-1,0 1,10-8,-9 5,0-1,-1 0,0-1,0 1,-1-1,0-1,0 0,-1 0,0 0,9-20,-13 22,-1 1,1-1,-1 0,-1 0,1-1,-1 1,0 0,-1 0,0 0,0 0,-2-7,-3-27,5 30,-1 0,0 0,0 0,-1 1,0-1,-1 1,0 0,-1 0,0 0,-10-13,11 17,0 1,-1-1,0 1,0-1,0 2,0-1,-1 0,0 1,0 0,0 1,0-1,-1 1,1 0,-1 1,0-1,-13-2,15 6,1-1,0 1,1-1,-1 1,0 0,0 1,0-1,0 1,1-1,-1 1,1 0,-1 0,1 1,0-1,0 1,-6 5,-2 4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9:49.71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545 36,'-20'-8,"-1"2,1 1,-1 0,0 2,-25-2,29 3,0 1,0 1,0 0,0 1,0 1,0 1,0 0,1 1,-32 12,6-1,33-12,0 0,0 0,0 1,1 0,-1 0,-9 8,-30 34,31-25,5 4,11-20,-1-1,1 1,1 0,-1 0,0 7,2-3,0 0,0 1,1-1,0 0,1 0,0 0,0-1,1 1,0-1,1 1,0-1,0-1,0 1,1-1,0 0,1 0,0 0,0-1,0 0,1-1,11 8,-5-7,0 0,0-1,1 0,-1-2,1 1,0-2,0 0,0 0,0-1,0-1,0-1,0 0,22-5,-4-1,-1 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9:57.23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143 295,'59'-17,"-12"4,68-29,-99 35,30-7,-33 11,0-1,-1 0,24-12,-34 15,1-1,-1 1,1-1,-1 0,0 1,0-1,1 0,-2 0,1 0,0-1,0 1,-1 0,1-1,-1 1,0-1,1 1,-1-1,0 0,-1 0,1 1,0-1,-1 0,0 0,0 0,1 0,-2 1,1-1,0 0,0 0,-1 0,0 1,0-1,1 0,-2 0,1 1,-2-4,0 0,-1 0,1 1,-1 0,0 0,0 0,-1 1,1-1,-1 1,0 0,0 0,-1 1,1-1,-1 1,1 0,-10-3,-2 3,0 0,-1 1,1 1,-1 0,1 1,0 1,-1 1,1 1,0 0,0 1,-26 10,28-8,0 2,1 0,0 0,0 1,1 1,0 0,1 1,1 1,-13 14,17-17,0 0,0 0,1 0,0 1,1 0,0 1,0-1,1 1,1 0,0 0,0 0,1 0,0 0,1 1,1-1,0 1,0-1,1 0,0 1,1-1,4 14,-3-15,1 1,0-1,0 1,1-1,0 0,1-1,0 1,0-1,1-1,0 1,1-1,0 0,0-1,1 0,0 0,0-1,1 0,-1 0,1-1,0-1,18 6,-5-5,-1-2,1 0,-1-2,1 0,-1-2,1 0,0-2,26-5,-35 4,0 0,0-1,-1-1,1 0,17-12,-14 9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9:57.96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373 62,'0'-1,"-1"-1,1 0,-1 1,0-1,1 1,-1-1,0 1,0-1,0 1,0 0,0-1,0 1,0 0,0 0,-1 0,1 0,0 0,-3-1,-29-17,24 16,1 0,-1 0,1 1,-1 0,0 1,0-1,0 2,0-1,-13 2,8 1,0 1,1 0,-1 0,1 2,-18 7,-2 0,27-11,0 1,1-1,0 1,-1 1,1-1,0 1,0-1,0 2,1-1,-1 0,1 1,-6 6,9-10,1 1,0-1,-1 1,1 0,0-1,0 1,0 0,-1-1,1 1,0 0,0-1,0 1,0 0,0-1,0 1,0-1,1 1,-1 0,0-1,0 1,0 0,1-1,-1 1,0-1,1 1,-1 0,0-1,1 1,-1-1,1 1,-1-1,1 0,-1 1,1-1,-1 1,1-1,-1 0,2 1,28 15,-21-12,14 5,0 0,1-1,1-1,28 4,35 9,-47-8,-16-7,-2 2,1 1,-1 1,0 1,24 14,-39-19,0 1,0 0,-1 0,0 0,11 13,-15-15,-1 0,1 0,-1 1,0-1,0 0,0 1,0 0,-1-1,0 1,0 0,0-1,-1 1,1 7,-1-8,0 0,-1 0,1-1,-1 1,0 0,0 0,0 0,0-1,0 1,-1 0,0-1,0 0,0 1,0-1,-4 4,1-2,1-1,-1 0,0-1,0 1,0-1,0 0,-1 0,1-1,-7 3,-9 1,-1-1,0-1,0-1,-30 1,-247 2,269-5,-4-1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9:58.69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361 114,'-257'0,"253"0,-1 0,1 1,0-1,0 1,0 0,0 0,0 1,0-1,0 1,0 0,0 0,1 0,-1 1,1-1,0 1,-1-1,1 1,0 0,1 1,-1-1,0 0,1 1,0 0,0-1,0 1,-1 5,0-3,1 1,0-1,0 1,1 0,0 0,0 0,1 0,0 0,0 0,1 0,-1 0,2 0,-1-1,1 1,3 10,0-8,-1-1,1 1,0-1,1-1,0 1,0-1,0 0,1 0,0-1,1 0,-1 0,1-1,0 0,0 0,1-1,0 0,-1 0,1-1,1 0,-1-1,0 0,17 1,-18-2,1 0,-1-1,1-1,-1 1,1-1,-1-1,0 0,0 0,1 0,-1-1,-1 0,1-1,0 0,-1 0,0-1,0 1,0-1,0-1,-1 0,0 0,0 0,-1 0,0-1,0 0,8-15,-2-1,-1-1,-2 0,0 0,-2-1,0 0,-2 0,0 0,-1-34,-3 48,-1 0,0 0,-5-21,3 36,-1 11,3-10,-4 12,1 0,1 0,1 1,0 30,-3 51,1-62,4 71,2-84,3 30,-4-50,0 0,0-1,0 1,1 0,-1 0,1-1,0 1,0-1,0 1,6 5,11 4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9:59.62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41 528,'0'-6,"0"5,-1 0,1 0,-1 1,1-1,-1 0,1 1,-1-1,0 0,1 1,-1-1,0 1,0-1,1 1,-1-1,0 1,-1-1,-1-1,1-1,0 0,0 0,1 0,-1 0,1 0,0 0,0-1,0 1,1 0,-1-5,-1-40,2 23,-4-18,1 23,2-1,0 0,1 1,1-1,0 1,8-32,-3 28,2 0,1 0,17-35,-23 55,-1 1,0-1,1 1,0 0,0 0,0 0,0 0,0 0,1 1,-1-1,1 1,0 0,-1 0,1 0,6-1,-8 2,1 1,0-1,-1 1,1 0,0-1,-1 1,1 1,0-1,0 0,-1 1,1-1,0 1,-1 0,1 0,-1 0,1 0,-1 0,1 0,-1 1,0-1,0 1,0 0,0 0,3 2,2 4,0 0,0 0,-1 1,0 0,0 0,-1 0,-1 1,1-1,4 17,0 4,16 37,1 0,-21-41,-4-22,0 1,-1-1,2 1,-1 0,0-1,4 7,4-1,-4-13,0-23,-3 10,25-66,-4 15,-21 62,6-16,9-13,-7 14,5 5,-14 15,0-1,1 1,-1-1,0 1,1 0,-1-1,0 1,1 0,-1 0,1 0,-1 0,0 0,3 1,0 0,0 1,0 0,0 0,0 0,-1 0,1 0,-1 1,1 0,-1 0,0 0,0 0,0 0,0 1,-1-1,5 9,1 1,-1 2,11 28,-14-30,0 1,-1 0,-1 0,0 1,-1-1,-1 26,-17 87,8-68,-6-4,6-22,9-26,3-2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00.09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37 333,'0'-31,"1"13,0 0,-2 0,0-1,-2 1,0 0,-6-22,6 30,0-1,1 1,1-1,-1 0,2-16,-4-26,-3 33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00.53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15,'8'-9,"-5"4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00.97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59 123,'0'1,"0"0,0 0,0 0,0 0,0 0,0 1,0-1,0 0,1 0,-1 0,0 0,1 0,-1 0,0 0,1-1,0 1,-1 0,1 0,-1 0,1 0,0-1,0 1,-1 0,1 0,0-1,0 1,0-1,0 1,0-1,0 1,1 0,2-1,0 1,1-1,-1 0,0 0,0-1,8 0,6-2,-5 3,0-1,0-1,0 0,0-1,23-8,-32 9,0 0,-1 0,1-1,0 1,-1-1,1 0,-1 1,0-2,0 1,0 0,0-1,-1 1,1-1,-1 0,0 0,0 0,2-6,-3 9,-1-1,1 0,-1 1,1-1,-1 0,1 0,-1 0,0 0,0 1,0-1,0 0,0 0,0 0,-1 0,1 1,0-1,-1 0,0 0,1 1,-1-1,0 0,-2-2,2 2,-1 0,-1 0,1 0,0 1,0-1,-1 1,1-1,-1 1,1 0,-1 0,1 0,-1 0,-5 0,2 0,0 0,-1 0,1 1,0 0,-1 0,1 1,0 0,-1 0,1 0,0 1,0 0,-11 4,6 2,-1 0,1 0,1 1,0 1,0 0,1 0,0 1,1 0,-8 13,0-2,13-18,-1 0,1 1,0-1,0 1,1 0,0 0,-1 0,2 0,-1 0,0 0,0 9,1-7,1 1,0-1,0 0,0 1,1-1,3 11,-3-15,0 0,0 0,1 0,-1 0,1 0,0 0,0 0,0-1,0 1,0-1,0 1,1-1,-1 0,1 0,0 0,4 3,3 0,0 0,0-1,0 0,0-1,1 0,-1 0,1-1,0-1,0 0,16 0,-24-1,15 0,34-4,-28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01.49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0 548,'0'-201,"1"186,1 0,0 1,1-1,7-22,6-24,-13 47,0 0,8-15,1-8,-8 26,0 0,1 0,0 1,7-12,-2 5,-10 16,1 0,-1 0,1 1,-1-1,1 0,0 0,-1 1,1-1,-1 0,1 1,0-1,0 0,-1 1,1-1,0 1,0-1,0 1,0 0,0-1,0 1,-1 0,1 0,0-1,0 1,0 0,0 0,0 0,0 0,0 0,0 0,0 1,0-1,0 0,0 0,0 1,0-1,-1 1,1-1,0 0,0 1,0 0,-1-1,1 1,0-1,0 1,-1 0,2 1,1 1,1 1,-1 0,0 0,0 0,0 1,0-1,3 10,19 62,30 158,-52-197,-3-31,0 0,0 0,1 0,0 0,0 0,0-1,1 1,0 0,2 5,10 9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01.93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141 1022,'0'-21,"-1"1,0-1,-2 1,-1-1,0 1,-2 1,0-1,-9-20,0 6,1-1,-9-41,12 34,2-10,-2-13,6-16,11-214,-3 237,-3 51,1 3,-1 0,1 0,-1 0,0 0,0 0,0 0,-1 1,1-1,-1 0,0 0,0 0,-1 0,1 1,-1-1,0 1,-3-6,-3 4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02.32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1,'0'0,"8"0,1 0,10 0,4 0,-1 0,11 0,7 0,-4 0,-4 0,0 0,4 0,-4 0,-4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02.92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370 64,'1'-2,"-1"-1,0 1,-1-1,1 1,0-1,-1 1,1-1,-1 1,0-1,0 1,0-1,0 1,0 0,0 0,-1 0,1-1,-3-1,2 2,-1 1,0-1,1 0,-1 1,0-1,0 1,0 0,0 0,0 0,-1 0,1 1,0-1,-4 1,-9-2,1 2,0-1,-1 2,-17 2,25-1,0-1,1 2,0-1,-1 1,1 0,0 1,0-1,1 2,-1-1,-7 7,-12 11,11-11,2 0,0 1,-13 15,22-22,0 0,1 1,-1-1,1 1,0 0,1 0,-1 0,1 0,0 1,1-1,0 0,-1 9,1-4,1 0,0 0,0 0,1 0,1-1,-1 1,2 0,0 0,0-1,8 17,-8-21,0-1,1 0,-1 0,1 0,0 0,0 0,1-1,-1 0,1 0,0 0,0-1,0 1,1-1,-1 0,1-1,-1 0,1 1,0-2,0 1,8 0,9 2,0-2,1-1,-1 0,0-2,1-1,-1-1,31-7,-50 8,0 0,1 0,-1 0,0 0,0-1,-1 1,1-1,0 0,-1 0,0-1,0 1,0-1,0 1,2-6,5-7,0 0,6-19,-13 28,2-6,-1-1,0-1,-1 1,0 0,-2-1,1 0,-2 1,-1-23,0 31,-1 0,1 0,-1 0,0 0,0 0,-1 0,0 1,0-1,0 1,-1 0,0-1,0 2,0-1,0 0,-1 1,0 0,0 0,0 0,0 1,0 0,-1 0,0 0,-9-3,4 2,0 0,0 1,0 0,0 1,0 1,0-1,0 2,-1 0,1 0,0 1,0 0,-18 4,5 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03.95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564 628,'-7'-5,"0"-1,0 1,-1 1,1-1,-1 1,-15-5,-25-15,31 13,-2 1,1 0,-2 1,-32-10,41 16,0 0,0 1,0 1,0 0,-1 0,1 1,0 1,-1 0,1 0,-16 5,22-5,-12 3,0 1,1 0,-1 1,1 1,-15 9,3 7,25-19,0-1,-1 1,1 0,1 0,-5 7,4-3,0 0,1 0,0-1,0 1,1 0,0 1,0-1,1 0,0 0,3 15,1 4,15 48,-16-64,1 0,0-1,1 1,0-1,1 0,0-1,0 1,1-1,13 13,-16-18,0 0,0-1,0 1,1-1,-1 0,1 0,0-1,0 1,0-1,0 0,0-1,1 1,-1-1,1 0,-1 0,1-1,-1 0,1 0,-1 0,1 0,6-2,-2-1,-1 1,1-1,-1-1,0 0,0 0,-1-1,1 0,-1 0,0-1,0 0,-1 0,0-1,0 0,0-1,-1 1,0-1,-1 0,0-1,0 1,6-17,2-6,-2 0,-2-1,-1 1,7-56,1-132,-15 183,-2-112,-4 100,-1 4,-4 1,2 6,6 13,3 19,3 15,6 32,-2 0,4 63,-5-31,7 94,-5-55,7 47,-14-126,-1-1,-2 1,-1-1,-12 59,14-88,-1 0,1 0,1 0,-1 0,0 0,1 0,0 0,0 0,2 4,-3-7,0 0,1 0,-1 0,0 0,1 0,-1 0,1 0,-1 0,1 0,0 0,-1 0,1 0,0-1,0 1,0 0,-1 0,1-1,0 1,0-1,0 1,0 0,0-1,0 0,0 1,0-1,1 0,-1 1,0-1,0 0,0 0,0 0,0 0,0 0,0 0,1 0,1-1,-2 0,0 1,0-1,0 0,0 1,0-1,0 0,0 0,0 0,0 1,-1-1,1 0,0 0,0 0,-1 0,1-1,-1 1,1 0,-1 0,0 0,1 0,-1-1,1-1,6-17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04.71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18 273,'46'1,"1"-3,-1-1,61-13,-89 13,0-1,-1-1,1 0,-1-2,0 0,0-1,16-10,-22 9,0 0,-1-1,0 0,-1 0,15-22,-23 31,0 0,-1 0,1 0,-1-1,0 1,1 0,-1-1,0 1,0 0,0-1,0 1,0 0,0 0,0-1,0 1,0 0,-1-1,1 1,-1-2,-1-1,1 1,-1-1,0 1,-1-1,1 1,-5-5,1 1,-2 1,1-1,-1 1,-12-8,13 11,0 0,0 0,0 1,0-1,0 2,-1-1,1 1,-1 0,1 1,-1-1,1 1,-1 1,0 0,1 0,0 0,-1 1,-11 4,-3 3,-1 1,2 1,-1 0,-20 16,28-16,1 1,0 0,0 0,1 1,1 1,0 0,1 1,0 0,1 0,-13 33,19-40,0 1,0-1,1 1,1-1,-1 1,1 0,1 0,-1 0,1-1,3 16,-2-18,0 0,0 0,1 0,0-1,0 1,1-1,-1 0,1 1,0-1,1 0,-1-1,1 1,0 0,0-1,0 0,8 5,-1-1,0-1,1-1,0 0,0 0,1-2,0 1,-1-1,21 2,5 1,0-2,0-1,1-3,48-3,-77 1,-1-1,1 0,-1-1,0 0,11-5,-11 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06.33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18 36,'0'-35,"-9"88,3 8,3 0,8 101,0-108,-2 6,2 12,2 24,8 260,-14-293,-1-13,-1-6,-1-4,-1-8,-1-9,4-9,0-14,0 1,0-1,0 0,0 1,0-1,0 1,0-1,0 1,1-1,-1 0,0 1,0-1,0 1,1-1,-1 0,0 1,0-1,1 0,-1 0,0 1,1-1,-1 0,0 1,2-1,0-1,2-2,23-5,-14 7,12 1,16 0,18 2,11 4,12-2,5-4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07.03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66 168,'11'0,"-1"0,0 0,0 1,0-1,0 2,19 4,-15-3,0 0,0-1,0-1,0 0,1-1,-1 0,0-1,1-1,-1-1,22-5,-31 6,0 0,0-1,1 1,-1-1,-1 0,1 0,0-1,-1 1,0-1,1 0,-2 0,1 0,5-8,-6 8,-1 1,1-1,-1 0,0 0,0 0,-1 0,1 0,-1 0,0-1,0 1,0 0,-1-1,1 1,-1-1,0 1,0-1,-2-7,1 10,0-1,0 1,0 0,0 0,-1 0,1 0,0 1,-1-1,0 0,1 0,-1 1,0-1,0 1,0 0,0-1,0 1,0 0,0 0,0 0,0 1,-1-1,1 0,0 1,0-1,-1 1,-3 0,-3-1,0 1,0 1,1-1,-1 2,-16 3,9 0,-1 2,1 0,0 1,1 0,-1 1,2 1,-1 1,2 0,-20 20,16-13,1 1,1 1,0 0,2 1,1 1,0 0,-9 26,19-42,0-1,1 0,-1 1,1-1,1 0,-1 1,1-1,0 1,0 0,0-1,1 1,0-1,3 11,-3-13,1 0,-1 1,1-1,0 0,0 0,0 0,0 0,1 0,-1 0,1-1,0 1,0-1,0 0,0 0,0 0,0 0,1 0,-1-1,0 0,1 1,5 0,11 2,1-1,0 0,0-2,-1 0,1-1,0-2,0 0,0-1,-1-1,22-6,-3-5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07.57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29 546,'0'0,"-1"0,0 0,1 0,-1 0,0-1,1 1,-1 0,1 0,-1-1,1 1,-1 0,1-1,-1 1,1 0,-1-1,1 1,-1-1,1 1,0-1,-1 1,1-1,0 1,-1-1,1 0,0 1,0-1,-1 1,1-1,0 0,0 1,0-1,0-1,-1-27,2 15,-9-39,6 45,0 0,1 0,0 0,0 0,0 0,1 0,1-1,-1 1,2 0,-1 0,3-10,5-4,-5 12,0 0,0 0,-1 0,-1-1,1 1,0-14,-3 13,0-1,1 1,0 0,1-1,1 1,0 0,0 0,1 1,0-1,1 1,10-17,-11 21,1-2,1 0,0 0,1 1,0-1,12-9,-17 16,-1 0,1 0,0 0,0 0,0 0,0 0,0 0,0 0,0 1,1-1,-1 1,0 0,0 0,0 0,0 0,1 0,-1 0,0 0,0 1,0-1,0 1,0-1,1 1,-1 0,0 0,-1 0,1 0,0 0,0 1,0-1,2 3,0 0,-1-1,0 1,0 0,0 0,0 0,-1 0,1 0,-1 1,0-1,1 7,11 52,-7-29,8 59,-11-59,13 48,-13-61,0 0,-2 0,0 0,-2 23,0-24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08.74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366 34,'-8'0,"-1"-2,1 1,-1-1,1 0,-12-5,10 3,1 1,-1 1,-14-3,12 4,-5-1,0 0,0 2,0 0,-24 3,38-1,-1-1,0 1,1-1,-1 1,1 0,0 0,0 1,0-1,0 1,0-1,0 1,1 0,-1 0,-3 6,-4 7,-14 29,20-35,-4 6,0 0,2 1,0 0,-4 21,9-32,0-1,0 0,0 1,1-1,0 1,0-1,1 1,-1-1,1 1,0-1,1 0,-1 0,1 1,0-1,0 0,1 0,6 8,-7-10,1-1,-1 0,1 0,0 0,0 0,0-1,0 1,0-1,0 1,0-1,1 0,-1-1,0 1,1 0,3-1,4 1,-1-1,0 0,0 0,10-3,-10 1,0 0,-1-1,0 0,0 0,0-1,0 0,0-1,-1 0,1-1,-1 1,-1-1,1-1,-1 0,0 0,-1 0,0 0,0-1,0 0,-1-1,0 1,-1-1,0 0,4-14,-3 1,-4 17,1-1,-1 0,1 0,0 1,4-9,-5 13,0 0,-1-1,1 1,0-1,-1 1,1 0,0-1,-1 0,0 1,1-1,-1 1,0-1,0 1,0-1,0 0,0 1,0-1,-1 1,1-1,0 0,-1 1,1-1,-1 1,0-1,1 1,-1 0,0-1,-1 0,-4-11,6 13,0 0,0-1,0 1,0 0,-1 0,1-1,0 1,0 0,0 0,0 0,0-1,0 1,0 0,0 0,0-1,0 1,0 0,0 0,1-1,-1 1,0 0,0 0,0-1,0 1,0 0,0 0,0 0,1-1,-1 1,0 0,0 0,0 0,0 0,1 0,-1-1,0 1,0 0,1 0,-1 0,0 0,0 0,0 0,1 0,1-5,-4 8,3 2,-1 1,1-1,0 0,0 1,1-1,-1 0,1 0,0 0,1 0,-1 0,1 0,0-1,0 1,1-1,7 8,-7-6,0 0,-1 1,1 0,-1 0,0 0,-1 0,0 1,0-1,1 13,7 22,39 116,-39-121,-8-29,-1 1,0-1,1 15,-8 49,-3 4,8-67,-1 0,0 0,-1 0,0-1,-4 10,4-12,-1 0,1-1,-1 1,-1-1,1 0,-10 9,7-9,0 0,0 0,0-1,-16 8,8-6,-1-1,-22 6,18-7,1-1,-25 0,31-3,1 0,-1-1,0 0,-14-4,12 0,0 0,-19-9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09.39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36,'2'0,"-1"0,1 0,-1 1,0-1,1 0,-1 1,0-1,1 1,-1-1,0 1,0 0,1 0,-1-1,0 1,0 0,0 0,0 0,0 0,0 0,-1 0,1 1,0-1,0 0,-1 0,1 1,-1-1,1 0,-1 1,1-1,-1 0,0 3,2 7,-1 0,0-1,-1 16,1 2,30 138,-18-106,-10-49,0 0,1-1,0 0,0 1,1-2,1 1,-1-1,2 1,-1-1,1-1,0 0,13 11,-19-18,0 0,0 0,1 0,-1-1,0 1,0 0,0-1,1 1,-1-1,0 0,1 1,-1-1,0 0,1 0,-1 0,0 0,1 0,-1 0,0 0,1 0,-1-1,0 1,1 0,-1-1,0 1,1-1,-1 0,0 1,0-1,0 0,0 0,0 1,0-1,0 0,0 0,1-2,5-5,-1 0,0 0,0-1,4-9,-3 6,2-7,-1-1,-1 1,0-1,-1-1,5-39,1-1,-8 45,-1-1,-1 1,-1 0,0-1,-1 1,0-1,-2 1,-3-21,-3 19,7 16,0 0,0 0,0-1,0 1,0 0,1 0,-1-1,1 1,-1-5,1-5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10.09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286 195,'0'-4,"0"-1,-1 1,0 0,0 0,0 0,-1 0,1 0,-1 0,0 1,0-1,0 1,0-1,-1 1,0 0,-2-4,-11-14,13 18,1 0,-1 1,1-1,-1 1,0-1,0 1,0 0,0 0,-1 0,1 1,0-1,-6-1,-45-10,48 12,1 0,0 0,0 1,0-1,0 2,0-1,1 0,-1 1,0 0,0 0,1 0,-1 1,0-1,1 1,-1 0,1 0,0 1,0 0,0-1,0 1,0 0,1 1,-1-1,1 1,0 0,0-1,0 1,1 1,-1-1,1 0,0 1,0-1,0 1,1-1,-2 10,1-6,1 0,0 0,0 0,0 0,1 0,0 0,1 0,0 0,0 0,1 0,0 0,0-1,5 10,-5-13,2 6,1-1,0 1,1-1,12 15,-16-22,0 0,0 0,0-1,1 1,-1 0,0-1,1 0,-1 1,1-1,-1 0,1 0,0-1,-1 1,1 0,0-1,0 0,-1 1,1-1,0 0,0 0,-1-1,1 1,3-1,9-3,-1 1,0 0,19-8,-28 9,-1 0,0-1,0 1,0-1,0 0,0 0,0 0,-1 0,0-1,0 0,4-4,6-11,0-2,10-22,-19 34,0 0,-1 0,0-1,-1 1,0-1,-1 1,1-19,-2-92,1 115,-2 14,-5 1,1 1,1 0,0 0,1 0,0 1,-3 20,-2 77,6-59,-14 214,15-243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10.60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1,'0'0,"9"0,-1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10.95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9,'3'0,"2"0,-2 0,0 0,14 0,7 0</inkml:trace>
  <inkml:trace contextRef="#ctx0" brushRef="#br0" timeOffset="1">180 0,'0'0,"8"0,0 0,10 0,-6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24.94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69 1,'-1'9,"0"0,-1 0,0 0,-5 13,-2 12,-1 21,3-1,0 62,2-50,1-24,4 9,0 15,9 218,-9-197,-1-2,-3-1,0-2,0-14,0-20,3-15,-3 8,4-24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26.13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17 0,'-17'0,"33"33,-9 10,-6-33,0-1,0 1,1-1,1 1,-1-1,1 0,1 0,0 0,9 13,-6-11,-1 0,0 0,0 0,-1 0,-1 1,0 0,0 0,1 13,1 13,0 50,-6-73,2 19,6 10,5 9,6 10,63 191,-41-141,-41-111,0-1,0-1,0 1,0-1,0 1,0-1,0 1,0-1,0 1,0-1,1 1,-1-1,0 0,0 1,0-1,1 1,-1-1,0 1,0-1,1 0,-1 1,0-1,1 0,-1 1,0-1,1 0,-1 1,0-1,1 0,-1 0,1 0,-1 1,1-1,-1 0,0 0,1 0,0 0,6-7,6-14,6-14,9-10,7-16,13-16,9-13,0 7,-3 7,-10 5,-6 7,-8 14,-13 25,-10 21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11.88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36 1160,'-3'-4,"0"0,0 0,0 0,1 0,0 0,0 0,0-1,0 1,0-1,1 1,0-1,-1-9,0-7,2-35,1 28,-2-204,-2 177,0-9,3-11,23-351,-19 380,-3 12,-1 4,0 28,0 0,1 0,-1 0,0 0,1 0,-1 0,1 0,-1 0,1 0,0 0,1-2,-1 4,-1 0,0 0,0 0,1 0,-1-1,0 1,0 0,1 0,-1 0,0 0,1 0,-1 0,0 0,0 0,1 0,-1 0,0 0,1 0,-1 0,0 0,0 0,1 0,-1 1,0-1,0 0,1 0,-1 0,0 0,0 0,1 1,-1-1,0 0,0 0,0 1,0-1,1 0,-1 0,0 1,16 27,-2 10,53 166,-31-88,6 27,39 104,-69-217,-9-20,0-1,1 1,0-1,0 0,1-1,1 1,-1-1,1 0,0 0,11 10,-16-18,1 3,1-1,-1 0,0 0,1 0,0 0,-1-1,1 1,0-1,0 1,0-1,0 0,0 0,0 0,0-1,0 1,1-1,-1 0,5 0,-7-1,0 0,0 0,0-1,0 1,0 0,0-1,0 1,-1-1,1 1,-1-1,1 1,-1-1,1 1,-1-1,0 0,0 1,0-1,0 0,0 1,0-3,0-3,1 0,-1-8,-3-36,3 13,0-18,-1-24,-3-38,0 13,1-191,6 255,-2-11,-1 47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12.50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348 167,'-2'-8,"-1"0,1 1,-2-1,1 0,-1 1,0 0,0 0,-1 0,0 1,0-1,-1 1,0 1,0-1,0 1,0 0,-1 0,0 1,-14-8,14 10,-1 1,1-1,-1 1,1 0,-1 1,0 0,1 0,-1 1,0-1,1 2,-1-1,1 1,0 0,-1 1,1 0,0 0,0 0,1 1,-1 0,1 0,0 1,0 0,0 0,1 0,-6 7,5-6,1 0,0 0,0 1,1-1,-1 1,2 0,-1 0,1 0,0 1,0-1,1 1,0 0,1 0,-1-1,1 1,1 0,0 0,0 0,0 0,1 0,0 0,1 0,4 14,-4-19,0 0,0 0,0 0,0 0,1-1,-1 1,1-1,-1 1,1-1,0 0,0 0,0 0,0 0,1-1,-1 1,0-1,1 0,3 1,1 0,0 0,0-1,0 0,1 0,-1-1,14-1,-18 0,1 0,-1 0,0-1,-1 0,1 0,0 0,0 0,-1 0,0-1,1 0,-1 1,0-1,0 0,0-1,-1 1,5-6,1-4,0-1,-1 1,7-18,10-38,-20 52,2 0,0 0,1 0,0 1,2 0,12-19,-15 27,-5 2,-2 5,-4 5,1 2,0 1,0 0,1-1,0 1,0 0,1 0,0 1,-3 14,-2 67,4-35,0-30,0 5,0 35,3-56,1 1,0 0,0-1,1 1,0-1,0 1,1-1,6 12,4-2,7-5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12.90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175 1045,'-2'0,"0"0,-1 0,1 0,0 0,0 0,0-1,0 1,0-1,0 1,0-1,0 0,0 0,0 0,0 0,0 0,0 0,1-1,-3-1,2 1,1-1,-1 0,1 0,-1 0,1 0,0 0,0 0,0 0,1 0,-1-1,1 1,-1-3,-1-60,2 42,-4-31,-14-41,7 41,-2-7,1-12,-34-287,38 299,2-64,6 118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13.29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0,'0'0,"8"0,0 0,21 0,6 0,12 0,-6 0,2 0,-2 0,-9 0,-3 0,-4 0,-6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13.77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20 1,'0'0,"1"0,-1 0,1 0,-1 0,1 0,-1 0,0 0,1 0,-1 0,1 0,-1 1,0-1,1 0,-1 0,1 0,-1 1,0-1,1 0,-1 0,0 1,1-1,-1 0,0 1,0-1,1 0,-1 1,0-1,0 0,0 1,1-1,-1 1,0-1,0 1,0-1,0 0,0 1,0-1,0 1,0-1,0 1,0-1,0 1,-6 19,4-15,-5 21,2 2,0-1,-1 52,6-27,8 57,-4-87,0 0,2 0,1-1,1 0,0 0,2 0,18 30,-10-24,-8-21,-5-4,-4-2,0 0,0 1,0-1,0 0,0 0,0 0,0 0,0 0,0 0,0 0,0 0,0-1,1 1,-1 0,-1 0,1-1,0 1,0-1,0 1,0-1,0 1,0-1,0 0,-1 1,1-1,0 0,0 0,-1 1,1-1,-1 0,1 0,-1 0,1 0,0-2,2-2,-1-1,0 0,0 0,2-8,3-37,-1 0,-3 0,-6-82,2 107,-3-24,-12-56,11 79,-6-10,11 44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14.14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31 494,'0'-2,"0"1,0 0,-1 0,1 0,0 0,-1 0,1 0,-1 0,1 0,-1 0,1 0,-1 0,0 0,-1-1,-5-10,2-3,2 0,0-1,1 0,0 1,2-1,1-24,-1 15,0-15,-1-2,6-48,-4 78,1 0,1 0,0 0,1 0,0 1,0-1,1 1,10-15,-4 12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14.48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53,'31'0,"0"-2,-1-1,51-12,-36 9,-37 6,0-1,0 0,0 0,0-1,0 0,14-6,-1-3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15.02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289 101,'9'-2,"-9"-2,-11-3,-5 0,-62-23,69 27,-1 0,0 1,0 0,0 1,0 0,-13 0,19 2,0-1,0 1,0 0,1 0,-1 0,0 1,1-1,-1 1,1 0,-1 0,1 0,0 0,-6 6,4-3,0 0,1 0,-1 1,1 0,1 0,-1 0,-4 11,5-10,0 1,1 0,-1 0,2 0,-1 0,1 1,0-1,1 0,0 1,0-1,1 0,0 0,4 16,-2-14,-2-7,-1-1,1 1,0-1,0 1,0-1,0 1,0-1,0 0,1 1,-1-1,1 0,-1 0,1 0,0 0,0-1,0 1,0 0,0-1,0 1,0-1,5 2,-4-1,0-1,0 0,0 0,0 0,0 0,1 0,-1-1,0 1,0-1,0 0,0 0,1 0,-1 0,0-1,0 1,0-1,0 0,1 0,-1 0,-1 0,1-1,0 1,0-1,0 0,3-2,2-3,0 0,-1 0,1-1,-1 1,-1-2,0 1,0-1,-1 0,5-10,-2 3,-2-1,0 0,-1 0,5-27,0 5,-7 31,-1-1,1 1,-2-1,2-14,-3 40,0 34,-7 57,3-80,1 1,1 0,2 0,0 0,10 55,-7-67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0:16.52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17 1226,'0'-287,"0"214,1-16,1-118,-1 96,1-2,-5 0,-6-3,-2-1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1:40.40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120 924,'-1'10,"0"0,-1 0,0 0,-1 0,0-1,-1 1,-7 14,-10 28,13-28,-2 1,-1-1,-14 23,25-47,-5 8,4-7,-1 2,1-1,0 0,0 0,0 0,0 1,0-1,0 0,0 1,1-1,-1 1,1-1,0 0,-1 1,1-1,1 1,-1-1,1 5,-1-7,0 1,1-1,-1 1,1-1,-1 1,1-1,-1 1,1-1,-1 0,1 1,-1-1,1 0,-1 0,1 1,-1-1,1 0,0 0,-1 0,1 0,-1 0,1 1,0-1,-1 0,1-1,0 1,-1 0,1 0,-1 0,1 0,0 0,-1-1,1 1,-1 0,2-1,26-12,-18 7,34-16,-15 6,-16 9,0-2,0 1,-1-2,15-14,18-13,-17 16,6-3,60-56,-78 64,33-24,-5 11,8-4,11-9,169-139,-162 126,1 4,89-57,-83 54,-1 4,216-146,-254 170,-23 17,-1-1,-1 0,16-16,-21 14,-4-12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1:53.74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24 0,'2'86,"0"-36,-2 0,-12 89,7-116,1-3,1 0,0 32,2-8,1 7,1 5,6 3,-2-1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1:54.16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1 109,'4'-3,"0"0,0 0,0 1,1-1,-1 1,1 0,0 0,-1 1,6-2,48-5,-12 2,25-6,126-4,-165 14,11 0,1-4,5-5,9-11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1:54.56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29 1,'1'100,"-3"120,-18-74,17-98,-1 6,4 6,4 8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1:54.94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61 172,'0'0,"0"-8,-8 5,2-6,-2-3,0 5,-7-9,7 4,5-8,3-5,-5-3,5-4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1:55.29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89 33,'0'-8,"-10"-1,2 6,5-6,-2 9,2-4,-2 4,-15 0,-15 13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1:55.79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130 1,'1'22,"-2"0,0 0,-1 0,-1 0,-10 33,2-20,-78 210,79-215,9 6,9 5,9 10,-13-42,1-1,0 1,12 15,-11-18,0 0,0 0,0 0,14 9,-12-11,-1 0,1 0,0 0,15 4,-18-7,0 0,0 0,0 0,0 0,0-1,1 0,9-1,-8-1,0 0,1 0,-1-1,9-5,-16 8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1:56.18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7,'0'1,"1"-1,-1 1,0-1,1 1,-1 0,1-1,-1 1,1-1,-1 1,1-1,-1 1,1-1,-1 1,1-1,-1 0,1 1,0-1,-1 0,1 1,0-1,-1 0,1 0,0 0,-1 1,1-1,0 0,0 0,-1 0,1 0,0 0,-1-1,1 1,0 0,0 0,0-1,41-5,-24 3,53-3,100 5,-78 3,-70-2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1:56.66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276 112,'1'-13,"-1"10,0-1,0 1,0 0,0 0,-1-1,1 1,-2-4,1 6,1 0,-1-1,0 1,0 0,1 0,-1 0,0 0,0 0,0 1,0-1,0 0,-1 0,1 1,0-1,0 0,0 1,-1-1,1 1,0 0,-3-1,-6-1,0 1,-1 0,1 0,-19 2,2 0,23-1,-1 1,1 0,-1 0,1 1,-1-1,1 1,0 0,0 0,0 1,-5 2,-36 30,40-30,1 0,-1 1,1-1,0 1,1 0,-1 0,1 0,0 0,-2 9,1-4,1 1,0 0,1 0,-1 15,3-22,0 0,1 0,0-1,0 1,0 0,1 0,-1-1,1 1,0-1,0 1,1-1,-1 0,1 0,0 0,0 0,0-1,1 1,5 4,-3-3,2 1,-1-1,0 0,1 0,0-1,0 0,0 0,1-1,11 3,-16-5,0-1,0 1,0-1,0 0,0 0,1 0,-1 0,0-1,0 0,0 0,-1 0,1 0,0 0,7-5,-6 3,1-1,-1 0,0 0,0 0,-1-1,1 1,-1-1,6-9,-1 0,-1-1,-1 0,0 0,-1 0,-1-1,5-26,-9 33,0-1,-1 1,-1 0,1-1,-2 1,1 0,-1 0,-1-1,1 2,-1-1,-1 0,0 0,0 1,-1 0,-10-14,12 19,-1 0,0 0,0 0,0 0,0 1,0 0,0-1,-1 2,1-1,-1 0,1 1,-1 0,0 0,1 0,-1 1,0 0,-5 0,9 0,-1 0,1 1,-1-1,1 0,-1 1,1-1,-1 1,1 0,0-1,-1 1,1 0,0 0,0 0,0 0,0 0,-2 2,-7 6,2-4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1:57.23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329 34,'0'-2,"1"1,-1-1,0 0,0 1,0-1,0 1,0-1,-1 1,1-1,0 1,-1-1,1 0,-1 1,0-3,-1 3,0 1,1-1,-1 0,0 0,0 1,0-1,1 1,-1-1,0 1,0 0,0 0,-3 0,-104-2,59 3,43-1,1 1,0 0,0 0,0 0,0 1,1 0,-1 0,-9 5,-1 2,-24 18,38-26,1 0,-1 0,1 0,0 0,-1 0,1 1,0-1,0 0,0 0,0 1,0-1,0 1,1-1,-1 1,0-1,1 1,-1-1,1 1,-1 0,1-1,0 1,0 0,0-1,0 4,1-3,-1 0,1-1,0 1,0 0,0 0,0-1,0 1,0-1,0 1,1-1,-1 0,0 1,1-1,-1 0,1 0,0 0,-1 0,1 0,0 0,0-1,1 2,110 49,-45-17,-62-31,0 0,0 0,0 1,0-1,-1 2,0-1,0 0,9 11,-13-14,1 1,-1 0,0-1,0 1,0 0,0 0,-1 0,1 0,0 0,-1 0,1 0,-1 0,0 0,1 0,-1 0,0 0,0 0,-1 0,1 0,0 0,-1 0,1 0,-1 0,0 0,1 0,-1 0,0-1,0 1,0 0,-1 0,1-1,-2 3,-5 5,-1-1,1-1,-1 0,0 0,-1 0,0-1,-10 5,-79 27,51-25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1:58.15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24 8,'0'-7,"-8"124,6-48,1 33,9 144,-7-238,-1-1,-1 1,1-1,-1 1,0-1,-3 8,2-4,2-11,0 0,0 0,0 0,0 0,0 0,0 1,0-1,0 0,0 0,0 0,0 0,0 1,0-1,0 0,-1 0,1 0,0 0,0 0,0 1,0-1,0 0,0 0,0 0,0 0,0 0,-1 0,1 0,0 0,0 1,0-1,0 0,0 0,0 0,-1 0,1 0,0 0,0 0,0 0,0 0,0 0,-1 0,1 0,0 0,0 0,0 0,0 0,-1 0,1 0,0 0,0 0,0 0,0 0,0 0,-1 0,1 0,0-1,0 1,0 0,0 0,0 0,0 0,0 0,-1 0,1 0,0-1,0 1,0 0,0 0,-5-11,4-7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1:59.09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1,'1'0,"1"1,-1-1,1 0,-1 1,0 0,1-1,-1 1,0 0,0-1,1 1,-1 0,0 0,0 0,0 0,0 0,0 0,0 0,-1 1,1-1,0 0,0 0,-1 1,1-1,-1 0,1 1,-1-1,0 1,1-1,-1 3,2 6,-1 0,0 19,-2-13,0 0,-8 28,7-32,-1-1,1 1,1-1,0 1,1-1,1 18,6 18,3 73,-10-118,0 1,0-1,0 0,0 1,1-1,-1 0,1 1,-1-1,1 0,0 1,0-1,1 2,-1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1:59.83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0 125,'4'-5,"0"0,0 0,1 1,0 0,-1 0,2 0,-1 0,0 1,1 0,-1 0,1 0,0 1,0 0,0 0,0 1,0-1,7 1,167-15,-154 14,-5 0,0-2,25-7,-6 1,-21 5,48-6,-35 7,-1 2,-29 1,1 1,0 1,-1-1,1 0,-1 0,1 1,4 1,-7-2,1 1,-1-1,0 0,1 1,-1-1,0 0,1 1,-1-1,0 1,0-1,1 1,-1-1,0 0,0 1,0-1,1 1,-1-1,0 1,0-1,0 1,0-1,0 1,0-1,0 1,0-1,0 1,0-1,-1 1,1-1,0 1,0-1,0 1,-1-1,1 1,0-1,0 0,-1 1,1-1,0 1,-1-1,0 1,-3 2,-6-6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2:00.76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60 302,'-2'-1,"-1"0,1 1,0-1,0 0,-1 0,1 0,0-1,0 1,0 0,0-1,0 0,0 1,1-1,-1 0,1 0,-1 0,1 0,-1 0,1 0,0 0,0 0,0-1,-1-3,-2-4,1 0,0 0,1 0,-2-17,4 20,1 1,-1 0,2 0,-1 0,1 0,0 1,0-1,0 0,1 1,4-7,-3 4,-1 1,1-1,-1 0,3-13,-6 17,0 0,0 1,-1-1,1 1,-1-1,0 0,0 1,0 0,-1-1,1 1,-1 0,0 0,0 0,0 0,0 0,-1 0,-4-4,-5 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3:50.37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71 1117,'-13'-92,"-1"-98,9 132,-3-14,-3-18,-8-206,18 215,3 7,4-3,-2-10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3:51.12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0 255,'1'-6,"-1"1,1 0,0 0,1 0,-1 0,1 0,0 0,0 0,0 1,1-1,0 1,-1-1,2 1,4-6,8-6,0 1,21-16,-20 18,-1 1,0 0,0 2,1 0,0 0,0 2,1 0,0 1,1 1,0 1,0 1,0 0,0 1,0 1,1 1,-1 1,23 2,-10 6,-2 4,-5 2,-19-8,0-1,-1 2,1-1,-1 0,-1 1,1 0,-1 0,0 1,-1-1,0 1,0 0,0 0,-1 0,-1 0,1 0,-1 0,0 0,-1 0,0 1,0-1,-4 16,-5 7,-1 0,-1-1,-2-1,-1 0,-1-1,-2 0,-38 48,-48 36,41-42,27-29,14-15,2 5,4 3,15-31,-1 0,1 1,-1-1,1 1,0 0,1-1,-1 1,0-1,2 5,0-3,-1 0,1 0,1 0,-1 0,1-1,-1 1,5 4,-2-3,0 0,1-1,0 1,0-1,9 6,11 4,1-2,0 0,1-2,54 14,-55-17,15 4,49 7,-72-16,-1-1,1-1,-1 0,1-2,24-3,-9-2,1 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3:51.74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136 169,'32'10,"-23"-7,-1 0,1-1,0 0,0 0,15 0,-8-2,8 0,1 0,35-7,-53 6,-1 0,1-1,-1 0,0 0,0-1,1 1,-2-1,1-1,0 1,-1-1,1 0,-1 0,0-1,5-5,12-10,-18 17,0 1,-1-1,0 0,1 0,-1-1,0 1,4-8,-6 10,-1-1,0 1,0-1,0 1,0-1,0 1,0-1,-1 1,1-1,0 1,-1-1,1 1,-1 0,0-1,1 1,-3-3,-14-20,12 20,0 1,0-1,0 1,-1 0,1 1,-1-1,0 1,0 0,0 0,0 1,0 0,0 0,-12 0,-3 0,1 2,-39 6,39-4,1 2,0 0,0 1,0 1,-25 13,33-14,-1 1,1 0,1 1,-1 0,1 1,1 0,-1 0,2 1,-10 12,12-13,0 1,0 0,1 0,0 0,-5 17,9-22,0 0,0 0,0 0,1 0,-1 0,2 1,-1-1,0 0,1 0,0 0,0 0,0 0,1 0,3 7,-1-4,0-1,1 0,0 0,0-1,1 1,0-1,0 0,0-1,0 0,1 0,12 7,-3-3,1 0,1-1,36 10,18-1,122 11,-164-24,-7-2,0 0,25-3,-19-2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3:52.30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135 33,'0'-27,"0"27,-1 0,1-1,0 1,0-1,-1 1,1 0,0 0,-1-1,1 1,0 0,-1-1,1 1,-1 0,1 0,0 0,-1 0,1-1,-1 1,1 0,-1 0,1 0,0 0,-1 0,1 0,-1 0,1 0,-2 0,-13 1,14-1,0 0,0 0,0 0,0 1,-1-1,1 1,0-1,0 1,0-1,0 1,0 0,0 0,0-1,1 1,-1 0,0 0,0 0,0 0,1 0,-1 0,1 0,-1 0,1 0,-1 0,1 0,-1 0,1 2,-11 40,6-19,1-10,-15 48,3 1,-13 100,29-121,5 0,1 7,-3-36,0-1,8 20,-5-16,2-1,12 21,-11-22,1-1,0 1,15 13,-15-18,0 0,1-1,0 0,17 9,-16-11,-1-1,1 0,0-1,20 5,-23-8,0 1,0-1,0-1,1 0,-1 0,0 0,10-3,0-2,1-1,28-13,-48 19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3:52.68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1,'0'1,"-1"0,1 0,0 0,0 1,0-1,1 0,-1 0,0 0,0 0,1 1,-1-1,1 0,-1 0,2 2,-1-2,0-1,0 1,1 0,-1-1,0 1,1-1,-1 0,0 1,1-1,-1 0,0 0,1 0,-1 0,3 0,46 2,59 11,2 0,-2-9,-51-3,9 2,9 3,-32 0,62 6,-21-8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3:53.21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367 132,'6'0,"-1"0,1 0,0-1,-1 0,1 0,-1 0,1-1,-1 0,0 0,0 0,8-5,-11 6,0-1,0 0,0 1,0-1,-1 0,1 0,-1 0,1 0,-1 0,0 0,0-1,0 1,0 0,0-1,0 1,-1-1,1 1,-1-1,0 1,1-1,-1 1,0-1,-1 1,1-1,0 1,-1-1,1 1,-2-4,1 4,-1-1,1 1,0 0,-1-1,1 1,-1 0,0 0,1 0,-1 0,0 1,0-1,0 0,-1 1,1-1,0 1,-1 0,1 0,0 0,-1 0,-5-1,0 0,0 0,0 1,0 0,-1 0,-11 1,-3 3,-1 1,2 2,-1 0,0 1,1 2,-21 10,22-10,10-3,1-1,-1 2,1-1,0 1,1 1,0 0,0 0,-10 12,13-12,-1 0,2-1,-1 2,1-1,1 1,0 0,0 0,0 0,1 0,-3 16,6-18,0-1,0 1,1-1,-1 0,2 1,-1-1,1 0,-1 0,2 0,-1 0,1 0,0 0,0 0,0-1,1 0,8 10,-3-5,0-1,0 0,1 0,1-1,-1 0,1-1,17 9,-17-11,1-1,0-1,0 0,0 0,0-1,1-1,16 1,89-8,-117 6,17-2,0-2,0 0,0-1,27-12,-10 5,-28 9,1 0,0 0,-1-1,0 0,1 0,-2-1,1 0,0 0,-1 0,0-1,0 0,8-12,-11 14,-1-1,0 1,0 0,0 0,-1-1,1 1,-1-1,0 1,0-1,-1 0,1 1,-1-1,0 0,-1 0,1 1,-1-1,0 0,0 1,0-1,0 1,-1 0,0-1,-4-6,2 2,-2-1,1 1,-1 0,0 0,-1 1,0-1,0 2,-1-1,0 1,0 0,-1 1,0 0,0 0,-19-8,10 7,0 0,0 1,-1 2,-20-4,28 6,0 1,0 1,0 0,1 0,-1 1,0 0,0 1,-18 5,4 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3:53.99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265 0,'0'1,"0"0,-1-1,1 1,0 0,0-1,-1 1,1 0,-1-1,1 1,0-1,-1 1,1-1,-1 1,0-1,1 1,-1-1,1 1,-1-1,0 0,1 1,-1-1,1 0,-1 0,0 1,0-1,1 0,-1 0,0 0,1 0,-1 0,0 0,0 0,-33 0,22-1,-67 5,69-3,1 1,-1 0,1 0,-1 1,1 0,-10 5,16-6,-1 0,0 1,1-1,0 1,0 0,0 0,0 0,0 0,1 1,-1-1,1 1,0-1,0 1,0 0,-1 5,3-6,0 0,1 0,-1 0,1 0,0 0,0 0,0 0,0 0,0 0,1 0,0-1,-1 1,1-1,0 1,0-1,0 0,0 0,1 1,-1-2,3 3,35 21,0-1,68 28,-90-44,0 0,-1 2,0 0,-1 1,0 0,-1 2,0 0,-1 0,20 25,-19-20,-9-12,-1 0,1 0,-2 1,8 11,-11-16,0 1,0-1,-1 1,1-1,0 1,-1-1,0 1,1-1,-1 1,0 0,0-1,-1 1,1 0,0-1,-1 1,0-1,1 1,-3 3,0-1,1 0,-1-1,0 0,0 1,-1-1,0 0,1-1,-1 1,0-1,-1 0,1 0,0 0,-1 0,0-1,0 0,1 0,-1 0,-1 0,1-1,-8 1,-11 2,0-2,0 0,-30-3,38 0,-66-3,-41-7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3:58.39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0 400,'75'-71,"-36"36,25-26,-40 36,-2 0,0-2,32-53,-37 54,-5 11,-8 11,0-1,-1 1,0-1,0 0,3-6,-6 11,0 0,0 0,1 1,-1-1,0 0,0 0,0 0,0 0,0 0,0 1,0-1,0 0,0 0,0 0,0 0,1 0,-1 0,0 1,0-1,0 0,0 0,0 0,0 0,1 0,-1 0,0 0,0 0,0 0,0 0,0 0,1 0,-1 0,0 0,0 0,0 0,0 0,1 0,-1 0,0 0,0 0,0 0,0 0,1 0,-1 0,0 0,0 0,0 0,0 0,0 0,0-1,1 1,-1 0,0 0,0 0,0 0,2 21,-1-15,17 130,10 80,-15 45,-13-216,1 5,2 6,0 8,-2 3,-2-6,-7-21,-3-20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3:58.76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16 1,'0'12,"0"0,0 0,0-4,0-4,0-1,0 2,0-10,-8-2,0 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3:59.48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1,'3'4,"0"0,0 0,-1 1,0-1,0 1,0 0,0 0,-1 0,1 0,-2 0,1 0,0 0,-1 6,0-10,1-1,-1 0,0 1,0-1,0 0,1 1,-1-1,0 0,1 0,-1 1,0-1,0 0,1 0,-1 1,1-1,-1 0,0 0,1 0,-1 0,0 0,1 0,-1 1,1-1,-1 0,0 0,1 0,-1 0,1 0,-1-1,18 1,-13 0,19 0,0 0,1-2,-1-1,34-8,-26 5,1 1,-1 1,57 2,-13 2,-30 0,13 1,2 4,-11 1,-17 2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4:00.02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12 1,'0'3,"1"-1,-1 1,0 0,1 0,0 0,-1-1,1 1,0 0,0-1,1 1,-1-1,1 0,2 5,1 0,-3-4,-1 0,0 0,0 0,0-1,0 1,-1 0,1 0,-1 0,0 0,1 0,-1 1,-1-1,0 3,-10 47,3-17,6-17,0 0,1 1,1-1,1 0,1 0,8 38,-6-41,-2-7,0 1,-1-1,0 0,-1 1,-1 16,1 4,0 14,0 10,-16 183,-1 12,17-238,4 77,-4-75,-4-4,2-10,1 1,4-3,1-1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4:00.44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0,'0'1,"0"1,0-1,0 0,0 0,0 0,0 1,0-1,0 0,0 0,1 0,-1 0,0 0,1 0,-1 1,1-1,0 0,-1 0,1 0,0 0,1 1,0-1,0 0,0-1,0 1,1-1,-1 0,0 1,0-1,0 0,1 0,1-1,7 1,29 0,265-12,-257 6,5 4,7 3,1 3,-7-1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4:01.06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19 516,'11'23,"-10"-13,-1-10,0 0,0 0,0 0,0 0,0 0,0 0,0 0,0 0,0 0,0 0,0-1,0 1,0 0,0 0,0 0,0 0,0 0,0 0,0 0,0 0,0 0,-1 0,1 0,0 0,0 0,0 0,0 0,0 0,0 0,0 0,0 0,0 0,0 0,0 0,0 0,0 0,0 0,0 0,0 0,-1 0,1 0,0 0,0 0,0 1,0-1,0 0,0 0,0 0,0 0,0 0,-3-4,0 0,1 1,-1-1,1 0,0 0,0 0,0 0,1 0,0 0,-1-1,1 1,0-6,-2-17,2 0,1 0,1-1,9-46,8-39,-10 57,-7 50,0 0,1-1,0 1,1 0,-1 0,1 0,0 1,0-1,1 1,0-1,0 1,6-6,-2 3,1 1,0 0,0 0,0 1,1 0,13-5,-22 10,1 0,-1 0,1 1,-1-1,1 1,-1 0,1-1,0 1,-1 0,1 0,0 0,-1 0,1 0,0 0,-1 1,1-1,0 0,-1 1,1-1,-1 1,1 0,-1 0,1-1,-1 1,1 0,-1 0,0 0,0 1,1-1,-1 0,0 0,0 1,0-1,0 0,0 2,4 7,0-1,-1 1,0-1,3 17,0-6,8 27,-1 1,-2 0,7 67,-15-90,15 46,-14-56,-4-12,-1-2,1-1,-1 1,1 0,-1-1,0 1,0 0,1 0,-1 0,0-1,0 1,0 0,0 0,0-1,0 1,0 0,0 0,0 0,0-1,0 1,0 0,-1 0,1 0,0-1,0 1,-1 0,1-1,-1 1,1 0,-1-1,1 1,-1 0,0 0,-17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4:01.62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4 765,'1'1,"0"0,0 0,0 0,0 0,0 0,0 0,-1 0,1 0,0 0,-1 1,1-1,-1 0,1 0,-1 1,0-1,1 0,-1 3,1 19,-1-22,-12-193,9 143,2 0,6-54,-2 56,-3 1,2-5,6-3,-4 39,0 0,8-17,-4 17,0 0,11-16,-8 15,25-27,-31 38,0 0,0 1,1 0,-1-1,1 2,9-6,-12 8,-1 1,0-1,0 1,0-1,0 1,1 0,-1-1,0 1,0 0,0 1,1-1,2 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4:01.99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77,'68'1,"-17"0,0-1,93-14,-87-2,-53 15,0 0,0-1,0 0,0 0,0 0,0-1,-1 1,1-1,-1 0,6-5,0-11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4:02.36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155 471,'-1'-11,"0"1,-1 0,0 0,-4-12,-4-21,5 5,-3 0,-1 1,-2 0,-20-48,14 42,15 35,0 0,-1 1,0-1,-1 1,0-1,0 1,0 0,-10-11,3 9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4:02.74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0,'8'12,"0"0,0-5,0 2,4 0,-8-1,4-1,22-2,10-5,-4 3,-12-3,0 0,-4-3,-4-6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4:03.11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234 0,'0'36,"-1"-35,1-1,-1 1,0-1,1 1,-1-1,1 1,-1-1,0 0,1 1,-1-1,0 0,1 0,-1 0,0 1,0-1,1 0,-1 0,0 0,0 0,1 0,-2-1,-27 1,20 0,-13 0,9-1,0 1,0 0,-15 4,25-4,-1 1,1 0,-1 0,1 1,-1-1,1 1,0-1,0 1,0 0,0 0,0 0,0 1,0-1,1 1,-5 5,2-1,1 0,0 1,0 0,0 0,1 0,0 0,1 0,0 1,0-1,1 1,0-1,0 1,1 13,0-20,0 0,1 0,-1 0,0 0,1-1,-1 1,1 0,0 0,0 0,-1-1,1 1,0 0,1-1,-1 1,0-1,0 1,1-1,-1 0,1 1,-1-1,3 2,-1-2,0 0,0 0,0 0,0 0,0-1,1 1,-1-1,0 0,0 0,0 0,0 0,5-1,-2 0,0 0,0-1,0 0,0 0,0 0,0-1,0 0,-1 0,1 0,-1-1,0 0,8-8,-6 4,-1-1,-1 0,1-1,-1 1,-1-1,0 0,0 0,-1-1,-1 1,1-1,0-18,3 4,1-11,3 73,-8 7,-3-26,2 0,1-1,6 35,48 128,-55-178,-1-2,0 1,0-1,0 1,0-1,0 0,0 1,0-1,0 1,0-1,0 0,0 1,0-1,0 0,1 1,-1-1,0 1,0-1,0 0,1 1,-1-1,0 0,0 0,1 1,-1-1,0 0,1 1,-1-1,0 0,1 0,-1 0,0 0,1 1,-1-1,1 0,3-4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4:03.59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48 193,'1'1,"0"0,1 0,-1 0,0 0,0 0,0 0,0 0,0 1,0-1,0 0,1 2,12 13,-10-13,1 0,0 0,0-1,1 0,-1 0,0 0,1 0,-1-1,1 0,-1 0,1-1,0 0,-1 0,1 0,0 0,-1-1,11-3,-6 2,0-2,0 1,0-2,-1 1,0-1,0 0,0-1,15-13,-10 7,0-1,0-1,13-18,-26 29,1 0,-1-1,0 1,0 0,0 0,0-1,0 1,-1 0,1-1,-1 1,0 0,0-1,-1 1,1-1,0 1,-1 0,0-1,0 1,0 0,0 0,-1 0,1 0,-1 0,0 0,0 0,0 0,0 1,0-1,0 1,-1-1,1 1,-1 0,0 0,0 0,0 1,0-1,0 0,0 1,0 0,0 0,0 0,-1 0,-5 0,-5 2,1 0,-1 2,1-1,-1 2,1 0,0 0,0 1,0 1,1 0,0 1,0 0,-15 13,23-17,-10 7,0 1,0 1,-19 21,29-29,1 0,1 0,-1 0,0 1,1-1,0 0,0 1,1 0,-1-1,1 1,0 0,0 0,0 0,1-1,0 1,-1 0,2 0,0 5,0-5,0-1,1 0,0 0,0 0,0 0,0 0,1 0,-1 0,1-1,0 1,0-1,0 0,1 0,-1 0,1 0,-1-1,1 0,0 1,0-1,7 2,8 4,0-1,1-2,22 5,-15-3,-6-3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4:04.09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321 23,'0'11,"0"-12,0 1,-1-1,1 0,0 0,0 1,-1-1,1 0,0 1,-1-1,1 0,-1 1,1-1,-1 1,1-1,-1 1,1-1,-1 1,1-1,-1 1,0-1,-1 0,-22-8,-31 1,-35 7,48 1,42 0,-1 0,1 0,0 0,0-1,0 1,-1 0,1 0,0 0,0 0,-1 0,1 0,0 0,0 0,-1 0,1 0,0 0,0 0,-1 0,1 0,0 0,0 0,-1 0,1 0,0 1,0-1,0 0,-1 0,1 0,0 0,0 0,0 1,-1-1,1 0,0 0,0 0,0 1,0-1,0 0,-1 0,1 0,0 1,0-1,0 0,0 0,0 1,0-1,0 0,0 0,0 1,0-1,0 0,0 0,0 1,0-1,0 0,0 0,0 1,0-1,0 0,0 0,1 1,-1-1,8 9,-8-9,8 5,0 0,1 0,-1-1,10 3,19 10,12 5,-36-17,0 1,0 0,-1 1,20 13,-29-17,0 0,0 0,0 0,0 1,0-1,0 1,-1 0,0 0,0-1,0 1,0 1,-1-1,1 0,-1 0,0 1,0-1,-1 0,1 1,-1 5,-1-7,1 1,-1-1,0 1,0-1,0 1,-1-1,1 0,-1 0,1 1,-1-1,0-1,-1 1,1 0,0 0,-1-1,1 1,-4 2,-1 0,0 0,1 0,-2-1,1 0,0 0,-11 3,-1 0,-1-2,0 0,0-2,0 0,0-1,-1-1,1-1,-1 0,-34-7,53 6,0 1,1-1,-1 0,1 0,-1 0,1 0,-1 0,1 0,0 0,0 0,-1 0,1-1,0 1,0 0,0-1,0 1,1-1,-1 1,0-1,1 0,-1 1,1-1,-1 0,1 1,0-1,-1-3,5-8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4:04.48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228 1001,'0'-18,"1"4,-1 0,-1-1,0 1,-1 0,-1 0,-5-20,-67-173,55 152,0-4,5-7,1-17,1-27,5 37,-19-80,7 101,19 46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4:04.82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1,'0'48,"0"-48,0 1,0-1,1 1,-1-1,0 0,1 1,-1-1,0 1,1-1,-1 0,1 1,-1-1,0 0,1 1,-1-1,1 0,-1 0,1 1,-1-1,1 0,-1 0,1 0,-1 0,1 0,-1 1,1-1,0 0,-1 0,2-1,22 2,-17-2,86 0,-24-1,103 10,-141-5,-7-6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4:05.21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128 399,'-19'-19,"17"17,0 0,0 0,0 0,0 0,0 0,0 0,1 0,-1-1,1 1,-1 0,1-1,0 0,-1-3,-3-15,-4-31,-3-11,5 33,1 0,2-1,-2-49,3 54,3 25,0 1,-1-1,1 1,0-1,0 0,0 1,-1-1,1 1,0-1,-1 1,1 0,0-1,-1 1,1-1,0 1,-1 0,1-1,-1 1,1 0,-1-1,1 1,-1 0,1-1,-1 1,1 0,-1 0,0 0,1 0,-1 0,1 0,-1 0,1 0,-1 0,1 0,-1 0,0 0,1 0,-1 0,1 0,-1 0,1 1,-1-1,1 0,-2 1,-9 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4:05.54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1,'0'1,"0"0,1 1,-1-1,1 0,-1 0,1 1,-1-1,1 0,0 0,0 0,-1 0,1 0,0 0,0 0,0 0,0-1,0 1,0 0,0 0,1-1,-1 1,0-1,0 1,0-1,1 1,-1-1,0 0,0 0,3 1,42 3,-35-4,-8 1,1-1,-1 1,1-1,-1 0,1 0,-1-1,1 1,-1-1,0 1,1-1,-1 0,5-3,-2-2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4:05.92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22 0,'-1'31,"-10"53,2-22,8-51,1 0,0 0,1 0,0 0,1 0,0 0,0 0,1 0,1-1,0 1,6 10,-4-8,2-1,0 0,0 0,1 0,0-1,1-1,0 1,13 8,-22-18,0-1,-1 1,1-1,-1 0,1 1,0-1,-1 0,1 1,-1-1,1 0,0 0,-1 0,1 0,0 0,0 1,-1-1,1 0,0-1,-1 1,1 0,0 0,-1 0,1 0,1-1,-1 0,1 0,-1 0,1 0,-1 0,1 0,-1 0,0-1,0 1,2-3,3-5,-1 0,8-18,-10 18,6-14,0-1,7-39,-2 4,-11 49,-1 5,0-1,0 0,-1 1,1-1,-2 0,1 0,0 1,-2-10,-2 20,0 7,-1 10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4:06.31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312 34,'-6'-7,"4"5,0 0,0 0,0 0,0 0,0 0,0 1,-1-1,1 1,0-1,-1 1,1 0,-1 0,0 0,1 0,-1 1,-4-2,-15 1,-32 1,21 1,27-1,1 1,-1 0,1 0,0 1,0-1,-1 1,1 0,0 0,1 1,-1 0,0 0,1 0,-1 0,1 1,0-1,0 1,1 0,-1 1,1-1,0 0,-4 7,-1 4,0 0,1 0,1 0,0 0,-7 33,12-43,1 0,-1 1,1-1,1 0,-1 0,1 0,-1 0,1 0,1 0,-1 0,1 0,0 0,0-1,0 1,1 0,0-1,0 0,0 0,0 0,0 0,1 0,0-1,8 7,-5-5,-1 0,2-1,-1 0,0 0,1 0,0-1,-1 0,1-1,1 1,-1-2,0 1,0-1,1 0,10-1,-6 0,-1-1,0-1,0 0,1 0,-1-1,-1-1,24-9,-22 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4:06.67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158 1149,'0'-28,"1"8,-1 0,-1 0,0 0,-2 1,-6-28,-6-3,-10-58,13 39,2-15,2-15,-30-280,31 321,7 41,-2 1,0 0,-1 0,0 0,-9-22,5 30,6 14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4:07.05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13,'0'-7,"0"6,0 1,0 0,0 0,1-1,-1 1,0 0,0 0,0-1,0 1,0 0,1 0,-1 0,0-1,0 1,1 0,-1 0,0 0,0 0,1-1,-1 1,0 0,0 0,1 0,-1 0,0 0,0 0,1 0,-1 0,0 0,1 0,-1 0,0 0,0 0,1 0,14 1,-11 0,154 1,-2-1,-139 2,0 0,0 1,-1 0,0 2,28 12,-2 0,-29-13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4:07.56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1 137,'0'23,"0"0,2 0,1-1,0 1,2-1,0 0,2 0,0 0,18 34,-18-45,0 0,1-1,0 0,1 0,13 13,-17-19,-1-1,1 1,0-1,0 1,0-1,0-1,1 1,-1-1,1 0,0 0,-1-1,1 1,0-1,7 0,-10-1,0 0,-1-1,1 1,-1-1,1 0,-1 0,0 0,1 0,-1 0,0 0,1 0,-1-1,0 1,0-1,0 0,-1 0,1 0,0 1,-1-1,1-1,-1 1,1 0,-1 0,0-1,0 1,0 0,0-1,0-4,1 0,0-1,-1 0,0 1,0-1,-1 0,0 1,0-1,-2-11,-11-44,-34-158,43 206,1-1,1 1,0-25,2 32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4:07.98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57 378,'0'-5,"1"-13,-2 0,0 0,-6-28,0 10,2-1,1 0,1-53,3 85,1 1,-2 0,1 0,0-1,-1 1,0 0,0 0,0 0,0 0,-1 0,-2-4,-15-10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4:08.30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1,'8'0,"8"0,0 0,12 0,-1 7,6 0,-6-3,-6 1,12-2,-4 6,-2 3,-7-9,-8 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4:08.67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347 91,'0'1,"0"-1,0 1,0 0,0 0,0-1,-1 1,1 0,0 0,-1-1,1 1,0 0,-1-1,1 1,-1 0,1-1,-1 1,1-1,-1 1,1-1,-1 1,0-1,1 1,-1-1,0 0,1 1,-1-1,0 0,1 1,-2-1,0-1,1 0,0 0,0 0,0 0,-1 0,1 0,0 0,0 0,1-1,-1 1,-1-2,-11-14,-1 6,0 1,0 1,-1 1,-29-14,33 17,5 3,-1 0,1 0,-1 1,1-1,-1 2,1-1,-1 1,0 0,1 0,-1 0,0 1,1 0,-1 1,1-1,-12 6,14-6,-1 1,1 0,-1 0,1 0,0 1,0 0,0 0,0 0,0 0,1 0,-1 1,1-1,0 1,0 0,1 0,-1 0,1 1,0-1,0 1,0-1,0 1,0 5,1-4,0-1,1 0,-1 1,1-1,1 0,-1 1,1-1,0 0,0 1,1-1,-1 0,1 0,0 0,0 0,1-1,0 1,0 0,0-1,0 0,1 0,-1 0,1 0,0-1,0 1,0-1,1 0,6 4,8 2,-10-4,0 0,0-1,0 0,11 2,-17-5,-1-1,0 1,1-1,-1 0,0 1,1-1,-1-1,0 1,1 0,-1 0,0-1,1 0,-1 1,0-1,0 0,0 0,1 0,-1 0,0 0,0-1,-1 1,5-4,1-2,-3 2,1 1,-1-1,0 0,0 0,0 0,-1 0,0-1,3-6,8-18,-12 27,0-1,1 0,-1 0,-1 0,1 0,-1 0,1-1,-1 1,-1 0,1-1,0 1,-1-1,0 1,0 0,0-1,-1 1,-1-8,2 11,-1 1,1-1,0 0,0 0,-1 0,1 0,0 0,0 0,0 0,0 0,0 1,1-1,-1 0,0 0,0 0,1-1,15 50,-10-13,2 58,2 19,10-19,-16-69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08.97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230 352,'16'-71,"-14"59,-1 0,2 0,0 0,0 0,1 0,1 1,0 0,0 0,1 0,8-11,10-10,-18 24,0-1,0 1,12-12,-9 12,0 0,0 1,1 0,0 0,0 1,19-8,-26 12,0 1,1 0,-1 0,1 0,0 0,-1 0,1 1,0-1,-1 1,1 0,0 0,-1 1,1-1,0 1,-1-1,1 1,3 2,5 1,1 0,-2 1,1 1,0 0,-1 0,14 11,-15-10,-1 1,-1-1,15 17,-20-20,-1-1,1 1,-1 0,0-1,0 1,-1 0,1 0,-1 1,0-1,0 0,0 0,0 1,-1 6,0 23,-2-1,-2 0,-1 0,-1 0,-2 0,-14 37,11-43,-2-1,0 0,-2-1,-1-1,0 0,-2-1,-24 23,-9 5,-101 75,50-54,80-56,-5-2,-2 4,-6-1,6 2,5-4,10-5,14-10,-1 1,1-1,0 0,0 0,0 0,0 0,0 0,-1 1,1-1,0 0,0 0,0 0,0 0,0 1,0-1,0 0,0 0,0 0,0 1,0-1,0 0,0 0,0 0,0 1,0-1,0 0,0 0,0 0,0 1,0-1,0 0,0 0,0 0,0 1,0-1,1 0,-1 0,0 0,0 0,0 1,14 3,19-2,19-4,18-2,17-4,0 0,-10 0,-16 3,-18 2,-10 1,-5-6,-4-6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09.58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76 1,'-8'0,"-8"8,-3 0,-2-4,9 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13.84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8,'35'10,"1"-1,0-2,0-2,0-1,0-2,1-2,44-4,-30-1,-3-2,5-3,5-9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14.37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124 1,'-2'39,"-2"0,-15 66,-4 29,19-96,-4 5,0 6,0 13,0 18,-1-13,-18 251,24-284,2-28,1-12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14.79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33,'34'0,"-1"1,55 9,-64-8,1 0,32-2,-28 0,15 1,79-2,-86-3,5-5,4-6,-2-5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15.43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6 564,'1'-39,"-1"13,-4-48,2 52,2 0,0 0,1 0,6-31,-5 40,3-16,2 2,0-1,2 1,1 0,24-44,-21 50,3-1,-14 20,-1 1,1-1,0 1,-1-1,1 1,0 0,0-1,0 1,0 0,0 0,0 1,0-1,1 0,-1 1,3-1,-3 1,-1 0,1 0,0 0,-1 1,1-1,0 0,-1 1,1 0,-1-1,1 1,-1 0,1 0,-1-1,0 1,1 0,1 2,0 1,1 1,-1-1,0 0,-1 1,1 0,-1-1,0 1,0 0,0 0,0 0,0 10,3 12,-2-1,-1 1,-1 0,-3 37,-15 171,13-177,6-50,2-9,3-6,-7 7,12-13,-4-9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16.24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198 32,'0'-1,"0"0,0 0,0-1,0 1,0 0,0 0,0 0,-1 0,1 0,0 0,-1 0,1 0,0 0,-1 0,1 0,-1 0,0 0,1 0,-1 0,0 0,0 0,1 0,-1 1,0-1,0 0,-1 0,-2 0,1 0,-1 0,0 1,0-1,0 1,0 0,-4 0,5 0,0 1,0-1,-1 1,1-1,0 1,0 0,0 0,0 1,0-1,1 1,-1-1,0 1,1 0,-1 0,1 0,-1 0,1 0,0 1,0-1,0 1,0-1,-1 4,-5 8,1 0,1 0,-7 22,2-5,2-3,1 1,1-1,1 1,-2 45,5-45,2-10,0 0,2 0,4 29,0-15,7 2,9 6,10 4,-25-37,0-2,0 1,13 10,-15-14,1 0,0 0,0 0,1 0,-1-1,7 3,-6-4,1 1,0-1,-1-1,1 1,0-1,0 0,-1-1,1 0,0 0,0 0,-1-1,1 1,7-5,-9 4,1 0,-1-1,0 0,1 0,-1 0,-1-1,1 0,0 0,-1 0,0 0,0-1,0 0,0 1,-1-2,3-4,4-18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16.60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81,'0'-8,"2"8,-1-1,0 1,0-1,0 1,0-1,0 1,1-1,-1 1,0 0,0 0,0 0,1 0,-1 0,0 0,0 0,1 0,1 1,-2-1,7 0,43 1,0-3,-1-1,70-15,-83 13,-32 5,0 0,0 0,0-1,0 0,0 0,0-1,0 1,-1-1,1 0,6-4,-11 6,1 0,-1-1,1 1,0-1,-1 0,1 1,-1-1,0 1,1-1,-1 0,1 1,-1-1,0 0,1 1,-1-1,0 0,0-1,-2-13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17.37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79 48,'0'80,"0"-80,1 1,-1-1,1 1,-1-1,1 0,0 1,-1-1,1 0,0 1,-1-1,1 0,0 0,-1 0,1 0,0 0,-1 0,1 1,0-2,0 1,-1 0,2 0,14 0,-16 0,0 0,6 0,-1 1,1-1,0 0,-1-1,1 1,-1-1,1 0,-1-1,1 1,-1-1,0 0,0 0,0-1,7-4,5-5,9-9,-25 20,0 0,0 0,-1-1,1 1,0 0,-1 0,1-1,-1 1,1-1,-1 1,0 0,1-1,-1 1,0-1,0 1,0-1,0 1,0-1,-1 1,0-3,1-11,0 14,1 0,-1 0,0 0,0 0,0 0,0-1,0 1,0 0,0 0,0 0,0 0,0 0,-1 0,1-1,0 1,-1 0,1 0,-1 0,1 0,-1 0,0 0,1 0,-1 0,0 1,-1-2,-1 1,1 0,-1 1,0-1,0 1,0 0,0 0,0 0,0 0,0 0,0 1,0 0,1-1,-1 1,0 0,0 0,1 0,-1 1,0-1,1 1,-1-1,-2 4,-15 11,2 1,0 1,1 0,1 2,0 0,-23 41,34-51,0 0,1 0,0 1,1 0,0-1,1 1,0 0,1 0,0 0,1 15,2 19,4-28,-1-5,-2-6,0 0,0 0,1 0,-1 0,1 0,1-1,-1 1,1-1,0 0,0 0,0-1,1 0,0 0,-1 0,1-1,1 1,-1-2,0 1,1-1,0 0,-1 0,1 0,0-1,0 0,0-1,0 1,0-1,0-1,0 1,7-3,-7 2,0-1,0 0,-1 0,0-1,1 1,-1-2,0 1,0-1,0 1,-1-2,1 1,-1 0,0-1,-1 0,9-11,1-16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17.84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61 399,'0'51,"0"-39,0-36,-1-11,-2-1,-8-44,-2-15,10 62,-2-1,-15-54,16 63,4 14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18.24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1,'9'16,"-9"-1,12-7,8-4,7 1,6-2,-4-3,6 0,-2 0,-2 0,-6 0,0 0,-6-3,-3-6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18.62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362 32,'0'-1,"0"0,0 0,0 0,0-1,0 1,0 0,0 0,0 0,-1 0,1 0,0 0,-1-1,1 1,-1 0,1 0,-1 0,1 0,-1 0,0 1,0-1,1 0,-1 0,0 0,0 0,-1 0,-1 0,-1 0,1 0,0 1,0-1,-1 1,1 0,-6 0,0 0,-21 2,0 2,0 0,-43 13,65-14,1-1,0 2,0-1,0 1,0 0,1 0,0 1,0 0,0 0,-6 6,3 0,0 0,0 0,1 1,-12 21,18-28,0 0,1 0,-1 0,1 0,0 0,0 0,0 0,1 0,0 0,0 1,0-1,0 0,1 0,0 0,0 0,0 0,1 0,0 0,0 0,0 0,1-1,-1 1,1-1,0 0,0 0,1 0,-1 0,1 0,5 4,-5-5,1 1,0 0,0-1,0 0,0 0,0 0,0-1,1 0,-1 0,1 0,0 0,-1-1,1 0,0-1,0 1,0-1,0 0,-1 0,1-1,0 0,0 0,0 0,-1-1,1 0,7-3,-8 3,-1 0,1-1,-1 0,1 0,-1 0,0 0,0 0,0-1,-1 0,1 0,-1 0,0 0,0 0,0-1,-1 1,0-1,0 0,0 0,0 0,-1 0,1 0,-1 0,-1 0,1 0,-1 0,0 0,0-6,0 4,-1 1,1-1,-1 1,0-1,-1 1,0-1,0 1,0 0,-5-9,-8-17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19.00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52 1,'-1'9,"0"-1,0 1,-1 0,0 0,-4 8,-6 32,-4 95,11-113,2 0,0 52,7-22,2 12,-2 14,-7 33,-1-55,4 0,8 72,-7-134,-1 0,0 1,1-1,0 0,-1 0,1 1,1-1,-1 0,3 6,2-1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19.39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22 279,'8'136,"-8"-60,0-262,-11-41,0 181,5 24,5 12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19.77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1,'0'3,"0"7,8-7,1 1,7 0,-2-4,7 0,4 3,-6 5,-8 1,5-6,9 2,-6-10,-3-2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20.18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207 143,'0'-1,"0"1,0-1,0 1,0-1,0 1,0-1,1 1,-1-1,0 1,0-1,0 1,1 0,-1-1,0 1,1-1,-1 1,0 0,1-1,-1 1,0 0,1-1,-1 1,1 0,-1 0,1-1,-1 1,0 0,1 0,-1 0,1 0,-1 0,1-1,20 1,-9-1,-10 0,0 0,-1-1,1 1,-1-1,1 1,-1-1,1 1,-1-1,0 0,0 0,0 0,0 0,0 0,0 0,-1 0,1 0,-1 0,1 0,-1 0,0-4,1 3,-1-1,1 1,0 0,0-1,0 1,0 0,4-6,-4 9,-1-1,1 0,-1 1,1-1,-1 0,1 0,-1 1,1-1,-1 0,0 0,1 0,-1 0,0 1,0-1,0 0,0 0,1 0,-1 0,0 0,-1 0,1 0,0 0,0 0,0 1,0-1,-1 0,1 0,0 0,-1 0,0-1,-2 0,1 0,-1-1,1 1,-1 0,0 1,0-1,-3-1,-7-4,12 6,-1 0,0 0,0 1,0-1,0 1,0-1,0 1,0 0,0 0,0 0,0 0,0 0,0 0,0 1,0-1,0 1,0-1,0 1,0 0,0-1,0 1,1 0,-4 3,-5 2,0 2,-17 16,13-11,5-4,0 1,0 0,1 0,1 1,0 0,0 0,1 0,1 1,-8 23,-18 28,19-35,9-17,0-1,0 1,1 0,1 0,0 1,0-1,1 0,2 20,-1-29,0 0,0 1,0-1,1 0,-1 0,0 0,1 0,-1 0,1-1,0 1,0 0,0-1,0 1,0-1,0 0,0 1,4 1,2 0,-1 0,1 0,-1 0,10 1,-10-3,0 0,0-1,0 0,0 0,0 0,0-1,0 0,10-2,0-3,32-15,-7 3,-23 11,1 2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20.53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72 600,'4'9,"0"1,0-1,-1 1,3 12,-4-11,-2-10,0-1,0 1,0-1,0 1,0-1,0 1,0-1,0 1,-1-1,1 1,0-1,0 0,-1 1,1-1,0 1,-1-1,1 1,0-1,-1 0,1 1,-1-1,1 0,0 0,-1 1,1-1,-1 0,1 0,-1 1,1-1,-1 0,1 0,-1 0,1 0,-1 0,1 0,-1 0,1 0,-1 0,1 0,-1 0,0 0,1 0,-1-1,1 1,0 0,-1 0,1 0,-1-1,1 1,-1 0,1-1,-1 1,1 0,0-1,-1 1,1 0,0-1,-1 1,1-1,0 1,-1-2,-5-13,0-1,0 0,2 0,-5-34,-15-110,20 123,1 1,2-41,1 59,-1-28,-3-6,1-10,3-12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20.90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22,'6'0,"1"-1,1 1,-1 0,1 1,-1 0,1 0,-1 0,0 1,13 5,-11-2,0 0,1-1,0 0,0 0,0-1,1-1,-1 0,1 0,-1-1,1 0,0 0,-1-2,18-1,145-33,-146 32,48-14,-53 8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21.43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374 87,'-5'0,"0"0,0-1,0 0,0 0,0-1,0 1,1-1,-6-3,-10-3,5 4,0 1,0 1,0 0,0 1,-27 2,22-1,11 0,1 1,-1 0,0 1,1 0,-1 0,1 1,-1 0,1 0,0 1,0 0,1 1,-1 0,1 0,0 0,1 1,-1 0,1 0,0 1,-6 8,11-12,-1 1,1 0,0 0,0 0,0-1,1 1,-1 0,1 0,0 0,0 0,0 0,0 0,1 0,0 0,0 0,0 0,2 5,1 1,1 1,0-1,0 0,12 17,-13-23,0 0,0 0,0-1,0 1,1-1,0 0,-1 0,1-1,0 1,0-1,0 0,1-1,-1 1,0-1,1 0,8 1,-9-2,0 1,0-1,0 0,0 0,1-1,-1 1,0-1,0 0,0-1,-1 1,1-1,0 0,0 0,-1-1,1 1,-1-1,7-6,-3 0,0 0,-1-1,0 0,0 0,-1-1,-1 0,0 0,0-1,-1 1,0-1,-1 0,-1 0,0 0,-1 0,0 0,0-1,-1 1,-1 0,-4-23,2 22,-4-22,7 33,6 20,-3-1,0 0,-2-1,0 1,0 0,-5 32,2-23,-9 139,10-160,1 1,0-1,0 0,1 0,0 0,-1 0,2 0,-1 0,1 0,-1 0,1 0,0-1,1 1,3 5,3-1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21.99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350 37,'0'-2,"0"1,1-1,-1 1,0-1,0 1,-1 0,1-1,0 1,0-1,-1 1,1 0,-1-1,1 1,-1 0,0-1,1 1,-1 0,-1-1,0 1,0 0,0 0,0 1,0-1,0 0,0 1,0 0,0-1,0 1,-1 0,1 0,-2 1,-132-1,131 0,0 0,0 1,-1 0,1 0,0 0,0 1,0 0,0 0,0 0,-5 3,-4 4,-24 21,28-22,4-2,1-1,0 1,1 0,-1 0,1 0,0 1,1-1,0 1,0 0,0 0,1 0,0 0,0 0,1 1,0-1,0 1,1-1,0 8,0-8,0 0,0-1,1 1,0-1,0 1,1-1,0 1,0-1,1 0,-1 0,1 0,0 0,1 0,0-1,-1 1,2-1,-1 0,1 0,-1-1,9 6,-4-4,1 0,0-1,0-1,0 1,19 4,-21-8,-1 1,1-2,-1 1,1-1,-1 0,1-1,-1 0,1 0,9-3,-12 3,-1 0,1 0,-1-1,0 1,1-1,-1 0,0 0,0-1,-1 1,1-1,0 0,-1 0,0 0,1 0,-1-1,0 1,-1-1,1 0,-1 0,0 0,0 0,0 0,0 0,-1-1,1 1,-1 0,0-1,-1 0,1 1,-1-6,1-3,-1 0,-1 0,-1 0,0 0,0 1,-1-1,-1 0,0 1,-1 0,0 0,-1 0,0 1,-1 0,0 0,0 0,-2 1,-13-14,18 21,1-1,-1 1,-1 1,1-1,0 0,-1 1,1 0,-1 0,0 0,1 1,-1 0,0-1,0 2,0-1,0 1,0-1,-5 2,-11 3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22.36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1037,'12'-216,"-6"86,-5 86,1-7,3-18,0-51,17-257,-22 375,0 0,0 0,1 0,-1 0,1 1,-1-1,1 0,0 0,-1 0,3-1,-3 2,1 0,-1 1,1-1,-1 1,1-1,0 1,-1-1,1 1,0 0,-1-1,1 1,0 0,-1-1,1 1,0 0,0 0,-1 0,1-1,0 1,0 0,0 0,-1 0,1 0,0 1,0-1,-1 0,1 0,1 1,11 5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22.85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24 657,'0'-266,"0"257,0-1,-1 1,0 0,0 0,-1 0,0-1,-6-14,2 6,4-12,2-17,4-1,6 9,-3-2,-7 36,0 0,0 1,-1-1,0 0,0 0,-1-4,-15-31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23.31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0 961,'0'-7,"0"-37,13-331,-9 333,-1-8,0-22,10-77,3-28,-16 132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23.92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64 466,'28'0,"-27"0,-1-1,1 0,-1 0,1 0,-1 1,1-1,-1 0,0 0,0 0,1 0,-1 1,0-1,0 0,0 0,0 0,0 0,0 0,0-1,-1-22,1 22,0-7,-1 1,0-1,-1 1,-4-13,-3-19,8 35,0-5,0 0,-1 0,0 0,0 0,-1 0,0 1,-1 0,-6-12,1 7,1 0,1-1,-5-15,9 23,1 0,0 0,1 0,0-1,0 1,0 0,1-1,0 1,2-11,4-27,-6 22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24.32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25,'0'-8,"0"-1,0 6,0-2,0 13,0 4,0 6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25.00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344 585,'-9'0,"7"1,0-1,0 0,0 0,0 0,0 0,0 0,0-1,0 1,0 0,0-1,1 1,-1-1,0 0,0 0,0 0,0 0,1 0,-1 0,1 0,-1-1,0 1,1 0,0-1,-1 1,0-3,-3-1,0 1,0 1,-1-1,1 1,-1 0,0 0,0 0,0 1,0 0,-9-2,-29-12,39 13,-1 0,0 1,1-1,-1 1,0 1,0-1,0 1,0 0,-1 0,-9 1,12 0,0 1,0 0,1 0,-1 0,0 0,1 0,0 1,-1-1,1 1,0 0,-1 0,1 0,0 1,1-1,-1 1,0 0,1-1,-5 7,3-3,0 0,1 0,0 1,0-1,0 1,0 0,1-1,0 1,1 0,0 0,0 0,0 0,1 1,0-1,1 10,1-8,0 1,0-1,1 0,1 0,-1 0,1 0,1 0,-1-1,2 0,10 14,-12-17,9 11,1-1,30 28,-40-40,0 0,1 0,-1 0,1 0,0-1,-1 1,1-1,0 0,0-1,1 1,-1-1,0 0,0-1,1 1,-1-1,9 0,-9-1,-1-1,0 1,0 0,0-1,0 0,-1 0,1 0,0-1,-1 1,1-1,-1 0,0 0,4-5,2-2,0-1,13-23,-17 22,0-1,0-1,-1 1,-1-1,0 1,-1-1,1-16,3-19,45-456,-50 472,-3 2,-3-6,5 37,0 0,0 0,0 0,0 0,0 0,0 0,0 0,0 0,0 0,0-1,0 1,0 0,0 0,0 0,0 0,0 0,0 0,0 0,0 0,0 0,-1 0,1 0,0-1,0 1,0 0,0 0,0 0,0 0,0 0,0 0,0 0,0 0,0 0,0 0,0 0,-1 0,1 0,0 0,0 0,0 0,0 0,0 0,0 0,0 0,0 0,0 0,0 0,-1 0,1 0,0 0,0 0,0 0,0 0,0 0,0 0,0 0,0 0,0 0,0 0,0 0,0 1,-1-1,1 0,0 0,0 0,0 0,0 0,0 0,0 0,-3 5,3-4,-11 30,2 1,1 0,1 0,-3 58,10 134,2-67,1 15,-3-169,1 1,-1-1,1 0,0 0,0 0,0 0,0 1,2 2,-2-4,0-1,0 1,0-1,0 0,0 0,0 1,0-1,1 0,-1 0,0 0,0 0,1-1,-1 1,1 0,-1 0,1-1,-1 1,1-1,-1 0,3 1,20 2,10 7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25.68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350 125,'-8'-3,"0"0,0 0,0 1,-1 0,-12-1,-4-1,11 1,0 1,0 0,-1 1,1 1,0 0,-15 2,22-1,-1 1,1 0,-1 0,1 0,0 1,0 0,0 1,1-1,-1 1,1 1,0-1,-11 11,12-10,0 0,0 1,1 0,-1-1,1 1,1 1,-1-1,-4 12,7-13,-1 1,1-1,0 1,1-1,-1 1,1 0,0-1,1 1,-1-1,1 1,3 9,-3-9,2 6,0 0,1-1,1 1,10 21,-13-31,0 1,0 0,0-1,0 0,0 1,0-1,0 0,1 0,-1 0,1-1,-1 1,1-1,0 1,0-1,0 0,0 0,0 0,0 0,0-1,0 1,0-1,0 0,0 1,0-2,4 1,2-1,-1 0,1-1,-1 0,1 0,-1-1,11-5,-14 6,-1-1,1 1,-1-1,0-1,0 1,0 0,-1-1,1 0,-1 0,0 0,0 0,2-5,1-2,-2 5,0 0,-1 0,0-1,0 1,-1-1,0 0,0 0,0 0,0-9,17-116,-13 84,1-15,-8 52,-1 9,-3 8,3 2,0 0,0-1,1 1,-1 0,2 0,-1 0,1 0,2 10,-2 4,2 9,6 38,-4-42,-1 0,-1 40,-3-54,1 0,0 0,1 0,0 0,1 0,0 0,1-1,9 24,-4-26,0-2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26.44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327 463,'-12'-1,"1"0,-1-1,0-1,-17-5,16 4,1 1,0 0,-17-1,24 4,1 0,-1 0,1 0,-1 1,0 0,1 0,-1 0,1 0,0 1,-1-1,1 1,-8 5,3 0,0 1,0 0,1 0,0 1,0 0,1 0,0 1,1 0,0 0,0 0,1 1,-7 20,7-13,1 0,0 1,2-1,0 1,1-1,2 36,-1-50,0 1,1-1,-1 1,1-1,0 1,0-1,0 0,1 0,-1 1,1-1,0 0,0 0,1-1,-1 1,1 0,0-1,0 1,0-1,0 0,6 4,3 0,20 10,-30-16,-1-1,1 1,-1-1,1 0,0 0,0 0,-1 1,1-2,0 1,-1 0,1 0,0 0,-1-1,1 1,-1-1,1 0,0 1,-1-1,2-1,6-4,-1 0,-1-1,1 0,-1-1,0 1,-1-1,0-1,5-8,38-79,-36 68,-1-1,-2 0,0 0,-2 0,4-33,11-123,-21 163,13-256,-26 359,6 152,-4-109,-2 29,12-30,2-58,-3 7,0 14,-4 5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29.08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297 0,'-51'72,"33"-49,1 1,1 0,-20 43,-4 33,25-62,-2 6,-3 11,4 8,-13 102,23-123,-5 46,6 0,10 1,3 0,21 87,-18-112,-9-49,1 0,1 0,0 0,8 15,-11-26,1 0,0 0,0-1,1 1,-1-1,1 1,0-1,-1 0,2 1,-1-2,0 1,1 0,-1-1,1 1,0-1,-1 0,1 0,9 2,-1 0,-11-4,-1 1,1-1,-1 0,1 1,-1-1,1 0,0 0,-1 0,1 0,-1 0,1 0,0 0,-1 0,1 0,-1 0,1 0,0 0,0 0,7-18,-3 10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30.00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1 660,'7'0,"-6"0,-1 0,0-1,1 1,-1 0,1 0,-1-1,0 1,1 0,-1-1,0 1,1 0,-1-1,0 1,0 0,1-1,-1 1,0 0,0-1,0 1,1-1,-1 1,0-1,0 1,0-1,0 1,0 0,0-1,0 1,0-1,0 1,0-1,0 1,0-1,0 1,0 0,-1-1,1 0,0-2,5-101,22-126,-21 185,-1-2,-1-4,3-5,-4 0,-8 4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3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166 95,'20'0,"-19"-1,0 0,-1-1,1 1,-1 0,1-1,-1 1,0-1,0 1,0-1,0 1,0-1,0 1,0-1,0-1,0 2,0 0,0 0,0-1,0 1,0-1,1 1,-1-1,0 1,1 0,-1-1,1 1,0 0,-1 0,1-1,0 1,0 0,0 0,0 0,0 0,0 0,0 0,0 0,0 0,0 0,1 1,-1-1,0 0,1 1,1-1,4-1,0 0,1 0,-1 1,12 0,5-2,26-9,-31 7,34-5,-46 10,0-1,0 1,1 1,-1-1,0 1,0 0,0 1,10 3,4 2,-16-6,0 0,0 0,0 0,-1 1,1 0,0 0,-1 0,0 1,1-1,-1 1,4 4,-7-5,-1-1,0 0,0 1,0-1,0 1,0-1,0 1,-1-1,1 0,0 1,-1-1,1 1,-1-1,1 0,-1 0,-1 3,-13 21,6-14,0-1,0-1,-21 17,-8 7,14-11,-1-1,-47 29,9-6,-21 12,79-52,6-3,0-1,-1 0,1 1,-1-1,1 0,-1 1,1-1,0 0,-1 0,1 0,-1 0,1 1,0-1,-1 0,1 0,0 0,-1 0,1 0,0-1,1 1,-2 0,14-1,0 0,0 1,0 0,0 1,23 5,-2 2,34 13,-56-17,-9-3,1 1,-1-1,0 1,1 0,4 4,42 36,-31-22,-1 6,-18-22,1-1,0 1,-1 0,0 0,1 0,0 7,-2-7,0 0,0 0,0 0,-1 0,1 0,-1 0,0 0,-1 4,0-3,0-1,0 1,-1-1,1 1,-1-1,0 0,-4 4,1-2,0 0,0 0,-1-1,-12 8,7-7,1 0,-1-1,-18 6,5-5,0-1,0-1,-1-1,1-1,0-1,-1-1,1-2,-1-1,1 0,0-2,0-1,-27-11,13 2,27 10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31.54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4 607,'0'-7,"-2"-83,0 35,7-66,0 86,-3 23,0 0,-1 0,0 0,-1-1,-1 1,-2-17,1 19,-3-28,4 24,-3-29,6-2,8-1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32.29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323 123,'0'-3,"0"1,-1-1,1 0,0 0,-1 0,0 0,0 1,0-1,0 0,0 1,0-1,-1 1,1-1,-1 1,0-1,1 1,-1 0,0 0,0 0,-1 0,1 0,-5-2,-4-5,7 6,0 0,-1 0,0 0,0 1,0-1,0 1,0 1,0-1,-1 1,-7-2,1 2,0 0,0 0,-20 3,25-2,0 1,1 1,-1-1,0 1,0 0,1 1,0-1,-1 1,1 0,0 1,0 0,1 0,-1 0,1 0,0 1,0 0,0 0,1 1,0-1,0 1,0 0,1 0,0 0,0 0,0 1,1-1,0 1,0-1,0 1,1 0,0 0,1 0,0 10,0-15,0-1,0 1,0 0,0-1,0 1,0 0,1-1,-1 1,1 0,-1-1,1 1,-1-1,1 1,0-1,0 0,0 1,0-1,0 0,0 1,0-1,2 1,0 0,-1-1,1 0,-1 0,1 0,0 0,0-1,0 1,-1-1,1 1,0-1,5 0,-2 0,1-1,0 1,-1-1,1 0,-1-1,0 1,1-1,-1-1,0 1,0-1,0 0,0 0,-1-1,8-6,-7 4,0 0,0 0,0-1,-1 0,0 0,-1 0,1 0,-2-1,1 0,3-12,16-68,-22 64,5 32,0 8,0 8,-1 0,2 45,-6-49,1-1,0 0,2 1,0-1,13 35,-16-52,-1 0,1 0,1 0,-1 0,0 0,0 0,1 0,-1 0,1 0,-1-1,1 1,0 0,0-1,0 0,0 1,0-1,2 1,7 2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32.80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363 0,'0'1,"0"0,-1-1,1 1,0 0,-1-1,1 1,0 0,-1-1,1 1,-1-1,1 1,-1 0,1-1,-1 1,1-1,-1 0,1 1,-1-1,0 1,1-1,-1 0,0 0,1 1,-1-1,0 0,0 0,1 0,-1 0,0 0,0 0,1 0,-2 0,-31 0,24-1,-16 1,1 1,-34 5,49-4,0 0,0 1,0 0,1 0,-1 1,1 0,0 1,0 0,-12 9,2 0,8-6,0 1,0 0,-16 18,23-23,1 0,-1 1,0-1,1 1,0 0,0 0,1 0,-1 0,1 0,0 0,1 0,-1 0,1 7,0-7,0-1,0 0,0 1,1-1,0 1,0-1,0 0,0 1,1-1,0 0,-1 0,1 0,1 0,-1-1,1 1,-1-1,1 1,0-1,1 0,-1 0,0 0,1 0,-1-1,1 1,8 3,-2-4,0 0,1 0,-1-1,1-1,-1 0,1 0,13-2,-15 1,37-3,-26 4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33.25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101 1,'-1'0,"-1"0,1 0,0 1,-1-1,1 0,0 1,0-1,0 1,-1 0,1-1,0 1,0 0,0 0,0 0,0 0,0 0,0 0,0 0,1 0,-1 0,0 0,1 0,-1 0,1 1,-1-1,1 0,-1 0,1 1,0-1,0 0,-1 1,1 0,-1 10,0-1,1 23,0-12,-4 17,-2 0,-15 48,21-83,-6 18,-3 11,1 1,2 0,-4 61,13-79,-3-15,1-1,-1 0,0 1,0-1,0 0,1 1,-1-1,0 0,0 1,1-1,-1 0,0 0,1 1,-1-1,0 0,1 0,-1 1,0-1,1 0,-1 0,1 0,-1 0,0 0,1 0,-1 0,1 0,-1 0,0 0,1 0,-1 0,1 0,-1 0,0 0,1 0,4-4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33.60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1 226,'0'17,"0"-40,1 20,1 0,-1 1,1-1,-1 1,1-1,0 1,0-1,0 1,0 0,1 0,3-3,9-8,37-41,32-39,-70 77,-3 4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34.01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 1,'-1'13,"1"-11,0-1,-1 1,1 0,0 0,0 0,0-1,0 1,0 0,0 0,1 0,-1-1,1 1,-1 0,1-1,0 1,-1 0,1-1,0 1,0-1,0 1,0-1,0 1,1-1,-1 0,0 0,1 1,2 0,0 1,-1 0,1-1,0 1,-1 1,0-1,0 0,0 1,0 0,0-1,4 9,0-2,1 0,0-1,0 0,19 15,-22-20,34 35,-29-28,0-1,1 0,0 0,1-1,15 9,-26-17,0-1,1 1,-1 0,0-1,1 1,-1-1,0 0,1 1,-1-1,1 0,-1 0,0 0,1 0,-1 0,1 0,-1 0,3-1,9-7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34.44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128 616,'0'-3,"-1"0,1-1,-1 1,0 0,0 0,0 0,0 0,-3-4,-6-18,6 1,-2-30,-3-21,-32-139,30 170,-1 0,2-4,-5-7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35.17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0 161,'9'-7,"0"1,0 0,1 0,0 1,0 1,10-4,16-7,-5-2,31-21,-50 30,-4 3,1 1,0 0,0 0,0 1,1 0,12-3,60-5,-78 11,-1 0,0 0,1 0,-1 0,0 1,0-1,1 1,-1 0,0 0,0 0,0 0,0 0,5 4,-7-4,0-1,0 1,0 0,0 0,0 0,-1 0,1 0,0 0,-1 0,1 1,0-1,-1 0,0 0,1 0,-1 0,0 1,1-1,-1 0,0 1,0-1,0 0,0 0,0 1,-1-1,1 0,0 0,-1 1,1-1,0 0,-1 0,0 0,1 0,-1 0,1 0,-1 0,0 0,-1 1,-13 20,-2-2,-24 25,23-27,-42 58,47-62,0 1,-13 20,28-34,0 0,0 0,0 0,0 0,1 0,-1-1,0 1,0-1,0 1,1-1,2 0,3-2,1 0,-1 1,1 0,0 1,0 0,-1 0,1 1,13 2,-5 0,0 2,-1-1,25 12,-34-12,0 1,0 0,0 0,0 0,-1 1,0 0,9 11,6 6,-11-11,-7 4,-6 4,1-11,-2 0,1-1,-1 1,0-1,-1 0,0 0,0 0,-1 0,0-1,0 0,-1-1,0 1,0-1,-15 10,-8 2,0-1,-54 21,76-35,-20 7,-2-1,1-1,-45 5,71-13,3 0,0 1,-1-1,1 0,-1 0,1 0,0 0,-1 0,1 0,-1 0,1 0,-1 0,1 0,0 0,-1 0,1 0,-1 0,1-1,0 1,-1 0,1 0,-1 0,1-1,0 1,-1 0,1 0,0-1,0 1,-1 0,1-1,0 1,-1 0,1-1,0 1,0 0,0-1,-1 1,1-1,-7-16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35.76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327 1,'-14'0,"0"0,0 0,0 2,1-1,-1 2,0 0,-26 9,27-5,0-1,0 2,1 0,0 1,0 0,1 0,0 1,1 1,0 0,0 0,1 1,1 0,0 1,1 0,0 0,-6 17,10-17,0 0,1-1,0 1,1 0,1 0,0 0,3 23,-1-31,0 0,0 0,0 0,0 0,1 0,0-1,0 1,0-1,1 0,-1 0,1 0,0 0,0-1,0 1,1-1,-1 0,1 0,5 2,-6-3,1 0,-1 0,1 0,0 0,0-1,0 1,0-1,0-1,0 1,0-1,0 0,1 0,-1 0,0-1,0 1,0-1,0 0,0-1,5-1,-4-1,1 0,-1-1,0 1,0-1,-1 0,1-1,-1 1,0-1,-1 0,0 0,1-1,-2 1,1-1,-1 0,3-7,0-5,-1-1,0 1,-1-1,1-30,-4 38,-1 1,-1-1,0 0,0 1,-1-1,-1 1,-4-14,5 20,0-1,0 0,-1 1,1 0,-1-1,0 1,-1 0,0 1,1-1,-1 1,-1-1,1 1,-1 0,1 1,-8-5,9 7,1 0,-1 0,0 0,1 1,-1-1,0 1,1 0,-1 0,0 0,0 0,1 0,-1 0,0 1,1 0,-1-1,0 1,1 0,-1 0,-3 2,2 0,0-1,0 1,0 0,0 0,0 0,1 0,-1 1,1-1,0 1,-3 5,-3 10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36.13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1,'0'0,"0"1,0-1,0 1,0-1,1 1,-1-1,0 1,0-1,0 1,0-1,1 1,-1-1,0 0,1 1,-1-1,0 1,1-1,-1 0,0 1,1-1,-1 0,1 1,-1-1,0 0,1 0,-1 0,1 1,-1-1,1 0,-1 0,1 0,22 2,2 1,-9 7,0 0,-1 1,26 23,-10-8,13 14,65 74,-104-107,1 1,-1 0,0 0,-1 0,0 1,0-1,2 10,7 16,-7-24,-6-10,0 0,0 1,1-1,-1 0,0 0,0 0,0 1,0-1,0 0,0 0,0 0,0 0,0 0,0 1,0-1,1 0,-1 0,0 0,0 0,0 0,0 0,0 1,1-1,-1 0,0 0,0 0,0 0,0 0,0 0,1 0,-1 0,0 0,0 0,0 0,1 0,-1 0,0 0,0 0,0 0,0 0,1 0,-1 0,0 0,0 0,0 0,0 0,1 0,-1 0,0-1,0 1,0 0,0 0,0 0,1 0,-1 0,0 0,0-1,0 1,0 0,0 0,0 0,0 0,0 0,0-1,0 1,1 0,-1-12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36.52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337 0,'-8'7,"-1"0,1 1,0 0,1 0,0 1,0 0,1 0,1 1,-9 16,7-13,0 1,-2-1,-16 21,-30 25,-55 79,84-98,23-31,-8 14,6 11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37.13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64 171,'0'1,"0"-1,0 1,1-1,-1 1,0 0,0-1,0 1,0-1,1 1,-1 0,0-1,1 1,-1-1,0 1,1-1,-1 1,1-1,-1 0,1 1,-1-1,1 1,-1-1,1 0,-1 0,1 1,-1-1,1 0,0 0,-1 1,1-1,-1 0,1 0,1 0,25 0,-16-1,-4 1,-1 1,1-1,0-1,-1 1,1-1,-1 0,0-1,1 0,-1 0,0 0,0 0,0-1,0 0,-1-1,1 1,-1-1,0 0,0 0,0-1,7-8,7-7,11-13,-28 31,-1 0,1 0,-1 0,0 0,0-1,1 1,-1 0,-1-1,1 1,0-1,-1 1,1-4,-1 4,0 1,0-1,0 0,0 1,-1-1,1 1,0-1,-1 0,1 1,-1-1,0 1,0-1,1 1,-1 0,0-1,0 1,0 0,-1 0,1-1,0 1,0 0,-1 0,1 0,0 1,-1-1,1 0,-1 0,1 1,-1-1,1 1,-1-1,0 1,-2 0,-10-2,0 1,-1 1,1 0,-1 1,-24 5,32-4,-1 0,0 1,1 0,-1 0,1 1,0 0,0 0,0 0,1 1,0 0,0 0,-6 7,3-3,1 1,1 0,0 0,0 0,1 1,0 0,-5 15,9-20,0 1,1-1,-1 1,2 0,-1 0,0-1,1 1,1 0,-1 0,1 0,0-1,0 1,1 0,4 10,-1-4,-4-10,0 1,0-1,0 0,1 0,-1 0,1 0,0 0,0 0,0 0,0 0,1-1,-1 1,5 2,-1 0,0-1,0 0,1 0,0-1,0 1,0-1,0-1,0 0,0 0,1 0,-1-1,1 0,-1 0,1-1,-1 0,1 0,11-3,1 0,-15 2,0 1,0-1,0 0,0-1,0 1,-1-1,6-2,14-7,-16 10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37.72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381 12,'8'-7,"-8"7,-1-1,1 1,0 0,0 0,0-1,-1 1,1 0,0-1,0 1,-1 0,1 0,0 0,0-1,-1 1,1 0,0 0,-1 0,1 0,0 0,-1-1,1 1,0 0,-1 0,1 0,0 0,-1 0,1 0,0 0,-1 0,1 0,0 0,-1 0,1 1,0-1,-1 0,-15-1,16 1,-11 1,0 0,0 1,1 0,-1 0,1 1,0 0,-19 9,6 0,-1 1,-20 17,39-27,1 0,0 1,0-1,0 1,-5 7,9-10,0-1,-1 0,1 1,0-1,-1 1,1-1,0 1,0-1,0 1,-1-1,1 1,0-1,0 1,0 0,0-1,0 1,0-1,0 1,0-1,0 1,0-1,0 1,1-1,-1 2,1-1,0-1,0 1,0-1,0 1,0-1,0 1,0-1,0 1,0-1,0 0,0 0,0 1,0-1,0 0,0 0,0 0,0 0,2 0,19-1,-9 1,0-1,1 2,-1-1,0 2,1 0,-1 1,0 0,20 8,-20-5,1 0,0 1,21 14,-31-18,0 0,0 0,-1 0,0 1,1 0,-1-1,0 1,-1 0,1 0,-1 1,0-1,4 9,-6-11,0 0,0-1,0 1,0 0,0 0,0 0,0 0,0-1,-1 1,1 0,-1 0,1-1,-1 1,-1 2,-15 24,12-22,0 1,0-2,-1 1,0 0,0-1,-1 0,1 0,-1-1,0 0,0 0,-1-1,-9 4,-11 1,0 0,-33 3,32-6,12-2,0-1,0-1,-1 0,1-2,0 0,-20-3,35 3,0 1,0-1,0 0,1 0,-1 1,0-1,1 0,-1 0,1-1,-1 1,1 0,-1 0,1-1,0 1,0-1,-1 1,1-1,0 0,1 1,-1-1,-1-3,-3-10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5:38.22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1,'0'0,"0"1,0-1,0 1,1-1,-1 1,0-1,0 1,0-1,0 1,1-1,-1 1,0-1,0 1,1-1,-1 1,0-1,1 1,-1-1,1 0,-1 1,0-1,1 0,-1 1,1-1,-1 0,1 0,-1 1,1-1,0 0,20 3,0 1,-10 1,-1 0,0 1,0 1,-1 0,12 10,-7-5,-5-3,-1 0,0 1,0 0,-1 0,12 22,-13-21,44 95,-37-75,4 12,3 12,0 11,28 122,-25-85,-6-3,-12-46,-3 107,-14-56,-11 1,-10 1,-11-2,-9-2,33-71,-25 31,-32 29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6:20.52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0,'4'16,"5"32,-3-11,1 7,-5-31,0 1,0-1,8 21,3-6,1-1,1 0,2-1,38 46,-31-44,5 7,3-2,0 4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6:20.94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519 2,'-47'0,"8"-2,0 3,0 1,-50 10,79-10,-1 0,1 1,-1 1,1 0,0 0,0 1,1 1,0-1,0 1,0 1,0 0,1 0,0 0,1 1,0 1,-10 13,7-6,4-5,-1-1,0 1,0-1,-1 0,-1-1,0 0,-15 12,10-12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7:48.44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12 1354,'-11'-289,"11"237,0-10,4-13,38-197,-18 127,-14 83,1-1,-1 4,28-95,-32 133,-2 8,0 1,0 0,7-12,-9 21,-1 0,1 1,0-1,-1 0,1 1,0 0,1-1,-1 1,0 0,1 0,-1 1,1-1,0 0,-1 1,1-1,0 1,5-2,-3 5,0 12,16 113,-19-117,6 47,4 7,4 16,2 20,7 5,-16-74,15 34,-17-50,0 0,1-1,12 16,-16-25,0 1,0-1,1 0,0-1,0 1,10 7,-11-11,-1 1,0-1,0 1,1-1,-1 0,1 0,-1-1,1 1,-1-1,1 0,-1 1,1-2,0 1,-1 0,1-1,-1 1,1-1,-1 0,1 0,-1-1,0 1,0-1,4-1,3-4,0 0,0-1,-1 1,0-2,11-12,12-18,-7-4,43-126,-32 73,-13 40,-1 7,2 4,2 5,-25 38,1 0,-1 1,0-1,1 1,-1-1,1 1,-1 0,1-1,0 1,0 0,-1 0,1 0,0 1,0-1,0 0,0 1,0-1,0 1,0-1,0 1,0 0,1 0,-1 0,3 1,-1 0,0 0,0 1,-1-1,1 1,-1 0,0 1,1-1,-1 0,0 1,0 0,5 5,8 16,-5 10,-2 14,-3 20,-4 126,-2-1,5-129,-3-7,-1 5,0 9,2-25,1 0,2 0,23 83,-19-105,2-9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7:49.18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438 168,'-79'-1,"-98"4,167-2,-1 1,1 1,0-1,0 2,0-1,0 1,0 1,1 0,0 0,0 1,0 0,-13 13,18-15,-1 1,1-1,1 1,-1 0,1 0,-1 0,1 1,1-1,-1 1,-1 7,3-8,0-1,0 0,1 1,-1-1,1 1,1-1,-1 0,0 1,1-1,0 0,0 1,0-1,1 0,-1 0,4 6,1 2,-1-3,0 0,0 0,1 0,0 0,8 8,-12-15,0 0,0 0,0-1,0 1,0-1,1 1,-1-1,0 0,1 0,-1 0,1 0,-1-1,1 1,-1-1,1 1,-1-1,1 0,-1 0,1 0,0 0,-1 0,1-1,-1 1,1-1,-1 0,4-1,0 0,0 0,-1-1,1 1,-1-1,0 0,0-1,0 1,0-1,-1 0,1 0,-1-1,0 1,0-1,0 0,-1 0,3-6,30-37,-26 36,0 0,13-24,-6 2,-2 0,-1-2,-2 0,11-51,-21 69,-2 15,0 1,0 0,0 0,0 0,1 0,-1 0,1 0,-1-1,1 1,0 0,0 1,0-1,0 0,0 0,0 0,0 0,2-1,-1 6,-1 1,0-1,0 1,0 0,0-1,-1 1,1 7,-1 13,0 0,-6 36,3-34,1 52,4-36,1 12,16 95,-13-121,9 37,-13-59,0-1,0 1,0 0,1-1,0 1,1-1,-1 0,6 6,0-2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7:49.70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466 64,'-4'-4,"2"3,0-1,0 1,0-1,0 0,0 0,0 0,1 0,-1 0,1 0,-1 0,1-1,0 1,0 0,0-1,0 1,0-5,0 5,0 1,0 0,0 0,0 0,0 0,0 0,0 0,0 0,0 1,0-1,0 0,-1 1,1-1,0 0,0 1,-1 0,1-1,0 1,-1 0,-1-1,-32-4,33 5,-8 0,0 0,-1 1,1 0,0 1,0 0,0 0,0 1,0 0,0 1,1 0,0 1,-9 5,-10 8,2 1,-37 33,51-43,1 1,1 0,0 0,0 1,1 1,1 0,0 0,0 0,1 1,1 0,-5 15,3 5,7 3,4 4,-2-34,1 1,-1-1,1 0,1 0,-1 0,1 0,1 0,-1-1,1 1,-1-1,1 0,1 0,-1 0,1-1,0 0,0 0,0 0,1 0,-1-1,1 0,0 0,0 0,0-1,0 0,0 0,1 0,-1-1,10 1,17-1,0-2,0-1,0-1,55-14,-36 7,-48 10,0-1,-1 1,1-1,-1 0,0 0,1 0,-1-1,0 1,1-1,-1 0,0 0,0 0,-1 0,1 0,2-3,6-21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7:50.16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98 719,'-1'-2,"0"1,-1-1,1 1,0-1,-1 1,1 0,-1 0,0-1,1 1,-5-1,5 1,-1 0,0 0,1 0,-1 0,1 0,-1 0,1 0,0-1,-1 1,1 0,0-1,0 1,0-1,0 1,0-1,-1-3,-2-7,0 0,1-1,1 0,0 1,-1-15,3-68,1 46,-6-35,1 42,-1-7,-2-15,4-11,0-4,2 68,-1 0,-6-18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7:50.69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26 544,'0'-3,"-1"0,1 0,-1 0,0 0,0 1,0-1,0 0,-4-5,-4-12,7 15,1 0,0 0,1 0,-1 0,1 0,0 0,0-1,0 1,1 0,1-6,2-3,1-1,6-14,3-5,-7 13,1 0,1 1,1 0,23-33,-9 18,-1-1,19-39,-30 53,1 5,-12 15,1 1,-1-1,1 1,0-1,0 1,0 0,0 0,0-1,0 1,0 1,0-1,0 0,1 0,-1 1,0-1,0 1,1 0,-1 0,0 0,1 0,-1 0,0 0,0 1,1-1,-1 1,0-1,0 1,1 0,-1 0,0 0,2 2,0-1,0 2,0-1,0 0,0 1,-1 0,0 0,0 0,0 0,0 0,0 0,-1 1,0 0,3 6,2 18,0 1,-2 0,-1 1,-1 37,-1-27,-2-22,0-1,-2 1,-7 32,4-26,-1 31,1-12,3-33,1 1,0 0,0-1,3 23,-2-33,0-1,0 0,0 1,0-1,0 0,1 1,-1-1,0 0,0 0,0 1,1-1,-1 0,0 0,0 1,1-1,-1 0,0 0,1 0,-1 1,0-1,0 0,1 0,-1 0,0 0,1 0,-1 0,0 0,1 0,-1 0,0 0,1 0,-1 0,0 0,1 0,-1 0,0 0,1 0,-1 0,0 0,1 0,0-1,-1 1,19-3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7:51.10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53 197,'0'0,"0"-8,0 4,-8-8,0 0,5-3,-2-3,2 3,-2-4,-5-14,4 1,1 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7:51.49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52 25,'-4'-9,"-4"2,5 3,-2 4,2-5,-5 5,-13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7:51.86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0 575,'0'-345,"1"327,0 0,1 0,1 0,0 0,2 0,0 1,1 0,1 0,15-29,-21 44,1 1,-1-1,0 0,1 0,0 1,-1-1,1 1,0-1,0 1,0 0,0 0,0 0,0 0,0 0,0 0,0 1,3-2,-1 2,0-1,1 1,-1 0,0 0,0 1,1-1,-1 1,7 2,-2-1,-1 2,1-1,0 1,-1 1,0-1,0 1,11 10,-13-10,-2 1,1-1,0 1,-1 0,0 0,0 0,-1 0,0 1,0 0,-1-1,1 1,-1 0,1 10,0 7,-1 1,-1 39,-1 5,20 84,-12-105,-8-35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7:52.20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258 312,'4'-4,"-2"1,0 1,0 0,0 0,-1-1,1 1,-1-1,1 1,1-6,0 0,1-1,0 2,0-1,1 0,0 1,1 0,6-8,-5 8,-1 0,0-1,-1 0,1 0,7-18,-10 17,1 0,-2-1,1 1,-1-1,-1 0,0 1,0-18,-1 24,0 1,0-1,-1 1,1 0,-1-1,0 1,0 0,1-1,-2 1,1 0,0 0,0 0,-1 0,1 0,-1 0,1 0,-1 1,0-1,0 0,0 1,0 0,0-1,0 1,0 0,0 0,-1 0,1 0,0 0,-1 1,1-1,0 1,-1 0,1-1,-1 1,1 0,-5 1,1 0,-1-1,1 1,0 1,0-1,0 1,-1 0,2 1,-1 0,0 0,-7 4,-2 3,1 1,-21 19,12-8,1 0,1 2,1 1,-31 50,45-65,0 1,1 0,0 0,1 0,0 0,1 1,0 0,1 0,0 0,1 0,0 0,1 0,0 0,1 0,4 22,-3-29,0 0,0 0,1 0,-1 0,1-1,0 1,0-1,0 0,1 1,0-2,-1 1,1 0,1-1,-1 0,0 0,1 0,0 0,0-1,-1 0,1 0,8 2,10 2,0 0,1-2,34 2,-46-5,25 1,0-2,41-6,-1 1,-40 2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7:54.89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0,'2'1,"-1"-1,1 1,-1 0,1 0,-1 0,1 0,-1 0,1 0,-1 0,0 0,0 1,1-1,-1 0,0 1,0-1,0 1,1 2,11 32,-9-26,67 237,-61-200,5 10,8 17,69 142,21 0,-107-201,-5-14,-1 1,0 0,1-1,-1 1,1-1,0 1,-1 0,1-1,0 0,0 1,0-1,0 1,0-1,0 0,1 0,-1 0,0 1,1-1,-1-1,1 1,1 1,5-4,3-14,2-21,4-22,22-125,1-4,-17 98,-3 5,1 3,-2 9,-3 19,-7 29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7:55.51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392 99,'0'-12,"1"10,-1 0,1-1,-1 1,0 0,0-1,0 1,-1 0,1-1,0 1,-1 0,0-1,1 1,-1 0,0 0,0 0,0 0,-3-4,-10-10,13 15,0-1,0 1,-1-1,1 1,0-1,-1 1,1 0,-1 0,1 0,-1 0,0 0,1 0,-1 0,0 0,-3 0,-7-2,1 1,-1 1,1 0,-1 1,1 0,-1 1,0 0,-17 4,-11 5,-41 17,37-13,41-12,-1-1,1 1,-1-1,1 1,0 0,0 0,0 0,0 1,0-1,0 1,1 0,-1 0,1-1,0 2,-1-1,-1 4,4-5,-1-1,0 1,1-1,-1 1,1-1,0 1,0 0,-1-1,1 1,0-1,0 1,1 0,-1-1,0 1,0-1,1 1,-1 0,1-1,0 1,-1-1,1 1,0-1,0 0,0 1,0-1,0 0,0 0,0 1,0-1,0 0,1 0,-1 0,0 0,1-1,-1 1,1 0,1 0,116 47,-7-4,-98-37,1 1,-1 0,0 1,-1 1,16 14,-16-12,0 2,-1-1,0 2,17 27,-28-39,1-1,-1 1,0-1,0 1,0 0,-1 0,1-1,-1 1,1 0,-1 0,0 0,0-1,0 1,-1 0,1 0,-1 0,1-1,-1 1,0 0,0-1,0 1,0 0,-1-1,1 0,-1 1,1-1,-1 0,0 0,0 0,0 0,-4 4,-7 4,0-1,0 0,-1 0,-19 8,33-17,-16 6,1 0,0-1,-1-1,-27 4,24-4,-23 3,-3-2,-7-1,-6-4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7:56.34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120 1133,'0'-53,"12"-294,-6 297,0-4,-4-7,-2 1,-11-85,0 57,1 8,-3 9,11 63,0 1,-1 0,1-1,-2 1,1 0,-1 0,0 1,0-1,-1 1,0 0,0 0,0 0,-1 1,-10-9,-14-3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7:56.78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1 172,'0'-2,"0"1,1-1,-1 0,0 0,1 0,-1 1,1-1,0 0,0 1,-1-1,1 1,0-1,0 1,1-1,-1 1,0 0,0 0,1-1,-1 1,3-2,37-17,-25 14,9-6,28-13,94-29,-94 42,11 4,15 8,-22 4,0 3,-1 2,0 2,106 37,-91-14,-57-27,-1 2,22 17,-26-18,1 2,-1-1,0 1,8 14,-10-13,0 1,-1 0,0 0,7 25,-8-18,-1 0,-1 0,2 27,-4-21,-2 0,-5 42,2-42,-2 0,-16 42,10-38,-1-1,-1 0,-2-2,-1 1,-23 27,10-20,-1-1,-67 56,79-75,0 0,0-2,-1 0,-1-2,-22 9,-28 5,48-19,-30 3,-26-5,4-7,14-11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7:57.37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70 205,'0'0,"0"1,0-1,0 0,0 0,0 1,0-1,0 0,0 1,0-1,1 0,-1 1,0-1,0 0,0 1,0-1,0 0,1 0,-1 1,0-1,0 0,1 0,-1 0,0 1,0-1,1 0,-1 0,0 0,0 1,1-1,-1 0,0 0,1 0,13-1,17-13,-27 13,13-6,0 0,36-8,-3 2,-44 10,0 0,0 0,-1 0,1 0,-1-1,0 0,0 0,0-1,0 0,-1 1,0-1,7-11,10-11,-20 26,1 0,-1 0,0-1,0 1,-1 0,1 0,0-1,0 1,0 0,-1-1,1 1,-1 0,1-1,-1 1,0-1,1 1,-1-1,0 1,0-1,0 0,0 1,0-1,-1 1,1-1,0 1,-1 0,1-1,-1 1,1-1,-1 1,0 0,-1-3,1 3,-1-1,0 0,0 1,0-1,0 1,0 0,0 0,0 0,0 0,-1 0,1 0,0 0,-1 1,1-1,0 1,-1 0,1-1,-1 1,-3 1,-11 0,1 1,-1 1,1 1,0 1,0 0,0 0,0 2,1 0,0 1,1 0,-22 17,27-17,0-1,1 1,0 1,0-1,1 1,0 1,0-1,1 1,1 1,0-1,0 1,1-1,0 1,1 0,0 1,1-1,-2 20,4-24,-1 0,1 1,1-1,0 1,0-1,0 0,1 0,0 1,0-1,1-1,0 1,0 0,0-1,1 1,0-1,0 0,1 0,0-1,0 1,0-1,1 0,-1 0,1-1,0 0,1 0,-1 0,1-1,0 0,-1 0,15 3,0-2,1-1,0-1,1-1,32-3,-41 1,0-1,0-1,0 0,0 0,-1-2,0 1,0-2,16-8,0-5,-2 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7:57.88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44 273,'0'1,"0"0,1 0,-1 1,0-1,1 0,-1 0,1 0,-1 0,1 0,-1 0,1 0,-1 0,1 0,0 0,0-1,0 1,-1 0,1 0,0-1,0 1,0 0,0-1,0 1,0-1,0 1,0-1,0 0,1 1,-1-1,0 0,0 0,0 0,0 0,0 0,1 0,-1 0,2-1,5 1,-1-1,1 0,0 0,10-4,15-8,-1-1,0-1,-1-2,-1-2,32-24,-54 37,-1 0,0 0,-1 0,1-1,-1 0,9-14,-13 18,0 0,0 0,0-1,0 1,-1-1,0 0,1 1,-1-1,0 0,-1 0,1 1,-1-1,0 0,0 0,0 0,0 0,-1 0,-1-5,1 7,0 0,0 0,0 0,0 0,-1 0,1 1,0-1,-1 0,0 1,1-1,-1 1,0 0,0 0,0-1,0 1,0 1,0-1,0 0,0 0,0 1,-5-1,3 0,-1 0,0 1,0-1,0 2,0-1,1 0,-1 1,0 0,-5 1,-2 3,-1 0,1 1,-13 8,-10 6,22-13,1 0,-1 1,2 1,-1 0,2 1,-1 0,-11 14,-3 8,-29 45,48-67,1 0,-1 1,1-1,1 1,0 1,1-1,-4 22,6-29,1 0,-1 0,1-1,0 1,0 0,0 0,1 0,-1 0,1-1,0 1,0 0,0-1,1 1,-1-1,1 1,0-1,0 1,0-1,0 0,1 0,-1 0,1-1,0 1,-1 0,1-1,0 0,6 3,-2-1,1-1,0 0,0-1,1 0,-1 0,0-1,1 0,10 0,11-2,29-4,-25 1,-7 2,-1-1,1-2,-1-1,0-1,-1-1,0-1,38-19,-27 7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7:58.28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342 117,'8'0,"-8"0,0 0,0-1,1 1,-1 0,0 0,1 0,-1 0,0-1,0 1,0 0,1 0,-1-1,0 1,0 0,0 0,1-1,-1 1,0 0,0-1,0 1,0 0,0-1,0 1,0 0,0 0,0-1,0 1,0 0,0-1,0 1,0 0,0-1,0 0,-2-9,0 7,-1-1,0 1,1 0,-1 0,0 1,0-1,-1 1,1-1,-1 1,1 0,-1 0,0 1,1-1,-1 1,0-1,0 1,0 1,0-1,0 0,-6 1,-3-1,0 0,0 2,0-1,0 2,-14 2,18-2,-1 0,1 1,0 0,0 1,0 0,0 0,1 1,0 0,0 0,0 1,1 0,-1 0,1 1,1 0,-1 0,1 1,1 0,-1 0,2 0,-1 0,1 1,0 0,0 0,1 0,1 0,-1 1,2-1,-2 12,3-17,-1-1,1 1,1-1,-1 1,0-1,1 0,0 1,-1-1,1 0,1 0,-1 1,0-1,1 0,-1 0,1 0,0-1,0 1,0 0,1-1,-1 1,1-1,-1 0,1 0,3 2,-2-1,0-1,1 0,-1-1,0 1,1-1,0 0,-1 0,1 0,0-1,-1 1,1-1,0 0,0-1,-1 1,1-1,0 0,5-1,5-4,0 0,0-1,0 0,0-1,-1-1,-1 0,0-1,0-1,-1 0,0 0,0-1,-2-1,1 0,-2 0,11-20,-18 30,0 0,-1 0,1 0,-1-1,0 1,0 0,0-1,0 1,-1-1,1 1,-1-1,0 1,0-1,0 0,0 1,-1-1,0 1,-1-7,-2 2,-1 0,1 0,-1 1,0 0,-11-13,-1 1,1-1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7:58.67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165 1,'3'1,"-1"0,0 0,0 1,0-1,0 1,0-1,0 1,-1 0,1 0,0 0,-1 0,0 0,1 0,-1 0,0 0,0 0,0 1,0-1,0 0,-1 1,1 2,0 6,0 0,0 0,-3 19,1-3,1-3,-2 61,-10-7,-7 23,9-51,-67 312,47-247,7-18,-2 6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30.94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375 13,'-123'0,"118"1,1 1,0-1,0 0,0 1,0 0,0 0,0 1,0-1,1 1,-1-1,1 1,0 0,0 0,0 1,-4 5,-8 7,-2 1,2 1,0 0,1 1,1 1,-21 41,6-9,16-25,0 9,4 12,3 15,5-50,1-1,0 1,6 21,-3-22,-1 0,2 0,0 0,9 17,-8-21,0 1,0-1,0 0,1-1,1 1,9 7,-8-9,0 0,0 0,0-1,1 0,-1 0,12 2,-7-2,0-2,0 0,1-1,19 1,-12-3,0 0,0-2,-1-1,1-1,-1-1,0 0,0-2,0 0,-1-2,0 0,28-18,-39 21,0-1,0 0,-1-1,0 1,-1-2,0 1,0-1,-1 0,0 0,0-1,-1 1,-1-1,1-1,4-17,-7 19,0 0,-1-1,0 0,0 1,-1-1,0 1,-1-1,0 1,0-1,-1 1,-1-1,1 1,-1 0,-1 0,0 0,-8-13,-7-6,-1 2,-1 0,-1 2,-1 0,-1 2,-2 0,0 2,-1 0,-1 2,0 2,-1 0,-43-15,54 23,7 3,0 1,0 0,-18-3,26 7,1 0,-1 0,1 0,0 1,-1-1,1 1,0 0,-1-1,1 1,0 0,0 1,0-1,0 0,0 0,0 1,0 0,0-1,0 1,1 0,-1 0,-1 2,-8 8,-12 9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31.71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212 1,'-6'0,"1"-1,1 1,-1 0,1 0,-1 1,0-1,1 1,-1 0,1 0,-1 1,1-1,0 1,-7 3,-15 11,20-13,-1 1,1-1,0 1,0 1,0-1,1 1,-1 0,1 0,1 0,-1 1,1 0,-1 0,-2 7,0 2,1 2,0-1,1 1,1-1,1 1,-1 21,3-29,1 0,0 1,1-1,0 1,1-1,0 0,0 0,1 0,0 0,0 0,1 0,0-1,6 9,-7-14,0 1,-1-1,1 0,1 0,-1 0,0 0,1-1,-1 1,1-1,0 0,0 0,0 0,0-1,7 3,-9-4,-1 0,1 0,-1-1,0 1,1 0,-1 0,1-1,-1 1,0-1,0 1,1-1,-1 1,0-1,0 0,1 0,-1 1,0-1,0 0,0 0,0 0,0 0,-1-1,1 1,0 0,0 0,-1 0,1-1,-1 1,1 0,-1-1,1 0,2-6,-1 1,0-1,0 1,0-10,0-1,13-92,-14 103,-1 0,0 0,0 0,-1 1,0-1,0 0,0 1,-1-1,0 0,0 1,-5-11,6 17,1-1,-1 1,1-1,-1 0,1 1,-1-1,0 1,1-1,-1 1,0 0,1-1,-1 1,0 0,0-1,1 1,-1 0,0 0,0 0,1-1,-1 1,0 0,0 0,-1 1,-24 2,1-1,2-9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32.13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26 687,'0'-11,"0"-6,0 1,-1-1,-6-30,1 13,1 0,1 0,2 0,2 0,1 0,7-43,-4 35,2-8,-1-12,-4-6,-1-7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33.07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14 520,'-1'24,"-7"41,5-49,2-3,0 0,1-1,0 1,1 0,1 0,5 21,27 73,-23-78,-8-20,-1-1,1 0,0-1,0 1,0-1,6 7,-9-13,1 0,0 0,-1-1,1 1,0 0,0 0,-1-1,1 1,0 0,0-1,0 1,0-1,0 1,0-1,0 1,0-1,0 0,0 0,0 1,0-1,0 0,0 0,0 0,0 0,0 0,0 0,0 0,0-1,0 1,0 0,0 0,0-1,0 1,0-1,0 1,0-1,0 1,0-1,0 0,-1 1,1-1,0 0,0 0,-1 0,1 1,-1-1,2-1,1-3,1 0,-1 0,1-1,-1 1,-1 0,1-1,-1 0,0 0,1-6,9-60,-11 63,13-174,-3 18,1 76,3-42,-14 108,0 0,-2-1,-5-34,-10-22,16 79,0 0,0 1,0-1,0 0,-1 0,1 1,0-1,-1 0,1 1,0-1,-1 0,1 1,-1-1,1 0,-1 1,1-1,-1 1,-1-1,2 1,-1 0,1 0,-1 0,1 0,0 0,-1 0,1 0,-1 0,1 0,-1 0,1 1,-1-1,1 0,-1 0,1 1,0-1,-1 0,1 1,-1-1,1 0,0 1,-1-1,1 0,0 1,0-1,-1 1,1-1,0 1,-8 11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33.65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179 264,'20'38,"-20"-38,0 1,0-1,0 0,0 0,0 0,0 1,0-1,0 0,1 0,-1 0,0 1,0-1,0 0,0 0,0 0,0 0,1 1,-1-1,0 0,0 0,0 0,1 0,-1 0,0 1,0-1,0 0,1 0,-1 0,0 0,0 0,0 0,1 0,-1 0,0 0,0 0,1 0,-1 0,0 0,0 0,0 0,1 0,-1 0,0 0,0 0,0-1,1 1,-1 0,0 0,2-3,-2 0,1 1,0-1,0 1,0-1,1 1,-1 0,0 0,4-4,-4 4,1 0,-1 0,1 0,-1 0,0 0,0 0,0-1,1-3,13-31,-12 30,-1 1,1 0,-1-1,0 1,0-1,1-8,0-20,-1 20,-1-1,0 1,-1 0,-3-18,3 31,0 1,-1-1,1 1,-1-1,1 1,-1-1,1 1,-1-1,0 1,0-1,0 1,0 0,0 0,0 0,0-1,0 1,-1 0,1 0,0 0,-3 0,2-1,-1 1,0 0,0 1,0-1,0 0,0 1,0 0,0 0,0 0,-4 0,0 1,0 0,0 1,0-1,1 1,-1 1,1-1,-1 1,1 0,-7 5,-1 3,1 1,1 0,-1 0,-12 19,18-22,1 0,-1 1,2-1,0 1,0 0,1 1,-6 20,6-12,0-5,2 0,0 0,0 0,1 16,1-26,1 0,-1 0,1 0,0 1,0-1,0 0,1-1,-1 1,1 0,0 0,0-1,0 1,1-1,-1 0,1 1,0-1,0 0,6 4,-1-1,0-1,1 0,-1-1,1 1,0-2,0 1,18 3,2-2,37 2,-41-5,-22-2,0 1,-1-1,1 0,0 0,0-1,0 1,-1 0,1-1,0 0,-1 1,5-3,5-8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34.00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55 587,'0'-12,"1"-1,-1-1,-1 1,0 0,-6-23,1 11,1-1,-2-26,-3-13,-1-12,7 37,4-5,4-10,-3-2,-10 13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34.34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48,'0'1,"0"-1,1 1,-1 0,0-1,0 1,1 0,-1-1,0 1,1-1,-1 1,0-1,1 1,-1-1,1 1,-1-1,1 1,-1-1,1 1,-1-1,1 0,0 1,-1-1,1 0,0 0,-1 1,1-1,0 0,-1 0,1 0,0 0,-1 0,1 0,1 0,30-1,-21 0,29-3,0-1,53-16,-47 10,55-6,-89 16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34.73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292 2,'-29'0,"12"-1,0 1,0 1,-22 4,32-4,1 1,0 0,0 0,1 0,-1 1,0 0,1 0,0 1,-1-1,2 1,-1 0,-8 9,-6 10,1 0,-23 40,38-57,1 0,0-1,0 1,0 0,1 0,0 0,0 1,1-1,-1 0,2 7,0 3,0 1,7 23,-6-32,0 1,1-1,0 0,1 0,-1-1,2 1,-1-1,1 0,0 0,0 0,1-1,0 1,9 6,-10-9,0-1,0 0,0 0,0 0,1 0,-1-1,1 0,0 0,0 0,0-1,0 0,0 0,0 0,0-1,0 0,0 0,0 0,0-1,10-3,-3 1,0-1,0-1,-1 0,1 0,17-12,-25 13,0 1,-1 0,1-1,-1 0,0 0,0 0,-1-1,1 0,-1 1,0-1,0 0,-1 0,1 0,-1-1,2-9,0 2,-2-1,0 1,-1 0,0-1,-2-24,1 33,-1 1,0 0,0-1,0 1,0 0,-1 0,0 0,0 0,0 0,0 0,-1 0,1 1,-1-1,0 1,0 0,0 0,-1 0,1 0,-1 0,0 1,-7-4,2 2,-1 0,0 1,0 0,-1 1,1 0,0 1,-1 0,1 0,-19 3,-26 4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36.41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0,'2'26,"0"-1,2 0,12 44,-15-67,14 52,13 96,-21-75,-7-37,-5 6,-3 9,-2 10,-2-1,-1-10,2-12,3-11,0-4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37.34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15 1,'-2'2,"1"0,-1-1,1 1,0 0,0 1,0-1,0 0,0 0,0 0,0 1,1-1,-1 0,1 1,0-1,0 0,0 3,2 38,-2-41,1 3,0 0,0-1,0 1,1 0,0-1,0 1,0-1,0 0,1 0,0 0,0 0,6 6,16 25,-9-10,0-2,29 31,-26-32,-1 1,23 38,-23-28,2 2,3 6,5 3,-3-2,0-7,-23-32,0-1,1 0,-1 0,1 0,0 0,0 0,-1-1,5 3,-5-4,-1 1,1-1,-1 0,1 1,-1-1,1 0,-1 0,1 0,-1 0,1 0,-1 0,1-1,-1 1,1 0,1-1,2-1,-1 0,0-1,0 1,0-1,6-5,26-28,4-15,5-11,5-14,-8 11,-13 24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39.08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537 0,'-192'1,"184"0,1 1,0 0,0 0,0 1,0 0,0 0,0 1,1 0,-10 7,-2 1,-14 8,1 1,1 1,-35 36,44-34,-3 10,1 14,18-36,1 1,-5 21,8-26,0 1,0 0,1 0,1 17,0-20,0 0,1 0,-1-1,1 1,0-1,1 1,4 7,-1-5,1 0,0 0,0 0,0-1,1-1,0 1,0-1,1 0,0-1,0 0,0-1,1 0,-1 0,14 3,8 1,2-1,-1-1,41 2,-57-7,-1-1,1 0,-1-1,0-1,1 0,24-8,-4-4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39.76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361 51,'-68'-1,"31"-1,0 2,-38 5,67-4,0 1,0 0,0 0,0 1,1 0,-1 0,1 1,0 0,0 0,0 1,1 0,-1 0,1 1,1-1,-1 1,-9 13,13-17,1 1,-1 0,0 0,1 0,0 0,-1 0,1 0,0 0,1 0,-1 1,0-1,1 0,0 0,0 1,0-1,0 0,0 1,1-1,-1 0,1 0,0 0,0 1,0-1,1 0,-1 0,1-1,-1 1,1 0,2 2,-1-1,1-1,-1 0,1 1,-1-2,1 1,0 0,0-1,0 0,0 0,1 0,-1 0,0-1,1 0,-1 1,1-2,0 1,-1 0,1-1,7 0,-7-1,0 0,0 1,0-2,0 1,0 0,0-1,-1 0,1 0,0-1,-1 1,1-1,-1 0,0 0,0 0,0-1,-1 1,1-1,-1 0,0 0,0 0,0-1,-1 1,1-1,2-7,2-9,-1 1,0-1,-2-1,3-32,-5 33,-2 21,4-22,-3 18,0 15,14 385,-15-368,-3-2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40.22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24 394,'0'-352,"0"350,0 1,0-1,0 1,0-1,-1 0,1 1,0-1,-1 1,1-1,-1 1,1-1,-1 1,0-1,0 1,0-1,0 1,0 0,0 0,0-1,0 1,0 0,-1 0,1 0,0 0,-1 1,0-2,-1-1,9 2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40.65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0,'9'4,"-1"0,0 1,8-5,8 0,8 0,1 0,2 0,-2 0,-6-5,-11-3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41.05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291 19,'0'1,"-1"0,1-1,-1 1,1 0,0-1,-1 1,1-1,-1 1,0-1,1 1,-1-1,1 1,-1-1,0 0,1 1,-1-1,0 0,1 1,-2-1,1 0,1 1,0-1,-1 0,1 0,-1 0,1 0,0 1,-1-1,1 0,-1 0,1 0,-1 0,1 0,-1 0,1 0,0 0,-1 0,1 0,-1 0,1-1,-1 1,1 0,0 0,-1 0,1 0,-1-1,1 1,0 0,-1 0,1-1,0 1,-1 0,1-1,-1 0,1 0,-1 0,1 0,-1 0,0 0,0 0,1 0,-1 0,0 0,0 0,0 0,0 0,0 0,-1 0,1 1,0-1,0 1,0-1,-1 1,1-1,0 1,-1 0,-1-1,-36-3,27 3,5 1,-7-2,1 2,-1 0,-16 1,26 0,1-1,-1 1,0 0,1 0,-1 1,1-1,-1 1,1-1,0 1,-1 0,1 0,0 1,0-1,1 1,-1-1,-2 4,-5 7,4-6,0 0,0 0,1 1,0 0,-5 13,9-19,0 0,1 1,-1-1,1 0,-1 1,1-1,0 0,0 1,0-1,0 0,1 1,-1-1,1 0,-1 1,1-1,0 0,0 0,0 0,0 1,0-1,0 0,0 0,1-1,-1 1,1 0,3 3,11 12,-13-13,0 0,1-1,-1 1,1-1,0 1,0-1,0 0,0-1,1 1,-1-1,6 3,-6-4,0 0,-1 0,1 0,0 0,-1-1,1 1,0-1,0 0,0 0,-1 0,1-1,0 0,-1 1,1-1,0 0,-1-1,1 1,-1-1,1 1,-1-1,0 0,0 0,0-1,0 1,4-4,-3 1,-1 0,1 0,-1 0,0 0,0-1,-1 1,0-1,1 0,-2 1,1-1,-1 0,1-10,5-15,-5 14,-2 15,0 0,0-1,1 1,-1 0,1-1,-1 1,1 0,1-3,-2 5,0 0,0 0,0 0,0-1,0 1,1 0,-1 0,0 0,0 0,0 0,0 0,0 0,0 0,0 0,0 0,0 0,0 0,0 0,1 0,-1 0,0 0,0 0,0 0,0 0,0 0,0 0,0 0,0 0,1 0,-1 0,0 0,0 0,0 0,0 0,0 0,0 0,0 0,0 0,0 0,0 0,0 0,1 0,-1 0,0 0,0 1,0-1,0 0,0 0,0 0,0 0,0 0,0 0,0 0,0 0,0 0,0 1,0-1,0 0,0 0,0 0,0 0,0 0,0 0,0 0,4 14,0 20,-3-30,3 89,-3-59,6 45,-3-45,0-22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41.47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313 93,'0'-12,"1"6,-1 0,0 0,-1 0,0 0,1 0,-4-8,4 12,-1 0,0 0,0 1,0-1,0 0,0 1,-1-1,1 1,0-1,-1 1,1 0,-1-1,0 1,1 0,-1 0,0 0,0 0,1 1,-1-1,0 0,0 1,0-1,0 1,-3 0,-2-1,-1 0,1 1,0 0,0 1,-1 0,1 0,0 0,0 1,0 0,0 0,-7 4,-8 6,-41 27,39-24,19-11,0 0,0 1,0-1,0 1,1 0,-1 0,1 1,1 0,-1-1,1 1,0 0,0 0,1 1,0-1,0 1,0-1,1 1,0-1,-1 12,2-13,0 0,0 0,1 0,-1-1,1 1,0 0,0 0,1 0,-1-1,1 1,0-1,0 1,1-1,-1 0,1 0,0 0,0 0,0-1,1 1,-1-1,1 0,0 1,0-2,0 1,0 0,1-1,5 2,3 1,1-1,24 5,-32-8,0-1,1 1,-1-1,1 0,-1 0,0-1,1 0,7-1,-5-2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42.26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107 652,'2'-96,"-5"-114,-1 183,-11-41,4 23,0-3,-1-1,-1 3,-4 10,-6 10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42.66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21,'0'2,"0"-1,0 0,0 0,0 0,0 0,0 1,0-1,0 0,0 0,1 0,-1 0,0 0,1 0,-1 0,1 0,0 1,0-1,1 0,-1-1,1 1,-1-1,1 0,-1 0,1 1,-1-1,1 0,-1 0,3-1,0 1,60 1,-24 1,0-2,0-2,-1-1,62-14,-13-3,-59 16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43.10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107 111,'4'2,"0"0,0-1,-1 1,1-1,1 0,-1 0,0 0,0-1,0 1,0-1,1 0,-1 0,0 0,0-1,7-1,-5-3,0 1,0-1,-1-1,0 1,0-1,0 1,-1-2,0 1,5-9,-7 12,-1 1,0-1,0 0,0 0,0 1,-1-1,1 0,-1 0,1 0,-1 0,0-5,-1 7,1 0,-1 0,0 0,1 0,-1 0,0 0,0 0,0 0,0 1,1-1,-1 0,0 0,0 1,0-1,-1 1,1-1,0 1,0-1,0 1,0 0,0-1,-1 1,1 0,0 0,0 0,0 0,-1 0,1 0,0 0,-1 1,-4-2,0 1,-1 0,1 0,0 1,0-1,0 1,0 1,1-1,-1 1,0 0,0 0,1 1,0 0,-1 0,1 0,0 1,-5 3,0 2,-1 1,2 0,-1 0,1 1,1 0,0 1,0-1,-8 20,14-26,-1 0,2 0,-1 1,0-1,1 0,0 1,1-1,-1 1,1-1,0 1,0-1,1 1,-1-1,1 0,0 1,1-1,0 0,-1 1,1-1,1 0,-1 0,1-1,0 1,5 6,-4-8,-1 1,1-1,-1 0,1-1,0 1,0-1,0 1,0-1,1 0,-1-1,0 1,1-1,-1 0,1 0,8 1,6-1,0-1,30-3,-44 2,18-2,1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43.47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49 374,'0'0,"0"1,1 0,-1-1,0 1,0 0,1-1,-1 1,0 0,1-1,-1 1,0-1,1 1,-1-1,1 1,-1-1,1 1,-1-1,1 1,-1-1,1 0,0 1,-1-1,1 0,0 0,-1 1,1-1,0 0,-1 0,1 0,0 0,-1 0,1 0,0 0,-1 0,1 0,0 0,-1 0,1 0,0 0,-1-1,1 1,0 0,-1 0,1-1,0 1,-1-1,1 1,-1 0,1-1,-1 1,1-1,-1 1,1-1,-1 1,0-1,1 0,-1 1,1-2,-1-4,0 0,-1 1,1-1,-1 0,0 0,0 0,-1 1,-2-6,-5-24,7 25,0 0,-1 1,-1 0,1-1,-1 1,-6-8,5 8,0-1,1 0,0 0,0 0,-2-16,4 13,0-1,1 1,1-1,1 1,0 0,0-1,5-15,-3 16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43.85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9,'0'1,"0"0,0 0,0 0,0 0,0 0,0 0,0 0,0 0,0 0,1 0,-1 0,0 0,1 0,-1 0,1 0,-1-1,1 1,-1 0,1 0,1 1,0-1,-1-1,1 1,0-1,0 1,0-1,0 0,0 0,-1 0,5 0,-1 0,43 1,55-3,-99 2,1-1,-1-1,0 1,1-1,-1 0,0 0,7-4,11-6,-12 8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44.25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28 439,'0'0,"0"-7,0 2,0-2,0-6,0 5,-8-4,0 4,5-7,-2-10,1-3</inkml:trace>
  <inkml:trace contextRef="#ctx0" brushRef="#br0" timeOffset="1">9 22,'0'0,"8"0,-5 0,5-7,0 2,-8-4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44.73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229 2,'-1'0,"-4"-1,0 1,0 0,0 0,0 0,-1 1,1 0,0 0,0 0,1 1,-1 0,0 0,-7 4,11-6,1 0,0 1,0-1,-1 0,1 1,-1-1,1 0,0 1,-1-1,1 0,-1 0,1 1,0-1,-1 0,1 0,-1 0,1 0,-1 0,1 0,-1 0,1 0,-1 0,1 0,-1 0,1 0,-1 0,1 0,0 0,-1 0,11 4,1-1,0 1,19 2,-16-4,1 1,-1 1,17 7,-21-7,-1 1,1 0,-1 0,0 1,8 8,-15-13,-1 0,1 1,-1-1,1 1,-1-1,0 1,1 0,-1-1,0 1,0 0,0 0,0-1,-1 1,1 0,0 0,-1 0,0 0,1 0,-1 0,0 0,0 0,0 0,0 0,0 1,-1-1,1 0,-1 0,1-1,-1 1,0 0,1 0,-1 0,0 0,-2 2,-2 3,-1 0,-1 0,1 0,-1-1,0 0,0 0,-1-1,0 1,0-2,-17 8,-6 0,-56 14,52-17,-62 14,87-23,20-3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45.11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75 579,'0'-2,"-1"-19,-5-32,-1 28,-13-47,-20-140,39 171,5-1,-1-10,-3-6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45.50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0,'0'1,"0"0,0 0,1 0,-1 0,0 0,0 0,0 0,1 0,-1 0,0 0,1 0,-1-1,1 1,-1 0,1 0,0 0,-1-1,1 1,0 0,0-1,-1 1,1 0,0-1,0 1,0-1,0 1,-1-1,1 0,0 1,0-1,0 0,2 1,3-1,0 1,1-1,-1 1,9-2,0 0,-2 1,4-1,-1 2,1-1,-1 2,0 0,20 6,-10 0,41 6,-56-13,1 0,0 0,0-1,0 0,23-4,-23 4,3 4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45.90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1 354,'0'17,"0"-16,0-11,0-63,1-78,-1 147,0 0,0 0,0 0,1 1,-1-1,1 0,0 0,0 0,1 1,-1-1,1 1,0-1,0 1,0 0,0 0,0-1,1 2,2-4,-4 5,0 0,0 0,0 0,0-1,0 1,0 0,0 0,0-1,-1 1,1-1,-1 1,1 0,-1-1,1 1,-1-1,0 1,0-1,0 1,0-1,0-2,0 3,0-1,0 1,0-1,0 1,0 0,0-1,0 1,1-1,-1 1,1 0,-1-1,1 1,-1 0,1-1,0 1,-1 0,1 0,0 0,0 0,0 0,0 0,0 0,0 0,0 0,2-1,4-2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46.28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329 0,'0'20,"0"-20,0 0,0 0,0 1,0-1,1 0,-1 0,0 0,0 0,0 1,0-1,0 0,0 0,0 0,0 0,0 1,0-1,0 0,0 0,1 0,-1 0,0 0,0 0,0 0,0 1,0-1,0 0,1 0,-1 0,0 0,0 0,0 0,0 0,1 0,-1 0,0 0,0 0,1 0,-12 1,-94 23,95-23,0 1,0 0,0 0,1 1,-1 0,1 1,0 0,0 1,0 0,1 0,0 1,0 0,-11 10,13-10,-6 5,0 1,-14 18,23-27,1 1,-1 1,1-1,-1 0,1 1,1-1,-1 1,1 0,-1-1,1 1,1 0,-2 8,3-10,-1 0,1-1,0 1,-1 0,1-1,0 1,1-1,-1 1,0-1,1 1,-1-1,1 0,0 0,0 0,0 0,0 0,0 0,0 0,0-1,1 1,-1-1,1 1,-1-1,1 0,-1 0,5 1,1 0,0 1,1-1,-1 0,1-1,-1 0,1 0,12-1,-1-4,0 0,0-1,0-1,-1-1,0 0,35-20,-27 15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46.73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275 35,'-1'-2,"1"1,0-1,0 1,-1-1,1 1,-1 0,1-1,-1 1,1 0,-1-1,0 1,0 0,0 0,1 0,-1-1,0 1,0 0,-1 0,1 1,0-1,0 0,0 0,-1 0,1 1,0-1,-1 1,1-1,0 1,-1 0,1-1,-1 1,-2 0,-7-1,0 0,0 1,-16 1,10 0,15-1,-9-1,-1 2,0-1,-19 5,27-4,1 0,-1 0,0 1,1 0,-1-1,1 1,0 0,-1 1,1-1,0 1,0-1,0 1,1 0,-5 5,1 2,1-1,0 1,0-1,1 1,0 1,1-1,0 0,0 1,1 0,-1 19,3-28,0 0,0 0,0 0,1 0,-1 0,0-1,1 1,-1 0,1 0,-1 0,1-1,0 1,0 0,0-1,0 1,0-1,0 1,0-1,0 1,1-1,-1 0,1 0,-1 1,1-1,-1 0,1-1,-1 1,4 1,-2-1,0 0,-1-1,1 0,0 0,0 1,0-2,-1 1,1 0,0 0,0-1,0 0,-1 1,1-1,0 0,-1 0,1-1,-1 1,3-2,10-7,-12 9,0 0,-1 0,1-1,-1 0,1 1,-1-1,0 0,0 0,0 0,0 0,0 0,0-1,0 1,-1-1,1 1,-1-1,0 0,0 1,2-6,-3 6,5-19,-2 1,2-37,-5 57,0 0,0 0,0 0,0 0,0 0,0 0,0 0,0 0,0 0,0 0,0 0,1 0,-1 0,0 0,0 0,0 0,0 0,0 0,0 0,0 0,0 0,1 0,-1 0,0 0,0 0,0 0,0 0,0 0,0 0,0 0,0 0,1 0,-1 0,0 0,0 0,0 0,0 0,0 0,0 0,0-1,0 1,0 0,0 0,0 0,0 0,0 0,0 0,0 0,0 0,1 0,-1-1,0 1,0 0,0 0,0 0,0 0,0 0,0 0,0 0,4 11,-5 3,-1 0,0-1,-5 18,4-16,0 0,-1 16,4-25,0-1,0 0,0 1,1-1,0 0,0 0,1 0,-1 1,5 8,-1-2,3-4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47.15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337 33,'0'-2,"0"1,0-1,0 1,0-1,0 1,0-1,0 1,-1-1,1 1,0-1,-1 1,1-1,-1 1,0-1,0-1,-1 2,0 0,0 1,0-1,0 0,0 1,0-1,-1 1,1 0,0 0,0 0,-3 0,-147-2,80 3,68 0,0 1,0-1,-1 1,1 0,0 0,1 0,-1 1,0-1,1 1,-1 0,1 0,-6 7,1-2,7-7,1-1,-1 1,1 0,-1 0,0 0,1 0,0 0,-1-1,1 1,0 0,-1 0,1 0,0 0,0 0,0 0,0 0,0 0,0 0,0 0,0 0,0 0,0 0,1 0,-1 0,0 0,1 0,-1 0,0 0,1-1,-1 1,1 0,0 0,-1 0,1-1,0 1,-1 0,1-1,0 1,1 0,31 24,-32-25,30 19,-12-9,-1 1,0 0,22 21,-36-28,0 0,0 0,0 0,0 1,-1-1,0 1,0 0,0 0,-1 0,0 0,0 1,0-1,0 1,-1-1,0 1,0 0,0 8,-1-11,-1 0,0 1,1-1,-1 0,0 0,0 0,-1 0,1 0,-1 0,1 0,-1 0,0 0,0-1,0 1,-1-1,1 0,0 1,-1-1,0 0,1 0,-7 2,-3 3,-1 0,-1-2,-21 8,-15 2,-10 4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47.86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58 1,'1'74,"-7"131,5-187,1 0,3 29,-1-19,-1 13,-2 9,-6 11,-17 214,15-188,2-8,3-7,-1-9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48.67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30 30,'0'-2,"-1"1,0-1,1 0,-1 0,0 1,0-1,0 1,0-1,0 1,0-1,0 1,0-1,-1 1,1 0,0 0,-1 0,1 0,-1 0,-2-1,3 2,1-1,0 1,0 0,0 0,0 0,-1 0,1 0,0 0,0 0,0 0,0 1,-1-1,1 0,0 0,0 0,0 0,0 0,0 0,-1 0,1 0,0 0,0 0,0 0,0 1,0-1,0 0,-1 0,1 0,0 0,0 0,0 1,0-1,0 0,0 0,0 0,0 0,0 1,0-1,0 0,0 0,0 0,0 0,0 1,0-1,0 0,0 0,0 0,0 1,0 10,0-9,1 6,0 0,0 0,1 0,0-1,1 1,0 0,5 11,6 14,-7-15,0-2,12 19,-10-19,-1 1,7 18,-13-30,9 31,2 0,1-1,2-1,30 49,-41-76,7 6,3 2,1 0,-12-13,-1-1,0 1,1-1,-1 0,0 0,1-1,-1 1,1-1,-1 1,1-1,0 0,-1-1,1 1,-1-1,1 1,-1-1,1 0,-1 0,0-1,0 1,1-1,-1 1,0-1,3-3,2 0,0-1,0 0,-1 0,0-1,0 0,-1 0,11-16,60-122,-61 111,-10 21,-1-1,-1 1,0-1,0 0,0-14,-5 10,-8 3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49.92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32 783,'0'0,"0"1,0-1,0 0,0 1,0-1,0 1,0-1,0 0,0 1,0-1,0 1,0-1,0 0,-1 1,1-1,0 1,0-1,0 0,-1 1,1-1,0 0,0 1,-1-1,1 0,0 1,-1-1,1 0,0 0,-1 0,1 1,0-1,-1 0,1 0,-1 0,1 0,0 1,-1-1,1 0,-1 0,1 0,0 0,-1 0,1 0,-1 0,1 0,0 0,-1-1,0 1,0 0,0-1,0 1,0-1,0 1,1-1,-1 1,0-1,0 0,0 1,1-1,-1 0,0 0,1 1,-1-1,0 0,1 0,-1 0,1 0,-1 0,1-2,-2-10,1 0,1-1,0 1,1-1,4-22,5-12,-6 30,0 0,0-22,-1 7,8-39,0 3,-4 32,2-5,6-8,1-6,6 14,-22 40,1 1,0 0,-1 0,1 0,0 0,0-1,0 1,0 0,0 0,0 1,0-1,0 0,0 0,0 0,1 1,-1-1,0 1,1-1,-1 1,0-1,1 1,0 0,0 0,-1 0,1 1,-1-1,0 1,1-1,-1 1,0-1,0 1,0 0,1 0,-1 0,0 0,0 0,0 0,0 0,0 0,1 2,4 7,0 0,-1 1,0-1,3 13,-5-15,15 50,-12-37,15 37,-21-58,0 1,0 0,1-1,-1 1,0-1,1 1,-1-1,1 1,-1 0,1-1,-1 1,1-1,-1 0,1 1,-1-1,1 1,-1-1,1 0,0 0,-1 1,1-1,0 0,-1 0,1 0,0 1,-1-1,1 0,0 0,0 0,-1 0,1 0,0-1,-1 1,1 0,0 0,-1 0,1-1,0 1,-1 0,2-1,2-2,0 0,0 0,-1-1,1 1,-1-1,0 0,0 0,0 0,3-6,9-15,4-18,5-23,4-9,-6 15,-6 21,-16 39,0-1,1 0,-1 1,0-1,0 1,1-1,-1 0,0 1,1-1,-1 1,0-1,1 1,-1-1,1 1,-1 0,1-1,-1 1,1-1,-1 1,1 0,0-1,-1 1,1 0,-1 0,2-1,-1 2,0 0,0-1,0 1,-1 0,1-1,0 1,0 0,-1 0,1 0,0 0,-1 0,1 0,-1 0,1 0,-1 0,1 2,5 14,-1 0,-1 1,0 0,-1 0,-1 0,0 21,-9 118,1-62,4 105,3-112,-2-56,0-24,0 0,1 0,0 0,0 0,1 0,0 0,0-1,1 1,0 0,0-1,1 1,5 11,0-11,0-7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50.48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260 114,'-2'-4,"-1"0,0 1,0 0,0-1,0 1,0 0,0 1,-1-1,1 1,-1-1,0 1,0 0,0 0,0 1,0-1,0 1,0 0,-1 0,1 0,0 1,-1 0,1-1,-9 2,6 1,0 0,0 0,1 0,-1 1,1 0,0 0,0 1,0-1,0 1,0 1,1-1,0 1,0 0,0 0,0 1,1-1,-5 10,0-1,1 1,1 0,0 0,1 1,0 0,-3 23,8-30,0 0,1 1,0-1,0 0,1 1,1-1,-1 0,2 0,-1 0,1 0,1 0,-1 0,1-1,1 0,0 0,0 0,0 0,1-1,0 0,9 8,-13-14,0 1,0-1,0 1,0-1,1 0,-1 0,0 0,1 0,-1 0,0 0,1-1,-1 1,1-1,-1 1,1-1,-1 0,1 0,0 0,-1-1,1 1,-1-1,0 1,1-1,-1 0,1 0,-1 0,0 0,0 0,1-1,-1 1,2-2,2-2,-1 1,1-1,-1 0,-1-1,1 1,-1-1,1 0,-2 0,6-11,-4 6,3-5,-1-1,-1 1,6-32,-7 22,-2 0,-1 0,-1-28,-2 43,0 0,0 1,-1-1,-1 0,0 1,0-1,-1 1,0 0,-1 0,-6-9,10 16,0 1,-1 0,0-1,1 1,-1 0,0 0,0 0,0 1,0-1,0 0,0 1,-1-1,1 1,0 0,-1 0,1 0,-1 0,0 0,1 0,-1 1,0 0,1-1,-1 1,0 0,1 0,-1 0,0 0,1 1,-1-1,0 1,1 0,-1 0,-4 2,1 0,0 0,0 1,0 0,0 1,1-1,-1 1,1 0,0 0,1 1,-1 0,-5 9,-2 2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51.23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407 482,'-4'0,"0"-1,0 1,0-1,0 0,0-1,0 1,0 0,0-1,-6-4,-24-8,3 4,21 6,0 1,-19-4,26 6,0 1,0 0,0 0,0 0,0 0,0 1,0-1,0 1,0 0,0-1,0 1,0 1,1-1,-5 3,-4 3,1 2,-13 12,-10 9,19-19,1 0,0 1,-21 27,28-32,1 1,0 1,1-1,-1 1,2-1,-1 1,1 0,1 1,-2 9,1-2,1 0,1 0,1 1,3 30,-2-41,0 0,0 0,1 0,0 0,0 0,1 0,-1-1,2 1,-1-1,1 0,0 1,0-2,0 1,6 5,-7-9,-1-1,1 1,-1 0,1-1,-1 0,1 0,0 0,0 0,0 0,-1 0,1-1,0 0,0 1,0-1,0 0,0 0,0 0,0-1,0 1,0-1,-1 0,6-1,-3 0,1-1,0 1,-1-1,0 0,0-1,0 1,0-1,0 0,7-7,-2-2,-1 0,0-1,0 0,-2 0,0-1,0 0,7-27,18-117,-12 49,-10 50,-3 0,-2 0,-4-89,-2 77,1 68,-1 0,1 0,-1 0,0 0,0 0,-3-5,4 7,0 1,-1 0,1 0,-1 0,0-1,1 1,-1 0,0 0,1 0,-1 0,0 0,0 0,0 1,0-1,0 0,0 0,0 1,-1-1,1 0,0 1,0-1,0 1,-1 0,0-1,0 1,1 1,0-1,0 1,0-1,0 1,0 0,0-1,0 1,0 0,0 0,0 0,0 0,1 0,-1 0,0 0,0 0,1 0,-1 0,1 0,-1 0,1 0,0 0,-1 1,1 0,-8 34,-3 41,3-28,2-1,0 76,8-58,-4 1,-9 70,6-94,2 85,3-119,1 1,1 0,-1-1,6 14,-7-20,1 0,0-1,0 1,0-1,1 0,-1 1,0-1,1 0,0 0,-1 0,1 0,0 0,0 0,0 0,0-1,0 1,1-1,-1 1,0-1,5 2,2-3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51.77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102 69,'-1'4,"0"-1,0 1,0-1,0 0,-1 1,-2 3,3-6,1 0,-1 0,0 0,0 0,0 0,0 0,0-1,0 1,0 0,0-1,0 1,-1-1,1 1,0-1,0 0,0 1,-1-1,1 0,0 0,0 0,-2 0,6 0,0 1,-1-1,0 1,0-1,1 0,-1 0,0 0,1 0,-1 0,0-1,0 1,0-1,1 0,-1 1,0-1,0 0,0 0,0 0,0 0,0-1,0 1,2-3,-2-1,19-19,-18 22,-1-2,1 0,0 0,-1 0,1 0,-1 0,2-6,6-12,-9 18,-1 3,0 1,0 0,-1 0,1-1,0 1,0 0,-1-1,1 1,0 0,-1 0,1 0,0-1,0 1,-1 0,1 0,0 0,-1 0,1 0,0-1,-1 1,1 0,-1 0,1 0,0 0,-1 0,1 0,0 0,-1 0,1 0,0 1,-1-1,1 0,0 0,-1 0,1 0,-1 1,-13 3,5 0,1 1,1-1,-1 1,1 1,-1-1,1 1,1 1,-1-1,-4 8,2-3,1 0,0 0,1 1,1 0,-9 21,11-21,0 1,1-1,1 1,0 0,0 0,1 20,2-29,-1-1,0 1,1-1,0 0,-1 1,1-1,1 0,-1 0,0 0,1 0,0 0,-1 0,4 3,-3-4,-1 0,1-1,0 1,0-1,1 0,-1 0,0 0,0 0,1 0,-1 0,0 0,1-1,-1 1,1-1,-1 0,1 0,-1 0,0 0,1 0,3-1,38-10,-20 3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52.11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19 845,'1'-111,"-3"-133,-1 185,2-1,1-6,0-8,-3-15,-1 9,-3 19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52.61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329 62,'-2'0,"0"-1,0 1,0 0,0-1,-1 0,1 0,0 1,1-1,-1 0,0-1,0 1,0 0,0 0,-2-3,-13-7,-19 0,-1 2,-44-4,75 12,2 1,0-1,0 1,0 0,1 0,-1 0,0 0,0 1,1-1,-1 1,0 0,1 1,-1-1,0 0,1 1,-4 2,3-1,0 0,0 0,1 1,-1 0,1-1,0 1,0 1,0-1,1 0,-1 1,-2 5,3-3,-1 0,1-1,0 1,0 0,0 1,1-1,0 0,1 0,0 0,0 0,0 1,1-1,0 0,4 12,-3-11,2 0,-1 0,1-1,0 1,1-1,0 0,0 0,1 0,-1-1,1 0,12 9,-7-6,1 0,1-1,-1-1,1 0,0 0,1-2,0 0,0 0,0-1,0-1,16 2,-21-4,-1-1,1 1,0-2,0 1,-1-1,1 0,0-1,-1 0,0-1,1 1,-1-2,0 1,0-1,-1 0,1-1,-1 0,0 0,0 0,10-12,-15 15,1-1,-1 1,0-1,0 0,-1 0,1 0,-1 0,1 0,-1 0,0 0,0 0,0-1,-1 1,1 0,-1 0,0-1,0 1,0-1,0 1,-2-7,-5-10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55.05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503 63,'-5'-5,"0"-1,-1 1,1 0,-1 0,0 1,0 0,-1 0,1 0,-1 1,0 0,0 0,0 0,0 1,0 1,-1-1,-7 0,3 1,0 0,0 1,0 1,0 0,0 1,0 0,1 0,-1 1,-13 6,8-3,1 1,1 0,-1 1,1 1,1 0,-1 1,2 1,-1 0,2 1,-1 0,2 1,-21 28,11-3,4 11,6 11,10-47,0 1,1 0,3 17,0-15,0-1,1 1,7 18,-6-22,0 0,1-1,0 0,14 18,-9-15,1-1,1-1,1 0,-1-1,2-1,-1 0,2-1,-1 0,1-1,0-1,1-1,-1 0,1-1,1-1,-1 0,34 1,-34-3,-1-2,1 0,0-1,-1 0,1-1,-1-2,1 1,-1-2,0 0,0-1,-1 0,0-1,0-1,-1-1,0 0,0-1,24-22,-25 19,-1-1,-1-1,0 0,-1 0,-1-1,0 0,8-22,-13 28,-1 0,0 0,-1 0,0-1,0 1,-1 0,-1-1,0 1,0-1,-1 1,0 0,-1-1,0 1,-5-14,2 11,0 0,-1-1,-1 2,0-1,-1 1,0 0,-1 1,-16-17,15 19,1 1,-2 1,1-1,-1 2,0 0,0 0,-1 1,0 0,0 1,-14-3,11 3,-1 1,0 1,1 1,-1 0,0 1,0 1,-24 4,33-4,0 0,1 1,-1 0,0 0,1 0,0 1,-1 0,1 0,0 1,1 0,-1 0,1 0,-1 1,1 0,1 0,-1 0,1 0,0 1,-6 8,6 3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55.62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203 0,'-115'0,"112"0,0 0,0 1,0-1,0 1,0-1,0 1,1 0,-1 0,0 0,1 0,-1 1,1-1,-1 1,1-1,-5 5,4-2,0-1,-1 1,2 0,-1 0,0 1,1-1,0 1,-3 7,2-1,0 0,0 1,2-1,-1 0,1 1,1-1,2 18,-2-23,1-1,1 1,-1 0,1 0,0-1,1 1,-1-1,1 0,0 0,0 0,1 0,-1 0,1-1,0 1,8 5,-9-7,1 0,-1-1,1 0,0 1,0-1,0-1,0 1,0-1,0 1,0-1,0 0,1-1,-1 1,0-1,1 0,-1 0,0 0,1 0,-1-1,0 0,6-1,-3-1,-1 0,0 0,0 0,0-1,0 0,0 0,-1 0,1-1,-1 0,0 0,-1 0,1-1,-1 1,0-1,-1 0,1 0,2-7,-1 0,0 0,-1 0,0 0,-1-1,-1 1,0-1,0-23,-2 35,0 0,0-1,0 1,0 0,0 0,0 0,-1 0,1 0,-1 0,0 0,1 0,-1 1,0-1,0 0,0 0,0 0,0 1,-1-1,1 1,0-1,-1 1,1-1,-1 1,0 0,1 0,-1-1,0 1,0 1,0-1,0 0,0 0,0 1,0-1,0 1,0-1,0 1,0 0,0 0,-2 0,-5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56.00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1 849,'1'-1,"0"1,0 0,0 0,0-1,0 1,0-1,0 1,1-1,-2 1,1-1,0 0,0 1,0-1,0 0,0 0,0 0,-1 0,1 1,0-1,-1 0,1 0,-1 0,1-1,-1 1,1 0,-1 0,0 0,0 0,1 0,-1 0,0-1,0 0,1-47,-1 36,2-33,11-58,0-5,-10 50,-2-10,2-14,-3-8,-5 2,3 72,-7-32,-7 7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56.60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14 506,'0'-83,"-13"207,13-111,1 0,1 0,0 0,1 0,6 17,27 59,-29-76,1-1,0-1,0 0,1 0,11 11,-20-22,1 1,-1 0,1-1,-1 1,1-1,0 0,-1 1,1-1,-1 1,1-1,0 0,0 1,-1-1,1 0,0 0,-1 0,1 0,0 1,0-1,-1 0,1 0,0 0,0-1,-1 1,1 0,0 0,0 0,-1 0,1-1,1 0,0 0,0-1,1 0,-1 1,0-1,0 0,-1 0,1 0,0-1,1-1,3-7,0 0,7-21,-5 8,-2 1,-1-1,-1 0,2-32,-5-100,-2 80,1 14,-3 0,-2 0,-24-104,26 162,2 8,5 3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57.37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7 175,'149'0,"-144"0,0 0,0 0,0-1,0 0,0 0,0 0,0-1,0 1,0-1,-1 0,1-1,-1 1,1-1,-1 0,0 0,0 0,0 0,-1-1,1 0,-1 0,0 0,0 0,0 0,0-1,-1 1,0-1,0 1,0-1,0 0,-1 0,0 0,0 0,0-5,0 8,-1 0,0 0,0-1,0 1,0 0,-1 0,1 0,0 0,-1 0,0 0,1 0,-1 0,0 0,0 0,0 1,0-1,0 0,0 0,-2-1,0 1,1 0,-1-1,0 1,0 0,0 1,0-1,-1 0,1 1,0 0,-6-2,2 2,-1-1,1 1,-1 1,0-1,0 1,1 1,-1-1,0 1,-12 3,11 0,1-1,0 1,0 1,0-1,1 1,-1 1,1-1,0 1,1 1,0-1,0 1,0 0,0 0,1 1,1 0,-1-1,1 2,-5 13,7-17,1 0,-1 0,1 0,0 1,0-1,1 0,0 1,0-1,0 1,0-1,1 0,0 1,0-1,0 0,1 0,0 1,0-1,0-1,0 1,1 0,0 0,0-1,0 0,1 0,-1 1,1-2,0 1,0 0,0-1,1 0,7 5,0-2,0 0,1 0,0-1,0-1,0 0,0-1,0 0,1-1,-1 0,1-1,0-1,19-2,-9-2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57.75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85 646,'-1'-17,"-1"1,-1-1,0 1,-1 0,-7-19,4 15,1 0,-5-36,7-33,-1 36,2-11,3-9,0 50,-4-34,0 38,-12-36,16 55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58.08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0,'0'5,"8"-2,-2 1,19-4,12 0,8 0,2 0,2 0,-9 0,-1 0,-2 0,-6 0,-7 5,-8 6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58.48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300 0,'-15'0,"-1"1,1 0,0 1,-27 7,34-7,0 1,0 1,1-1,-1 1,1 1,0-1,0 1,0 1,-10 9,12-10,-12 12,1 1,0 0,-15 23,27-35,1 1,-1-1,1 0,1 1,-1 0,1 0,0 0,0 0,1 0,0 0,1 0,-1 0,1 0,1 1,0 6,0-10,0 0,1 0,-1 0,1 0,0-1,0 1,0-1,0 1,0-1,1 0,0 0,-1 0,1 0,0 0,0-1,1 1,-1-1,1 0,-1 0,1 0,0 0,-1-1,1 0,6 2,-2-1,0 0,0-1,1 1,-1-2,1 1,-1-1,1-1,-1 1,1-1,12-4,-14 3,-1-1,0 0,0 0,0 0,0-1,0 0,-1 0,0 0,0-1,0 0,0 0,-1 0,7-10,-4 4,-1 0,0-1,0 0,-2 0,1 0,3-17,-8 27,1-1,-1 1,1 0,-1-1,0 1,0-1,0 1,0 0,0-1,-1 1,1-1,-1 1,1 0,-1-1,0 1,0 0,0 0,0 0,0 0,-1 0,1 0,-1 0,1 0,-1 0,0 1,0-1,1 0,-1 1,0 0,0-1,-1 1,1 0,0 0,0 0,-1 1,1-1,0 0,-3 0,-25-3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59.13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29 141,'1'-1,"0"-1,1 0,-1 0,0 0,0 0,-1 0,1 0,0 0,-1 0,1 0,-1 0,0 0,1-1,-1 1,0 0,0 0,-1-3,-10-41,4 20,-1-4,9 46,0 0,5 17,4 36,-18 248,2-223,3-13,2 113,2-89,2 6,-3 9,-4 7,-4 121,4-132,7 237,-3-342,-3 154,7-155,-1-5,-2-4,3-10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8:59.95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30 30,'-1'1,"0"-1,0 0,0-1,0 1,0 0,0 0,1 0,-1 0,0-1,0 1,0 0,0-1,1 1,-1-1,-1 0,0-1,1 0,-1 0,1 0,-1 0,1 0,0-1,0 1,-1-3,1 5,1 0,0-1,0 1,0 0,0 0,0 0,0 0,0 0,0 0,0 0,0 0,0 0,0 0,0 0,0 0,0-1,0 1,0 0,0 0,0 0,0 0,0 0,0 0,0 0,0 0,0 0,0 0,0-1,0 1,0 0,0 0,0 0,0 0,0 0,0 0,0 0,0 0,0 0,0 0,0 0,0 0,0-1,1 1,-1 0,0 0,0 0,0 0,0 0,0 0,0 0,0 0,0 0,0 0,0 0,0 0,1 0,-1 0,0 0,0 0,0 0,0 0,0 0,0 0,0 0,0 0,0 0,1 0,5 6,18 32,24 34,24 34,0 0,-43-66,3 2,6 6,12 9,7 8,-5-3,-43-53,0 0,16 13,-23-21,0 0,-1 0,1 0,0 0,-1 0,1 0,0 0,0 0,0-1,0 1,0-1,-1 1,1-1,0 0,3 0,-3 0,0-1,0 0,0 1,0-1,0 0,0 0,0 0,-1-1,1 1,0 0,-1-1,1 1,-1 0,3-4,24-38,6-19,12-20,6-11,-2 9,-5 29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01.03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52 964,'-1'-2,"0"1,0-1,-1 1,1-1,0 1,0 0,-1 0,1-1,-1 1,1 0,-1 0,1 0,-1 0,1 1,-1-1,0 0,-2 0,-13-7,16 7,1 1,-1-1,0 1,1-1,0 0,-1 1,1-1,-1 0,1 0,0 1,-1-1,1 0,0 0,0 0,0 1,0-1,0 0,0 0,0 0,0 1,0-1,0-1,5-23,-3 16,5-38,2-92,-8 90,14-88,-4 87,-2-6,3-4,-3-1,1 6,-9 52,0-1,1 1,-1-1,1 1,0 0,0 0,5-6,-7 8,0 1,1-1,-1 1,1-1,-1 1,1-1,-1 1,1-1,-1 1,1 0,-1-1,1 1,0 0,-1 0,1-1,0 1,-1 0,1 0,0 0,-1 0,1 0,0 0,-1 0,1 0,0 0,1 0,-1 1,1 0,0 0,0 0,0 1,0-1,-1 0,1 1,-1-1,1 1,-1 0,1-1,-1 1,2 3,14 32,-7-15,-4-11,1 0,0 0,0-1,10 11,-6-10,-11-11,0 0,1 0,-1 0,0 0,0 1,0-1,1 0,-1 0,0 0,0 0,1 0,-1 0,0 0,0 0,1 0,-1 0,0 0,0 0,1 0,-1 0,0 0,0 0,1 0,-1 0,0 0,0 0,0-1,1 1,-1 0,0 0,0 0,0 0,1 0,-1-1,0 1,0 0,1-1,8-18,8-20,27-47,58-81,-101 164,1 1,-1 0,1-1,-1 1,1 0,0 0,0 0,0 0,0 0,0 1,0-1,0 0,1 1,-1 0,0 0,1-1,3 0,8 5,-13-2,1 0,0 0,-1 0,1 1,-1-1,0 1,1-1,-1 1,0 0,1 1,3 5,-1 0,-1 0,5 12,8 53,10 133,-6-32,-7-92,-9-50,-2 0,-1 0,-2 0,-1 1,-1-1,-9 35,9-53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01.52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337 54,'-1'-2,"0"1,0-1,1 1,-1-1,0 1,0 0,-1-1,1 1,0 0,0 0,-1 0,1-1,0 1,-1 1,-2-3,-29-11,28 13,-2-2,0 0,0 0,0 1,0 1,0-1,-1 1,1 0,-1 1,1 0,-1 0,1 1,0-1,-1 2,1-1,0 1,-1 0,1 0,0 1,-10 6,8-4,0 1,0 0,1 0,0 1,1 0,-1 0,1 1,1 0,-1 0,1 1,1-1,0 1,0 1,1-1,0 1,0-1,1 1,0 0,1 0,-2 18,4-21,1 0,-1 0,1-1,0 1,1 0,0 0,0 0,0-1,1 1,0-1,0 0,1 0,0 0,0 0,6 7,-6-8,1-1,-1 1,1-1,-1 0,1 0,1 0,-1-1,0 1,1-2,0 1,0 0,-1-1,1 0,1 0,-1-1,0 0,9 1,-9-3,0 0,0 0,0-1,0 0,0 0,-1 0,1-1,-1 0,1 0,-1 0,0-1,0 0,0 0,-1 0,0 0,1-1,-2 0,1 1,0-2,4-7,-4 0,-1-1,0 1,-1-1,0 0,-1 0,-1 0,0 0,-1 1,0-1,-1 0,-4-15,4 21,-1 1,1-1,-1 1,-7-12,9 18,0-1,0 0,0 1,0-1,0 0,0 1,0 0,0-1,-1 1,1 0,0-1,-1 1,1 0,-1 0,0 0,1 0,-1 1,0-1,1 0,-1 1,0-1,0 1,0-1,0 1,-2 0,-8 4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02.27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392 488,'-1'-1,"1"0,0-1,-1 1,1-1,-1 1,1 0,-1 0,0-1,0 1,1 0,-1 0,0 0,0 0,0 0,0 0,-3-2,3 2,-1 0,1 0,0-1,-1 1,1-1,0 1,0-1,0 1,0-1,-1-2,1 1,0 1,0-1,0 0,0 1,-1-1,1 1,-1 0,1-1,-1 1,0 0,0 0,0 0,0 0,0 1,-5-4,3 3,-1 0,1 0,-1 0,0 1,0-1,0 1,1 0,-9 0,3 1,-1 0,0 0,1 1,-1 1,1 0,0 0,-1 1,-11 5,12-4,0 1,0 1,0-1,1 2,-1-1,1 1,1 1,0 0,0 0,0 0,1 1,0 0,1 1,-8 14,7-12,1 1,0 0,1 0,0 0,1 1,-4 23,8-31,-1 1,1 0,0 0,0 0,1 0,0-1,0 1,0 0,1 0,0-1,1 1,-1-1,1 0,0 0,7 9,-5-8,0 0,0-1,1 1,0-1,0 0,8 5,-13-10,1 0,-1 0,1 0,0 0,0 0,0-1,-1 1,1 0,0-1,0 1,0-1,0 0,0 0,0 0,0 0,0 0,0 0,0 0,0 0,0-1,0 1,0-1,0 0,-1 1,1-1,0 0,0 0,-1 0,1 0,0-1,1-1,4-3,-1 0,1-1,-1 0,-1 0,1-1,-1 0,-1 0,7-13,-4 0,0-1,5-25,-7 24,8-44,5-71,8-33,-12 86,2-25,-10 74,-2 23,-2 18,3 119,-1-73,-6 100,-18 142,19-268,0-9,1-1,0 0,1 0,1 0,0 0,1 0,7 22,-8-34,-1-1,0 1,1-1,-1 1,1-1,0 0,0 1,0-1,0 0,0 0,1 0,4 2,13 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02.72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57 221,'11'1,"0"-1,0-1,0 1,0-2,0 1,0-2,0 1,0-1,-1-1,1 0,14-8,0-3,-21 14,0-1,-1 1,1-1,-1 0,1-1,-1 1,0-1,1 1,-1-1,-1 0,1 0,0 0,-1 0,1-1,-1 1,0-1,0 1,2-8,-2 3,0 0,-1 1,0-1,-1 0,1 1,-2-1,0-12,0 18,1 0,0 0,-1 0,0 0,1 0,-1 0,0 0,0 0,0 0,0 0,0 1,0-1,-1 0,1 1,-1-1,1 1,-1 0,1-1,-1 1,0 0,0 0,1 0,-1 0,0 0,0 1,0-1,0 1,0-1,0 1,0-1,0 1,0 0,-3 0,-2 1,-1-1,0 1,0 1,0 0,1 0,-1 0,1 1,-1 0,1 0,0 1,0 0,0 0,1 1,0 0,0 0,-6 7,-5 6,1 1,1 0,-25 43,36-56,1 0,0 1,1-1,-1 0,1 1,1-1,-1 1,1 0,0 0,0-1,1 1,0 0,0 0,1 0,0-1,0 1,0 0,1-1,0 1,0-1,1 1,0-1,0 0,0 0,1 0,0-1,0 1,0-1,1 0,0 0,0-1,0 1,1-1,6 4,-7-5,1-1,-1 0,1-1,0 1,0-1,12 1,7-1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03.08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55 673,'0'-5,"0"-11,0 0,0-1,-2 1,0 0,-1 0,-8-25,10 36,-8-17,-7-34,8 11,5-16,6-19,-1-19,-6 8,10 21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03.51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263 123,'-1'-5,"0"-1,0 0,-1 1,1-1,-1 1,0 0,-1 0,1-1,-1 1,0 1,-1-1,1 0,-1 1,0 0,0 0,0 0,0 0,-1 1,1-1,-1 1,-6-2,7 2,0 1,0-1,0 1,0 1,0-1,-1 1,1-1,-1 1,1 0,-1 1,1-1,-1 1,0 0,1 0,-1 0,1 1,-1 0,0 0,1 0,0 0,-1 1,1-1,0 1,0 0,0 0,-7 6,5-4,1 1,-1 0,1 1,1-1,-1 1,1 0,0 0,0 0,0 1,1-1,0 1,1 0,-1 0,1 0,1 0,-1 0,1 1,0-1,1 0,0 1,0-1,1 0,-1 0,2 1,-1-1,1 0,0 0,4 8,-3-8,0 0,1-1,1 1,-1-1,1 0,0 0,0-1,1 1,-1-1,1 0,0-1,12 7,-7-4,0-2,0 1,0-1,1-1,0 0,0-1,15 3,-3-4,0-1,0 0,33-5,-57 4,2 0,0 0,0 0,-1 0,1-1,0 1,-1 0,1-1,0 1,-1-1,1 0,-1 1,1-1,-1 0,1 0,-1 0,1 0,-1 0,0-1,2-1,2-5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09.01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66 618,'-9'-57,"-2"-96,2 5,0 100,1 0,0-4,1-4,3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09.74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2 233,'-1'-7,"1"0,0-1,0 1,1 0,0 0,1 0,-1 0,1 0,0 1,1-1,0 0,7-11,1-1,-7 12,-1 0,1 1,0-1,1 1,0 0,0 0,0 0,1 1,-1 0,1 0,1 0,-1 1,0 0,12-5,0 3,1 1,-1 1,1 0,1 2,-1 0,0 1,0 1,1 1,-1 1,0 0,35 10,-31-4,0 0,0 2,26 16,-42-22,0 1,0 0,-1 0,0 0,1 1,-2 0,1 1,-1-1,0 1,0 0,-1 0,0 0,0 1,-1-1,0 1,0 0,-1 0,0 0,0 1,-1-1,0 10,-1-13,0-1,-1 0,0 0,0 0,0 0,-1 0,1 0,-1 0,0 0,0 0,-4 4,-35 42,11-15,19-21,-1 0,-1-1,0 0,-1-1,-20 14,1-4,-50 24,-59 19,133-62,0 0,0 0,0-1,-18 3,21-4,8 2,9 0,-5-4,0 0,0 0,1 1,-1 0,0 0,0 1,1-1,6 3,51 15,-60-16,52 15,-22-4,2 6,-6 5,-7 3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10.44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238 40,'-21'1,"1"1,-36 9,-3-1,56-9,-1-1,1 1,-1 0,1 0,-1 0,1 0,0 1,-1-1,1 1,0 0,0 0,0 0,0 0,1 0,-1 1,-3 3,3-1,0-1,1 1,-1-1,1 1,0 0,0 0,1 0,-1 0,1 0,-1 6,1 7,1-1,0 0,1 0,1 0,7 30,-8-44,0 0,0 0,0 0,1 0,-1 0,1-1,0 1,0 0,0-1,0 1,0-1,1 0,-1 0,1 0,-1 0,5 3,-2-3,0 0,-1 1,1-2,0 1,0 0,0-1,0 0,0 0,10 0,-13-2,0 1,0-1,-1 0,1 0,0 0,-1-1,1 1,-1 0,1-1,-1 1,1-1,-1 1,0-1,0 1,0-1,1-2,4-4,0-1,0 1,0-1,-1-1,0 1,-1-1,0 0,-1 0,0 0,2-13,-1-3,0 0,-1-42,-7-20,6 115,2 0,12 46,-3-15,-5-20,18 108,-19-106,-3-23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11.37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63 57,'0'-28,"-19"53,14-16,1 0,0 1,0 0,1-1,1 1,0 0,-2 14,-2 17,2-18,1 0,1 38,2-53,1 0,0-1,0 0,1 1,0-1,0 0,1 0,0 0,0 0,0 0,1 0,6 7,-4-5,12 11,-14-41,3-12,-1-1,-1 0,-1-58,4-92,-6 180,4 10,5 11,-10-16,3 8,0 0,0 1,-1-1,0 1,2 10,8 25,9 29,-18-57,1 0,0 0,1 0,1-1,0 0,13 19,-3-8,24 51,-24-42,-12-29,-5-7,0 0,0 1,0-1,0 0,0 0,0 0,1 0,-1 0,0 0,0 0,0 0,0 0,0 1,1-1,-1 0,0 0,0 0,0 0,0 0,1 0,-1 0,0 0,0 0,0 0,0 0,1 0,-1 0,0 0,0 0,0-1,0 1,1 0,-1 0,0 0,0 0,0 0,0 0,0 0,1 0,-1-1,0 1,0 0,0 0,0 0,0 0,0 0,0 0,0-1,0 1,1 0,-1 0,0 0,0 0,0-1,0 1,0 0,0 0,0 0,0 0,0-1,0 1,0 0,0 0,0 0,-1 0,1-1,2-11,-2 12,31-212,9-36,-39 246,-1 0,1 0,-1 0,0 0,1 0,-1-1,0 1,0 0,-1 0,1 0,0 0,-1 0,0-3,-10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13.56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263 541,'-42'-1,"14"0,-38 4,60-2,0 0,0 1,0 0,1 0,-1 0,0 0,1 1,0 0,0 0,0 1,0-1,0 1,1 0,0 0,0 1,0-1,0 1,0 0,1 0,-5 9,5-6,-1 0,2-1,-1 1,1 0,0 0,0 1,1-1,0 0,1 0,0 1,0-1,1 0,0 0,3 13,4 7,2-1,26 53,-34-77,0 0,0 0,1 0,-1 0,1 0,0 0,0-1,0 1,0-1,0 0,1 0,-1 0,1 0,-1-1,1 1,3 0,-4-1,-1 0,1-1,-1 1,1-1,-1 0,1 0,-1 0,1 0,-1 0,1 0,-1-1,1 1,-1-1,1 0,-1 1,0-1,1 0,-1-1,0 1,0 0,0-1,0 1,0-1,3-2,1-5,0 0,0 0,-1 0,0-1,0 0,-1 0,5-20,10-75,-12 29,-5 1,-10-125,0 3,7 148,-1 25,2 0,4-34,-4 58,-1-1,1 1,0-1,0 1,0-1,1 1,-1 0,0-1,0 1,0-1,0 1,0-1,0 1,1 0,-1-1,0 1,0 0,1-1,-1 1,0 0,0-1,1 1,-1 0,0-1,1 1,-1 0,0 0,1 0,0-1,8 9,6 19,-13-16,1 0,-1 0,-1 0,0 0,0 0,-1 0,-3 21,1 12,10 99,1-20,4 56,0 29,-9-110,-5-87,-6-7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14.21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276 27,'-41'-1,"25"-1,0 2,0 0,1 1,-21 3,32-2,0-1,-1 1,1 0,0 0,1 0,-1 1,0-1,1 1,-1 0,1 0,0 0,0 0,0 1,0 0,0-1,-1 6,-5 7,0 1,-8 29,11-31,-1 4,1 0,1 1,0 0,2 0,0 0,0 24,3-31,-1-8,1 0,0 0,0 0,0 0,1-1,1 9,-1-12,-1-1,0 1,0 0,1-1,-1 1,1-1,-1 1,0 0,1-1,-1 1,1-1,-1 1,1-1,0 0,-1 1,1-1,-1 1,1-1,0 0,1 1,-1-1,1 0,-1 0,1 0,-1 0,1 0,-1 0,1-1,-1 1,1-1,-1 1,1-1,-1 1,2-2,4-3,0 1,0-1,-1-1,0 1,0-1,0 0,-1 0,0-1,0 0,0 0,-1 0,7-15,2-9,15-58,12-84,-39 163,-4 83,-1 54,6-79,14 145,-14-179,-2-11,0 1,0 0,1-1,-1 1,1 0,0-1,2 7,-2-10,-1 0,0 0,0 0,0 0,0 0,1 0,-1 0,0 0,0 0,0 0,0 0,1 0,-1 0,0 0,0 0,0 0,0 0,0-1,0 1,1 0,-1 0,0 0,0 0,0 0,0 0,0-1,0 1,0 0,0 0,0 0,0 0,1-1,-1 1,0 0,0 0,0 0,0 0,0-1,0 1,0 0,0 0,0 0,-1 0,1-1,0 1,1-21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14.71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139 1,'-2'-1,"1"1,-1 0,0 0,0 0,0 1,1-1,-1 0,0 1,0-1,1 1,-1 0,0-1,1 1,-3 1,2 1,-1 0,1-1,1 1,-1 0,0 0,1 0,-2 4,3-7,-51 135,43-114,0 1,2 1,0-1,2 1,0 0,0 30,4-47,-3 40,3 5,4 7,-1-46,-1 1,10 23,-9-27,1-1,1 0,-1 1,7 7,-8-13,0 0,0 0,0-1,1 1,-1-1,0 1,1-1,0 0,0-1,-1 1,1 0,0-1,0 0,1 0,-1 0,0-1,0 1,0-1,0 0,1 0,-1-1,0 1,0-1,0 0,0 0,7-3,-6 3,0-1,0 0,0 0,0 0,-1-1,1 0,-1 0,0 0,1 0,-1-1,-1 1,1-1,-1 0,1 0,-1-1,0 1,-1-1,1 1,-1-1,4-9,-6 11,0 0,1 0,-1 0,-1 0,1 0,0 0,-1 0,1 1,-1-1,0 0,0 0,-3-4,-8-17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15.11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1,'0'0,"8"0,-2 0,15 0,-1 0,7 0,6 8,2 1,-6-5,-9-1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15.46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205 62,'0'-2,"0"1,0 0,0 0,0 0,0 0,0 0,0 0,0-1,-1 1,1 0,-1 0,1 0,0 0,-1 0,0 0,1 0,-1 0,0 0,1 0,-1 1,0-1,0 0,0 0,0 1,0-1,0 1,0-1,-1 0,-3 0,0-1,0 2,0-1,0 1,-9 0,11 0,-18-1,14 1,-1-1,1 1,-1 1,-12 2,18-3,-1 1,1 0,0 0,-1 0,1 0,0 0,0 1,0-1,0 1,0-1,0 1,0 0,0 0,1 0,-1 0,1 0,-1 0,0 2,-4 7,0 0,1 1,1-1,0 1,0 0,1 0,-2 19,5-27,0 1,0-1,0 1,0-1,1 1,0 0,0-1,0 0,0 1,1-1,0 0,-1 1,2-1,-1 0,0-1,1 1,0 0,0-1,0 1,0-1,0 0,1 0,6 4,-6-4,-1-1,1 0,0 0,-1 0,1-1,0 1,0-1,0 0,0 0,0 0,1-1,-1 0,0 1,0-1,0-1,0 1,1-1,-1 1,0-1,0 0,6-3,-3 0,0 1,-1-2,1 1,-1 0,-1-1,1 0,0-1,-1 1,0-1,-1 0,5-7,0-1,-2 1,1-1,-2 0,1-1,-2 1,0-1,-1-1,-1 1,0 0,-1-1,0 0,-2-19,0 34,0 1,1 0,-1 0,0 0,0 0,0 0,0-1,0 1,0 0,0 0,0 0,0 0,0-1,0 1,0 0,0 0,0 0,0 0,0-1,0 1,0 0,0 0,0 0,0 0,0-1,0 1,0 0,0 0,0 0,0 0,0 0,-1-1,1 1,0 0,0 0,0 0,0 0,0 0,0 0,-1 0,1-1,0 1,0 0,0 0,0 0,-1 0,1 0,0 0,0 0,0 0,-1 0,-5 10,-5 18,-17 106,6 29,16-134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16.21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28 1,'-2'43,"-10"59,6-60,-1 56,7-5,0-43,0 9,0 14,19 358,-16-382,14 65,-14-95,-3-18,3 16,0-10,-1-8,-1-8,-1-6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17.01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10 0,'-3'8,"-1"-11,2 2,3 6,7 15,7 35,-11-40,2 0,-1 0,9 15,-6-14,-1 0,7 23,4 36,-6-22,34 92,-33-110,5 2,3-3,-19-31,0 0,0-1,1 1,-1-1,0 0,1 1,4 1,-6-3,1-1,-1 1,1-1,0 1,-1-1,1 0,0 0,-1 0,1 0,0 0,-1 0,1 0,0 0,-1-1,1 1,0-1,-1 1,1-1,-1 0,1 0,-1 1,1-1,-1 0,0 0,1-1,-1 1,0 0,2-2,4-5,0-1,0 1,6-13,-10 17,25-41,-2-2,31-79,-31 68,48-82,-47 92,17-40,-37 75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18.45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60 817,'-2'-4,"1"-1,-1 1,0 1,0-1,0 0,-6-7,-6-12,8 4,1-1,0 1,2-1,1 0,0 0,1-23,-1-9,2 35,0-1,1 1,1 0,7-30,0 1,3-10,5-13,-9 47,16-35,-16 42,0 1,1 0,13-15,-7 12,25-22,2 4,-21 19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18.78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69,'4'4,"0"-1,0-1,0 1,1-1,-1 1,1-1,0 0,-1-1,1 1,0-1,0 0,0 0,0-1,0 0,10 0,5-1,1-1,28-7,-42 8,22-4,0-2,0-1,0-1,26-12,-53 20,13-8,-15 9,0 0,1 0,-1 0,0-1,1 1,-1 0,0 0,1-1,-1 1,0 0,1-1,-1 1,0 0,0-1,1 1,-1 0,0-1,0 1,0-1,0 1,0 0,0-1,1 1,-1-1,0 1,0 0,0-1,0 1,0-1,-1 1,1-1,-12-10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19.31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101 164,'11'0,"-1"-1,1-1,0 0,-1 0,1-1,-1 0,0-1,0 0,0-1,-1 0,1-1,-1 1,9-10,-16 14,0-1,0 0,0-1,0 1,-1 0,1 0,-1-1,0 1,0-1,0 1,0-1,0 1,0-1,-1 0,1 0,-1 1,0-1,1-3,2-16,-3 21,1 0,-1 0,1 0,-1 0,0 0,0 0,0 0,0-1,0 1,0 0,0 0,0 0,0 0,0 0,0 0,-1 0,1 0,0 0,-1 0,1 0,-1 0,1 0,-1 0,1 0,-1 0,0 1,1-1,-1 0,0 0,0 1,0-1,0 0,1 1,-1-1,0 1,0-1,0 1,0 0,0-1,0 1,0 0,-1 0,1-1,0 1,-2 0,-1 0,0 0,0 1,-1-1,1 1,0-1,0 1,0 1,-1-1,1 0,-6 4,-4 4,1 0,0 1,0 0,1 1,0 0,1 1,0 0,1 0,1 2,0-1,0 1,2 0,-11 26,10-21,1-4,2 0,-1 1,-5 30,10-43,1 1,-1-1,1 1,0-1,0 1,0-1,1 1,-1-1,1 1,0-1,0 0,0 1,0-1,1 0,-1 0,1 0,0 0,0 0,0 0,0 0,0-1,1 1,-1-1,4 3,-3-3,0 0,0-1,0 0,0 1,0-1,1 0,-1-1,0 1,1 0,-1-1,0 0,1 0,3 0,0-1,-1 0,1 0,-1 0,1-1,12-4,1-5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19.83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216 146,'0'-19,"1"12,-1 1,0 0,0-1,-2-10,1 16,1-1,-1 0,0 1,1-1,-1 0,0 1,0-1,0 1,0-1,0 1,0 0,-1-1,1 1,0 0,-1 0,1 0,-1 0,1 0,-1 0,-2-1,-1 0,0 1,0-1,1 1,-1 0,0 0,0 1,0-1,0 1,0 0,0 1,0-1,0 1,0 0,0 0,0 1,0-1,1 1,-1 0,1 0,-8 5,5-2,0 0,0 1,1 0,-1 0,1 1,1-1,-1 2,1-1,0 0,-6 14,9-16,1 0,0 0,-1 0,2 0,-1 0,1 0,-1 0,1 0,1 0,-1 0,1 0,0 0,0 0,0-1,0 1,4 6,-5-10,1 0,0-1,-1 1,1 0,0-1,-1 1,1 0,0-1,0 1,0-1,0 0,-1 1,1-1,0 1,0-1,0 0,0 0,0 0,0 1,0-1,0 0,1 0,1-1,0 1,-1-1,1 1,0-1,-1 0,1 0,0 0,2-2,-1 1,0 0,0-1,0 0,-1 1,1-1,-1-1,0 1,0 0,0-1,5-7,-2-2,-1-1,0-1,-1 1,-1-1,0 1,-1-1,1-28,-3 35,0-1,0 1,1-1,3-13,-3 22,-1 0,0-1,0 1,0 0,0 0,1 0,-1 0,0 0,0 0,1 0,-1-1,0 1,0 0,0 0,1 0,-1 0,0 0,0 0,1 0,-1 0,0 0,0 0,1 0,-1 1,0-1,0 0,0 0,1 0,-1 0,0 0,0 0,0 0,1 1,-1-1,0 0,0 0,0 0,0 0,1 1,-1-1,0 0,0 0,0 0,0 1,0-1,0 0,0 0,0 0,0 1,9 13,-5-2,-1 1,0-1,-1 1,0 0,-1 13,6 34,-3-32,0-2,11 36,-13-57,-1 1,2 0,-1 0,1-1,0 1,0-1,0 0,1 0,0 0,0-1,7 8,6-3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20.24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64 566,'1'-54,"0"20,-1-1,-10-67,-17-86,19 143,3 3,0 8,-5 3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20.63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57,'10'0,"-2"0,5 0,11 0,7 0,10-8,-1 4,-1-5,1 1,-4 4,-4-8,2 4,-6 4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21.00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41,'1'24,"2"1,0-1,2 1,1-1,0-1,2 1,21 43,-25-59,0-1,1 1,0-1,0 0,1 0,0-1,0 1,0-1,1-1,0 1,0-1,0 0,1-1,0 0,0 0,0-1,0 0,11 3,-19-6,0 0,1 0,-1 0,0 0,0 0,1 0,-1 0,0 0,0 0,0-1,1 1,-1 0,0 0,0 0,0 0,1 0,-1 0,0-1,0 1,0 0,0 0,0 0,1-1,-1 1,0 0,0 0,0 0,0-1,0 1,0 0,0 0,0-1,0 1,0 0,0 0,0-1,0 1,0 0,0 0,0 0,0-1,0 1,-2-17,1 3,3-10,-1 1,-1-1,-1 1,-6-36,3 31,1 1,2-51,-2 27,2 43,-3 7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21.43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33 409,'1'-63,"1"35,-2-1,0 1,-3-1,-5-29,2 24,-3-36,2 13,5 44,5 19</inkml:trace>
  <inkml:trace contextRef="#ctx0" brushRef="#br0" timeOffset="1">88 130,'8'0,"-3"0,-2 0,5 0,0 0,3 0,2 0,12 0,-3 0,9-8,-12 0,-2-12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21.90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51 206,'0'-2,"0"1,0-1,0 1,0-1,0 1,1-1,-1 1,1-1,-1 1,1-1,-1 1,1-1,0 1,-1 0,1-1,0 1,0 0,0 0,0 0,0 0,0 0,1 0,-1 0,3-2,9-8,-10 8,0 0,0 0,0-1,-1 1,0-1,0 1,0-1,0 0,0 0,-1 0,1 0,0-7,0-3,-1 1,-1-23,0 17,0 19,0-1,1 0,-1 0,0 0,0 0,0 1,-1-1,1 0,0 0,0 0,0 1,0-1,-1 0,1 0,0 0,-1 1,1-1,-1 0,1 1,-1-1,1 0,-1 1,1-1,-1 1,0-1,1 1,-1-1,0 1,0-1,1 1,-1-1,0 1,0 0,1 0,-1-1,0 1,0 0,0 0,0 0,1 0,-1 0,-1 0,-1 1,1-1,0 1,0-1,-1 1,1 0,0 0,0 0,0 0,0 1,0-1,0 1,0-1,0 1,-2 2,-3 5,0 0,1 1,0-1,0 2,1-1,1 0,-7 19,9-21,1-1,-1 1,1-1,0 1,1-1,0 1,0-1,1 1,0-1,0 1,1-1,3 11,-4-15,0 0,0 0,0-1,1 1,-1 0,1-1,0 1,0-1,0 1,0-1,1 0,2 3,0-2,-1-1,1 0,0 0,0 0,0 0,0-1,5 1,-5-1,3 1,-1 0,1-1,-1 0,13 0,-3-5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22.35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289 28,'-2'-2,"0"-1,-1 1,1-1,-1 1,0 0,1 0,-1 1,0-1,0 1,0-1,0 1,0 0,-1 0,1 0,0 0,-1 1,1-1,0 1,-1 0,1 0,0 0,-6 1,-2 2,-1 1,1-1,0 2,-21 10,3-1,18-8,-1 0,2 1,-15 12,-6 3,30-22,0 1,-1 0,1 0,0 0,-1 0,1 0,0 0,0 1,0-1,0 0,0 0,0 1,1-1,-1 1,0-1,1 1,-1-1,1 1,-1-1,1 1,0-1,-1 1,1 0,0-1,0 1,0-1,0 1,1 0,-1-1,0 1,1-1,-1 1,1-1,1 3,-1-1,1 0,0 0,0-1,0 1,0-1,1 1,-1-1,1 0,-1 0,1 0,0 0,0 0,0-1,0 1,6 1,83 19,-60-16,-2 2,39 13,-65-19,1 0,-1 0,0 0,0 0,0 0,0 1,-1 0,1 0,3 4,-6-6,-1 0,1 0,0 1,-1-1,1 0,-1 1,1-1,-1 0,1 1,-1-1,0 1,0-1,0 0,0 1,0-1,0 1,0-1,-1 1,1-1,0 0,-1 1,1-1,-1 0,1 1,-1-1,0 0,0 0,1 1,-1-1,0 0,0 0,0 0,-2 1,-11 13,-1-1,-1 0,-20 13,7-5,-8 6,-11 0,-17 4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23.04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105 20,'4'-9,"2"-1,-4 11,-1 6,-1 30,1-9,-1 0,-8 51,4-56,1 0,0 0,1 37,4-10,-5 15,-10 135,9-89,-1-3,5-94,-16 302,8-220,-1-8,1-19,-26 206,34-265,4-22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23.80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16,'0'-12,"0"8,0 12,1 5,1-1,0 0,1 0,1 0,8 20,5 15,42 119,-38-112,19 44,-29-65,-1 7,2 8,0 2,4-7,-15-41,0 0,0 0,0 1,1-1,-1 0,1-1,-1 1,1 0,0 0,0-1,2 3,-2-3,-1-1,1 1,-1-1,1 1,-1-1,1 0,-1 0,1 1,-1-1,1 0,-1-1,1 1,-1 0,1 0,-1-1,1 1,2-1,2-2,0 0,0 0,-1 0,9-7,27-27,11-19,17-18,3-6,-1-4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24.93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8 613,'-4'-126,"1"72,2-1,3 1,12-83,-6 96,5-2,11-1,7 7,-29 35,0 0,1 0,-1 0,1 0,-1 0,1 1,0-1,-1 1,1 0,0 0,0 0,0 0,0 1,0-1,4 0,-5 1,0 1,0-1,1 0,-1 1,0 0,0-1,0 1,0 0,0 0,0 0,-1 0,1 0,0 1,0-1,-1 0,1 1,-1-1,1 1,-1 0,0-1,1 1,0 2,63 103,-65-106,1 0,0 0,-1 0,1 0,-1 0,1 0,0 0,0 0,0 0,-1 0,1-1,0 1,0 0,0-1,0 1,0-1,0 1,0-1,1 1,-1-1,0 0,0 1,0-1,0 0,3 0,-2-1,1 0,-1 0,1 0,-1 0,1 0,-1-1,0 1,1-1,-1 1,0-1,0 0,0 0,0 0,-1 0,1 0,1-3,13-15,8-8,4-5,-26 31,0 0,0 0,0 1,1-1,-1 0,1 1,-1-1,1 1,0 0,3-1,-5 2,1 0,0 0,-1 0,1 0,0 0,-1 0,1 0,-1 1,1-1,0 1,-1-1,1 1,-1 0,1-1,-1 1,0 0,1 0,-1 0,0 0,0 0,1 0,-1 1,0-1,0 0,0 0,-1 1,1-1,1 4,2 2,-1 0,0 0,-1 0,3 13,1 21,-3 9,2 145,-4-182,0-1,1 1,0 0,1-1,1 0,0 1,0-1,1-1,1 1,13 20,-16-29,-1 1,1-1,0 0,0-1,1 1,3 2,4 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25.36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239 136,'0'-21,"-2"19,0-1,0 1,0-1,0 1,-1 0,1 0,-1 0,1 0,-1 0,0 0,-5-1,-4 0,-1 0,0 2,1 0,-1 0,-14 2,10-1,13 0,1 1,-1-1,1 1,-1 0,1 0,0 0,-1 1,1-1,0 1,0 0,0 0,0 0,0 0,1 1,-1-1,1 0,-1 1,1 0,0 0,0 0,0 0,0 0,1 0,-3 5,-1 5,0 0,1 1,0-1,1 1,-1 14,3-21,1 1,-1 0,2 0,-1 0,1 0,1 0,-1 0,1-1,1 1,-1-1,7 13,-8-18,1 1,-1 0,1-1,-1 1,1-1,0 0,0 0,0 0,1 0,-1 0,0 0,1 0,-1-1,1 1,-1-1,1 0,0 0,0 0,-1 0,1 0,0 0,0-1,0 0,0 1,0-1,0 0,0 0,0-1,0 1,0-1,0 1,-1-1,6-2,-3 0,0 0,0-1,0 1,-1-1,1-1,-1 1,0 0,0-1,0 0,3-6,2-1,-3 3,0-1,-1 0,0 0,0-1,-1 0,-1 1,0-1,0 0,-1-1,0 1,-1 0,0-1,-1 1,-1 0,-1-17,0 20,-1-1,0 0,0 1,-1 0,1 0,-2 0,1 0,-1 1,0 0,-1 0,0 0,-7-6,13 12,-1 0,0 1,0-1,0 0,0 0,-1 1,1-1,0 1,0-1,0 1,0-1,-1 1,1 0,0-1,0 1,-1 0,1 0,0 0,0 0,-1 0,1 0,0 1,0-1,-1 0,-1 1,0 1,0 0,-1 1,1-1,0 1,0-1,-4 6,-8 7,2-7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26.10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160 281,'0'0,"0"1,-1 0,1-1,0 1,0 0,-1-1,1 1,0 0,-1-1,1 1,-1-1,1 1,-1-1,1 1,-1-1,1 1,-1-1,1 1,-1-1,0 0,1 1,-1-1,0 0,0 1,-25 6,10-2,10-3,0 1,1 0,-1 0,1 0,0 1,0-1,0 1,0 1,1-1,0 0,0 1,-6 8,6-5,-1 1,1-1,1 1,0 0,0 0,0 0,-1 18,1-9,1 1,1 0,1 0,3 29,-2-40,1 1,0-1,0 0,1 1,0-1,0 0,1-1,0 1,0-1,1 1,0-1,8 8,-7-9,-1 0,0-1,0 1,0-2,1 1,9 5,-14-9,0-1,0 0,0 0,0 0,0 0,-1-1,1 1,0 0,0 0,0-1,0 1,0 0,0-1,-1 1,1-1,0 1,0-1,-1 1,1-1,0 1,-1-1,2-1,15-17,-12 11,0 0,0 0,-1-1,-1 1,1-1,-1 0,-1 0,0 0,2-17,-1-9,-2-44,-1 47,1-33,-4 0,-2 0,-3 1,-17-69,21 108,3 22,1-1,0 1,-1 0,0-1,0 1,0 0,-3-6,3 11,1-1,-1-1,0 1,0 0,1 0,-1 0,1 0,-1 0,1 0,-1 0,1 0,0 0,0 0,-1 1,1-1,0 0,0 0,0 2,4 17,-1 1,0 25,1 13,31 258,-32-244,-4-54,2 0,0 0,1 1,1-1,9 30,-12-48,0 1,1-1,-1 0,0 0,1 0,-1 0,1 1,-1-1,1 0,0 0,0 0,-1 0,1 0,0 0,0-1,0 1,0 0,0 0,0-1,0 1,0 0,0-1,0 1,1-1,-1 1,1-1,0 0,-1-1,0 1,1-1,-1 1,1-1,-1 0,0 0,0 0,0 1,1-1,-1 0,0-1,0 1,0 0,0 0,-1 0,1 0,0-1,0 1,-1 0,1-1,0-2,7-15,0-2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26.51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31 202,'1'0,"0"1,0-1,-1 1,1-1,0 1,0 0,-1-1,1 1,0 0,-1 0,1 0,-1-1,1 1,-1 0,1 0,-1 1,1-1,-1 0,0 0,0-1,1 1,-1 0,0-1,1 1,-1-1,1 1,-1 0,1-1,-1 1,1-1,-1 1,1-1,0 0,-1 1,1-1,-1 0,1 1,0-1,0 0,-1 0,1 1,0-1,-1 0,1 0,0 0,0 0,-1 0,1 0,1 0,5-1,-1 0,1 0,0-1,-1 1,0-2,1 1,-1-1,11-6,1 1,-15 6,0 0,-1 0,1-1,0 1,-1 0,0-1,1 0,-1 1,0-1,0 0,0 0,-1 0,3-6,15-47,-17 47,-1 6,-1 0,1 0,-1 0,0 0,0 0,0 0,0 0,0 0,-1 1,0-1,1 0,-1 0,0 0,0 0,0 1,-1-1,1 1,-1-1,0 1,1-1,-1 1,0 0,0 0,0 0,-1 0,1 0,0 0,-4-1,3 1,1 0,-1 1,0-1,0 1,0 0,0 0,0 0,0 1,0-1,0 0,0 1,-1 0,1 0,0 0,0 0,0 1,0-1,0 1,0 0,0-1,0 1,0 1,0-1,0 0,0 1,-2 2,-3 3,0 0,1 1,0 0,1 0,0 1,0 0,1 0,0 1,0-1,1 1,0 0,1 0,-3 16,3-12,1 0,1 1,0-1,0 0,2 0,0 0,0 1,2-1,5 22,-6-32,-1 0,1 1,0-1,0 0,0 0,1 0,-1-1,1 1,0-1,0 1,1-1,-1 0,0 0,1 0,0-1,0 1,0-1,0 0,0 0,0 0,8 2,-5-3,-1 0,1 0,-1-1,0 1,1-1,-1-1,1 1,-1-1,1 0,-1-1,0 0,0 0,0 0,12-6,3-4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26.90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0 659,'1'2,"0"0,1 0,-1 0,0 0,0 0,0 1,-1-1,1 0,0 0,-1 1,1-1,-1 0,0 1,0 3,1-24,2 0,-1 1,7-19,5-37,11-124,-11 121,4-4,6-3,9-14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28.54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55 631,'-10'-22,"1"0,1 0,1-1,1 0,2 0,0-1,1 1,0-41,3-4,1-4,7-3,6 4,-4 13,-10 52,0 0,-1 1,1-1,-1 0,-2-5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28.98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1 156,'0'20,"25"-54,-15 25,-1 1,1-1,0 2,1-1,0 1,12-5,30-20,-42 25,-1 0,1 1,0 0,1 1,22-8,-29 12,0 0,0-1,1 2,-1-1,1 1,-1-1,0 2,1-1,-1 0,1 1,-1 0,0 1,0-1,1 1,-1 0,5 2,-9-3,1 1,-1-1,1 0,-1 1,0-1,1 1,-1-1,0 1,0-1,0 1,0 0,-1-1,1 1,0 0,-1 0,1 0,-1 0,1-1,-1 1,0 0,0 0,0 0,0 0,0 0,-1 0,1 0,0 0,-1-1,1 1,-2 2,-2 7,0-1,0 0,-11 18,-21 32,0-2,-43 96,75-145,0 1,1 0,0 0,1 0,0 0,0 1,0 10,2-18,0 1,1-1,-1 0,1 0,-1 0,1 0,0 0,0 0,0 0,1-1,-1 1,1 0,0-1,-1 1,1-1,0 1,0-1,1 0,-1 0,0 0,1 0,-1 0,1 0,0-1,-1 1,1-1,6 2,8 3,1 0,0-2,27 4,-6-6,-32-3,15 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29.49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261 48,'-168'0,"164"0,0 0,1 1,-1 0,1 0,-1 0,1 0,-1 0,1 1,0-1,-1 1,1 0,0 0,0 0,0 0,1 1,-1-1,0 1,1 0,-4 5,3-4,0 1,0 0,0 0,1 0,0 0,0 0,0 1,1-1,-1 1,1-1,0 12,0-13,1 0,0 0,0 1,0-1,1 0,0 0,-1 0,1 0,1 0,-1 0,0 0,1 0,0-1,0 1,0 0,0-1,1 1,0-1,-1 0,1 0,0 0,0 0,1-1,-1 1,0-1,1 0,0 0,6 3,-5-3,0-1,0 1,0-1,0 1,0-1,0-1,1 1,-1-1,0 0,1 0,-1 0,0-1,0 0,0 0,1-1,-1 1,0-1,0 0,-1 0,1 0,0-1,-1 0,1 0,5-6,-2 3,-1 0,1-1,-2 0,1-1,-1 0,0 0,0 0,-1 0,-1-1,1 0,-1 0,4-15,2-34,-10 53,0 1,0-1,0 1,0 0,0-1,-1 1,0 0,0-1,0 1,-1 0,-2-8,3 12,1 0,0 0,0 0,0-1,0 1,0 0,-1 0,1 0,0-1,0 1,-1 0,1 0,0 0,0 0,0-1,-1 1,1 0,0 0,0 0,-1 0,1 0,0 0,0 0,-1 0,1 0,0 0,-1 0,1 0,0 0,0 0,-1 0,1 0,0 0,0 0,-1 1,-8 8,-4 17,8-7,0 0,2 0,0 1,1-1,1 34,3-6,11 56,-12-94,0 0,1 1,1-2,-1 1,1 0,1-1,0 1,0-1,9 14,3-12,11-4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30.13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16 81,'-1'0,"1"0,-1 0,1 0,-1-1,1 1,-1 0,1 0,-1 0,1 0,0 0,-1 0,1 1,-1-1,1 0,-1 0,1 0,-1 0,1 0,-1 1,1-1,-1 0,1 0,0 1,-1-1,1 0,-1 1,1-1,0 1,0-1,-1 0,1 1,0-1,-1 1,1-1,0 1,0-1,0 0,0 1,-1-1,1 1,0-1,0 1,0-1,0 1,0-1,0 1,0-1,0 1,1-1,-1 1,0-1,0 1,0-1,0 1,1-1,-1 1,0-1,1 1,1 7,9 91,-9-68,1 0,10 38,-11-62,-1-3,0 1,0 0,0-1,1 1,-1-1,1 1,0-1,1 0,-1 1,1-1,0-1,0 1,0 0,0-1,5 5,-7-8,0 1,0-1,0 0,0 0,0 0,-1 1,1-1,0 0,0 0,0 0,0 0,0-1,0 1,-1 0,1 0,0 0,0-1,0 1,0 0,-1-1,1 1,0-1,0 1,-1-1,1 1,0-1,-1 0,1 1,-1-1,1 0,-1 1,1-1,-1 0,1-1,16-30,-16 30,7-21,-1-1,-1 0,5-47,-7 45,11-134,-15 182,-1-8,1 0,1 0,4 27,2-14,11 32,-15-50,2 1,-1-1,1 0,0 0,1-1,12 15,-17-22,4 5,1 1,1-1,-1 0,1-1,12 8,-18-12,1 0,0 0,-1 0,1-1,0 1,0-1,0 1,0-1,-1 0,1 1,0-1,0 0,0 0,0-1,0 1,0 0,0-1,-1 1,1-1,0 1,0-1,-1 0,1 0,0 1,-1-1,1-1,0 1,-1 0,0 0,1-1,-1 1,2-3,1-2,0 0,0 0,-1 0,0-1,0 1,-1-1,3-11,9-53,-12 59,31-147,-30 139,-6 3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30.96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124 536,'12'-12,"-16"3,0 3,-4-11,7 16,1-1,-1 0,1 1,-1-1,0 0,0 1,0-1,0 1,0-1,0 1,0-1,0 1,-1 0,1 0,0 0,-1 0,1 0,-1 0,1 0,-1 0,0 0,1 1,-3-1,2 0,-1 1,1 0,0 0,-1 0,1 0,0 1,0-1,-1 1,1-1,0 1,0 0,0 0,0 0,0 0,0 0,0 0,0 1,0-1,0 1,1-1,-1 1,-1 1,-3 4,0 0,1 1,0-1,-6 13,9-14,1 0,-1 0,1 1,0-1,1 0,-1 0,1 1,0-1,1 0,2 12,0 21,-3-28,0-1,1 1,1-1,0 1,0-1,5 13,-6-19,0-1,1 0,-1 0,1 0,-1 0,1 0,0-1,0 1,1 0,-1-1,1 1,-1-1,1 0,-1 0,1 0,0 0,0-1,0 1,0-1,1 1,-1-1,0 0,6 1,-6-2,-1 0,1 0,0-1,0 1,0-1,-1 1,1-1,0 0,-1 0,1 0,0 0,-1 0,0-1,1 1,-1-1,0 1,1-1,-1 0,0 0,-1 0,1 0,0-1,0 1,-1 0,1-1,1-4,4-8,0-1,-1 0,5-22,-7 26,9-38,-3-1,5-56,-2-106,-11 158,-5 1,-1 4,3 35,1 8,-1-1,0 0,0 1,-4-12,5 19,0-1,0 1,0 0,0-1,0 1,0 0,0-1,-1 1,1 0,0-1,0 1,0 0,0 0,-1-1,1 1,0 0,0-1,-1 1,1 0,0 0,0 0,-1-1,1 1,0 0,-1 0,1 0,0 0,-1 0,1 0,0 0,-1-1,1 1,0 0,-1 0,1 0,0 0,-1 0,1 1,-1-1,-10 12,-5 24,7 3,1 0,2 1,2 0,1 0,2 0,6 49,7 70,7 62,-18-213,0 2,1 0,0 0,4 12,-6-20,1 0,0 0,-1 0,1-1,0 1,0 0,0-1,0 1,0 0,1-1,-1 1,0-1,1 0,-1 0,1 1,0-1,-1 0,1 0,0 0,-1 0,1-1,0 1,3 0,11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31.43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290 96,'-3'0,"1"0,-1 0,0 0,1 0,-1 0,0 0,1-1,-1 1,1-1,-1 0,0 1,1-1,0-1,-1 1,1 0,0 0,-1-1,1 0,0 1,0-1,0 0,0 0,1 0,-1 0,0 0,-2-5,1 2,-1 0,1 0,-1 0,-1 1,1-1,-1 1,1 0,-1 0,-1 1,1 0,0-1,-9-2,11 5,0 0,0 0,0 0,0 1,0-1,0 1,0 0,0-1,0 2,0-1,-1 0,1 1,0-1,0 1,0 0,0 0,0 0,0 0,1 0,-1 1,0 0,1-1,-1 1,1 0,-1 0,-1 3,-5 4,1 0,1 1,0 0,0 0,1 1,1 0,0 0,0 0,-3 15,5-17,1 1,0 0,0 0,1 0,1 0,-1 0,2 0,-1 0,2 0,-1 0,5 16,-4-22,0 0,0 0,1-1,-1 1,1 0,0-1,0 1,0-1,0 0,5 4,-6-6,-1 0,1 0,-1 1,1-1,0 0,-1 0,1-1,0 1,0 0,0 0,0-1,0 1,0-1,0 0,0 0,0 0,0 0,0 0,0 0,0 0,0 0,0-1,0 1,0-1,-1 0,3 0,3-3,-1 0,1-1,-1 1,0-1,-1 0,1-1,-1 1,0-1,-1 0,1-1,-1 1,0-1,-1 1,1-1,-2 0,1-1,-1 1,0 0,0-1,1-12,2-24,1-56,-7 104,-1 0,1 0,-1 0,1 0,0 0,0 0,0 6,0 38,0-23,1 0,0 0,2-1,7 36,-4-32,-4-1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31.85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120 644,'0'-8,"1"-3,-1 1,0-1,-1 1,0-1,-1 1,0 0,-1 0,-6-19,1 11,0-1,2 0,-8-35,-5-63,15 86,-4-33,-1-11,-3 5,-3 14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32.22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0,'326'0,"-311"0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32.56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205 35,'9'-1,"-8"-2,-13-6,1 1,8 6,-1 0,0 0,1 1,-1-1,0 1,0 0,0 0,0 0,-1 1,1-1,0 1,0 0,0 0,-7 1,7 0,-1-1,0 1,0 0,0 0,1 0,-1 1,0 0,1-1,0 2,-1-1,1 0,-4 4,1 3,0 0,1 1,0 0,1 0,0 0,1 0,-4 13,4-11,1 1,-3 24,5-31,1 0,-1 0,1 0,1 0,-1 0,1 0,0 0,3 7,-4-11,1 0,0 0,0 0,0 0,1 0,-1 0,0-1,1 1,-1-1,1 1,-1-1,1 1,0-1,0 0,-1 0,1 0,0 0,0 0,0 0,0 0,0-1,0 1,1-1,-1 1,0-1,0 0,0 0,0 0,0 0,1 0,-1-1,0 1,0-1,0 1,0-1,0 0,0 0,0 0,0 0,0 0,0 0,-1 0,1 0,0-1,1-1,8-10,0-1,0 0,-2 0,0-1,13-27,-16 29,-3 9,6-14,-7 11,-4 6,-1 3,0 1,1-1,0 1,0 0,-1 0,2 0,-1 0,0 0,1 0,-1 0,-1 6,2-5,-10 25,-7 32,10-33,-20 50,5-31,-2-5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32.99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149 1,'-4'0,"-1"0,1 0,0 0,0 1,-1-1,1 1,0 0,0 1,0-1,0 1,-5 2,7-2,0 0,0-1,0 2,0-1,0 0,0 0,1 0,-1 1,1-1,0 1,0-1,0 1,0-1,0 1,0 0,1 0,-1 3,-14 136,5-25,1-61,-1 7,5 14,0 26,2 15,-5 179,5-122,6 3,5 2,2-1,-2-4,-2-6,-4-16,-2-21,-6-20,6-23,3-20,-2-40,2 27,2-41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33.56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66,'0'-56,"0"55,0 1,1-1,-1 0,0 1,1-1,-1 1,0 0,1-1,-1 1,1-1,-1 1,1-1,-1 1,1 0,-1 0,1-1,0 1,-1 0,1 0,-1-1,1 1,0 0,-1 0,1 0,-1 0,1 0,0 0,-1 0,1 0,-1 0,1 0,0 1,1-1,0 0,-1 0,1 0,-1 0,1 1,-1-1,0 1,1-1,-1 1,1-1,-1 1,0 0,1 0,-1 0,1 0,34 61,-25-45,-1 0,0 1,-1 0,7 23,21 79,-33-106,2 6,14 29,-14-36,13 31,2 1,0 1,2-3,6-8,-26-32,0 0,0 0,1 0,-1 0,1-1,-1 1,1-1,6 3,-8-5,-1 0,1 0,0 0,-1 0,1 0,-1 0,1 0,-1 0,1-1,-1 1,1-1,-1 1,1-1,-1 1,1-1,-1 0,0 0,0 0,1 0,-1 0,2-2,4-4,0 0,12-17,19-32,5-12,2-7,-3 7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34.52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1 708,'0'-11,"1"0,0 1,0-1,1 1,5-16,11-66,-4 13,-2 6,-7 36,2 1,13-44,-8 37,0-14,4-1,4 9,-19 47,0 1,0-1,0 0,0 0,1 1,-1-1,0 1,1-1,-1 1,1-1,0 1,0 0,-1 0,4-2,-3 3,0 0,-1 0,1 0,0 0,0 0,-1 0,1 0,0 0,-1 0,1 1,0-1,-1 1,1-1,-1 1,1 0,-1 0,1 0,1 1,24 22,102 119,-109-123,1-3,-20-16,1 0,0 0,-1 0,1 0,0-1,0 1,0 0,-1-1,1 1,0-1,3 1,-4-1,1-1,-1 1,1 0,-1-1,1 1,-1-1,0 1,1-1,-1 1,0-1,1 0,-1 0,0 0,0 0,2-2,21-28,6-10,2 4,-31 35,1 1,-1-1,1 1,0 0,-1-1,1 1,0 0,0 0,0 1,-1-1,1 0,0 0,0 1,3-1,-4 1,1 0,0 0,0 1,-1-1,1 0,0 1,-1-1,1 1,0-1,-1 1,1 0,-1 0,1 0,-1 0,0 0,1 0,1 2,2 3,-1-1,0 1,0 0,0 0,4 11,21 56,10 35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34.99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239 0,'-120'1,"118"-1,0 0,0 1,-1-1,1 1,0 0,0-1,-1 1,1 0,0 0,0 0,0 1,0-1,1 0,-1 1,0-1,0 1,1 0,-1 0,-1 2,-2 4,1 0,0 0,-5 16,-4 7,6-16,0 0,1 0,1 0,0 0,1 1,1 0,1 0,-1 29,2-35,2-1,-1 1,1-1,1 0,0 1,0-1,1 0,0 0,0-1,1 1,0 0,1-1,0 0,0 0,1-1,8 9,-12-13,1-1,-1 0,1 1,0-1,-1 0,1-1,0 1,0 0,1-1,-1 0,0 0,0 0,1 0,-1 0,0-1,1 1,-1-1,1 0,-1 0,0 0,1-1,-1 1,1-1,-1 0,0 0,0 0,1 0,-1 0,5-4,-3 2,-1 0,1 0,-1-1,0 1,1-1,-2 0,1-1,0 1,-1-1,0 1,0-1,-1 0,1 0,-1 0,0 0,0-1,1-6,-1 3,0-1,0 1,-1-1,-1 0,1 1,-2-1,1 0,-1 1,-1-1,0 0,-4-12,0 6,-7-17,12 32,1-1,-1 1,0 0,0 0,0-1,1 1,-1 0,0 0,0 0,-1 0,1 0,0 0,0 1,0-1,-1 0,1 1,0-1,-2 0,-5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35.82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150 541,'0'-1,"0"0,-1 0,1-1,0 1,-1 0,1 0,-1 0,0 0,1 0,-1 0,0 0,1 0,-1 0,0 0,0 0,0 0,0 1,0-1,0 0,-2 0,-25-10,1 0,24 9,1 1,-1-1,0 1,0 0,0 0,0 0,0 0,0 0,0 1,-1-1,1 1,-6 0,8 0,0 1,0-1,0 1,0 0,0-1,0 1,0 0,0 0,0 0,0-1,0 1,0 0,1 0,-1 0,0 0,1 0,-1 1,1-1,-1 0,1 0,-1 2,-6 30,5-23,-1 16,1 1,1 0,1-1,1 1,7 33,-6-46,0 0,1 0,6 18,-8-28,0-1,1 1,0-1,0 1,0-1,0 0,0 0,0 1,1-2,0 1,0 0,-1-1,1 1,1-1,-1 0,0 0,4 2,-5-4,0 1,0-1,0 0,0 0,0 0,0 0,0 0,0-1,0 1,0 0,-1-1,1 0,0 1,0-1,0 0,-1 0,1 0,0 0,-1 0,1 0,-1-1,0 1,1 0,1-3,1-1,0 1,0-1,0-1,0 1,-1 0,4-10,1-7,-1 0,-1-1,-2 1,4-34,-2-98,-4 64,-1 30,-4 0,-16-103,18 156,0 1,0-1,1 1,0-1,0 0,0 1,1-1,0 1,0-1,1 1,0-1,0 1,0 0,1 0,0 0,0 0,5-6,-5 8,-3 3,1 1,-1 0,1-1,-1 1,0-1,1 1,-1-1,0 1,0 0,1-1,-1 1,0-1,0 1,0-1,0 1,0-1,1 1,-1-1,0 1,0-1,-1 0,1 1,0 0,0 0,-1 0,1 0,0 0,0 0,0 0,-1 0,1 0,0 0,0 1,-1-1,1 0,0 0,0 0,0 0,0 1,-1-1,1 0,0 0,0 0,0 1,0-1,0 0,0 0,-1 0,1 1,0-1,0 0,0 0,0 1,0-1,0 1,6 147,-1 34,-29 190,22-338,0-1,2 0,2 0,10 63,-11-91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36.28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176 187,'37'-3,"-35"2,0 1,0-1,0 0,0 0,0 0,0 0,-1 0,1-1,0 1,-1 0,1-1,-1 1,0-1,1 0,0-1,21-22,-21 22,1 0,-1 0,0 0,0 0,0 0,0-1,-1 1,1-1,-1 1,0-1,1-4,-2 5,-1 0,0 0,0 0,0 0,0 1,0-1,0 0,-1 1,1-1,-4-3,1 0,2 2,0 0,0 1,0-1,-1 1,0 0,1 0,-1 0,0 0,0 0,-1 1,1 0,-1-1,1 1,-1 0,1 1,-1-1,0 1,0-1,0 1,0 0,0 1,0-1,0 1,0-1,-1 1,1 0,0 1,0-1,0 1,0 0,0 0,0 0,0 1,0-1,1 1,-6 2,0 2,0-1,1 1,0 1,0-1,0 1,1 1,0-1,0 1,1 0,0 1,-9 16,10-15,0 0,0 1,1-1,1 1,0 0,0 0,1 0,1 0,-1 0,2 21,0-27,1 1,0-1,0 0,1 0,-1 0,1 0,0 0,1 0,-1 0,1-1,0 1,0-1,7 8,-4-7,0 1,0-1,1 0,0-1,0 0,0 0,0 0,11 3,0-1,0-2,0 0,1-1,0 0,-1-2,1 0,23-3,-18-1,-7-1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59:36.66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0 934,'20'-248,"-5"109,-11 65,-4-7,-12-156,8 176,-3-33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0:21.72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242 823,'-20'11,"13"-8,1 0,0 0,0 1,0-1,1 2,-1-1,1 0,0 1,0 0,1 0,-1 1,-5 9,-51 101,53-96,0 1,1 0,1 0,1 0,-4 39,4-27,-6 2,-1 8,3 2,5-5,4-39,0 1,0 0,0 0,0-1,0 1,0 0,1 0,-1-1,1 1,-1 0,1-1,0 1,-1-1,1 1,0-1,0 1,0-1,0 0,0 1,1-1,-1 0,0 0,1 0,-1 0,3 2,-2-3,0 1,0-1,1 1,-1-1,1 0,-1 0,0 0,1 0,-1 0,0 0,1-1,-1 1,0-1,1 0,-1 0,0 0,0 0,0 0,3-2,20-13,-2-2,0-1,39-40,0-1,189-189,-99 92,-95 98,3-3,5-6,77-74,-76 76,-3 2,-1-1,4 3,-50 47,193-189,-197 185,-12 19,0 0,1-1,-1 1,1 0,-1 0,0 0,1-1,-1 1,1 0,-1 0,0 0,1 0,-1 0,1 0,-1 0,1-1,-1 1,0 1,1-1,-1 0,1 0,-1 0,1 0,-1 0,1 0,-1 0,0 1,1-1,-1 0,0 0,1 0,-1 1,1-1,-1 0,0 1,0-1,1 0,-1 1,0-1,0 0,1 1,-1-1,0 1,0-1,0 0,1 1,-1-1,0 1,1 1,10 11,0 10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1:07.416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1 1517,'37'-22,"-32"20,0-1,0 1,-1-1,1 0,-1 0,1-1,-1 1,0-1,0 0,-1 0,5-6,1-5,-2-1,0 1,0-1,5-25,14-31,13-33,-19 65,3-4,8-9,12-11,-20 33,2 1,1 1,2 1,0 1,2 1,63-40,-88 63,0 1,-1-1,1 1,0 1,0-1,1 1,-1 0,0 0,0 0,1 1,-1 0,0 0,1 0,-1 1,0-1,1 1,-1 1,0-1,0 1,0 0,5 2,4 4,0 1,-1 0,1 0,-2 2,19 18,-6-1,84 147,-55-82,-17-25,-25-45,0 0,1-1,26 31,21 14,-45-51,-14-15,0 0,0-1,0 1,0 0,0-1,1 1,-1-1,0 1,0-1,1 0,-1 1,0-1,2 0,-1 0,-1 0,1-1,-1 1,1-1,0 1,-1-1,1 1,-1-1,1 0,-1 0,1 1,1-3,13-10,-1-1,0-1,-1-1,0 0,-1 0,-1-1,19-37,-6 4,-1-3,1-7,12-29,48-103,-63 150,2 8,-21 31,0 0,0 1,0-1,0 1,0 0,1 0,4-2,-5 3,0-1,0 1,1 0,-1 1,0-1,1 1,-1-1,7 1,-1 1,0 1,0-1,0 1,0 1,-1 0,1 0,8 5,59 35,-41-21,2 0,-4 1,4-4,-24-15,-1-1,1 0,0-2,0 1,1-1,-1-1,0-1,25-3,2-5,-3-11,-21 8,-1 0,0-1,15-17,6-10,-4-1,83-136,-113 173,1 0,0 0,0 1,0-1,0 1,0 0,1 0,0 0,0 0,0 1,0-1,0 1,0 0,0 0,1 1,-1-1,1 1,4-1,11 3,-1 12,2 10,0 7,3 12,4 7,-12-23,2-1,0-1,41 42,-55-62,0-1,1 1,-1-1,1 0,5 3,-8-5,0 0,0 0,1-1,-1 1,0-1,0 1,0-1,1 0,-1 0,0 0,4 0,-3-1,0 1,0-1,0 0,0 0,0 0,0-1,0 1,3-3,-1 0,0 0,0 0,-1 0,7-8,20-31,0-8,-6-5,-2 4,2 4,5 5,-27 38,1 1,0 0,-1 0,2 1,-1-1,5-2,-6 4,0 1,0-1,0 1,1 0,-1 0,0 0,1 1,5-1,-7 1,1-1,-1 1,0 1,0-1,1 0,-1 0,0 1,0 0,0-1,0 1,1 0,2 2,-1 0,0 0,0 1,0 0,0 0,5 7,22 34,-2 11,95 186,-108-210,1-4,2-4,-17-23,-1 1,0-1,1 1,0-1,-1 0,1 0,-1 1,1-1,0 0,0 0,0-1,0 1,0 0,0-1,0 1,0-1,0 1,0-1,0 0,0 0,0 0,0 0,0 0,0-1,0 1,0-1,0 1,0-1,0 0,0 0,0 1,-1-1,1 0,0-1,-1 1,1 0,2-3,6-8,7-15,-1 0,-1 0,-2-2,12-32,-12 20,2 0,2-11,3-12,2-8,3-2,6 7,-2 16,-25 45,0 1,0 0,0-1,6-4,-8 8,0 1,0-1,-1 1,1 0,0 0,0 0,0 0,0 0,0 0,0 1,0-1,1 1,-1-1,0 1,0 0,0 0,1 0,2 0,-2 1,1 0,-1 0,0 0,1 0,-1 1,0-1,0 1,0 0,0 0,4 3,4 6,-1-1,0 1,-1 1,10 15,0 5,-3 0,-3 0,3-2,6-8,-20-20,0-1,0 1,1-1,-1 1,0-1,1 0,-1 0,5 1,-5-1,1-1,0 0,0 0,-1 0,1 0,0-1,0 1,-1-1,4 0,-1-1,0 0,0 0,0 0,8-6,4-5,1-1,17-20,-34 33,36-38,-2-7,3-3,5-1,-1 4,-8 20,-32 25,0 0,0 0,1 0,-1 0,0 0,1 0,-1 0,1 1,-1-1,4 1,-3 0,-1 0,1 1,-1-1,1 1,0 0,-1 0,1 0,-1 0,0 0,1 0,2 2,12 10,0 1,22 24,6 5,-6-11,-4-5,-30-24,0 0,0 0,0-1,9 3,-8-3,1 0,0-1,-1 0,1-1,0 1,0-1,0-1,0 1,-1-1,1 0,0-1,-1 0,1 0,-1 0,1-1,-1 0,0 0,0 0,-1-1,1 0,-1 0,8-7,2-9,-2-9,3-6,3-4,3 4,4 7,2 12,-26 15,0 1,0-1,0 1,0-1,0 1,0 0,1-1,-1 1,0 1,0-1,2 0,0 1,0 1,-1-1,1 0,-1 1,1 0,5 4,25 22,3 10,0 2,-3-6,-7-10,-26-23,0 0,0-1,0 1,0 0,1-1,-1 1,0-1,0 1,1-1,-1 0,0 0,1 1,-1-1,0 0,1 0,-1 0,0-1,1 1,-1 0,0 0,1-1,-1 1,0-1,2 0,-1 0,1-1,0 0,-1 0,0 0,0 0,1-1,-1 1,0-1,-1 1,3-4,2-5,-1-1,0 1,0-1,3-15,-8 26,0 0,0 1,0-1,1 1,-1-1,0 0,0 1,1-1,-1 1,0-1,1 1,-1-1,0 1,1 0,-1-1,1 1,-1-1,1 1,-1 0,1-1,-1 1,1 0,0-1,7 7,-5-1,1-1,-1 1,0 0,-1 0,1 1,-1-1,0 0,1 7,9 51,-5-24,28 158,-27-143,-3 11,-3 16,-5 17,-9 6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1:10.333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1474 0,'-34'30,"-67"48,47-39,16-6,-1 13,-10 8,-9 9,-335 410,329-391,2 6,-7 5,0 6,3-2,-2 1,0-6,0-7,8-9,13-12,15-17,21-32,-7 11,17-25,0 0,1 0,-1 1,1-1,-1 1,1-1,0 0,-1 1,1-1,0 1,0-1,0 1,0-1,0 0,0 1,1 2,-1-4,0 0,0 0,0 0,0 0,0 1,0-1,0 0,0 0,0 0,0 0,0 0,0 0,0 1,0-1,0 0,0 0,1 0,-1 0,0 0,0 0,0 0,0 0,0 0,0 0,0 1,0-1,0 0,1 0,-1 0,0 0,0 0,0 0,0 0,0 0,0 0,1 0,-1 0,0 0,0 0,0 0,0 0,0 0,0 0,0 0,1 0,-1 0,0 0,0 0,0 0,0 0,0 0,0-1,0 1,1 0,-1 0,0 0,0 0,0 0,0 0,0 0,0-1,5-6,-5 7,-3 2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1:11.129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280 41,'0'-40,"-16"60,2 11,-1 0,-2-2,-29 41,26-41,2 0,1 2,-21 53,14-32,8-15,-2 4,4 8,8-5,6-42,0 1,0-1,0 1,0-1,0 1,1-1,-1 1,1-1,0 1,0-1,0 0,0 0,0 1,0-1,0 0,4 3,-4-4,0 1,1-2,-1 1,1 0,0 0,-1 0,1-1,0 1,-1-1,1 1,0-1,0 0,-1 1,1-1,0 0,0 0,-1-1,3 1,8-3,0 0,0-1,-1 0,0-1,17-9,-10 4,224-122,-151 80,-78 45,1 0,0 1,0 0,1 1,0 1,27-5,-30 10,-10 6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1:15.983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51 580,'0'-5,"-1"0,0-1,0 1,0 0,-1 1,-2-7,-5-20,1-25,6 33,-1 0,-8-25,8 35,1 1,1 0,0-1,0 1,1-1,1 1,0-1,1 1,0-1,5-12,4-33,-10 53,0 0,0 0,1 0,0 1,-1-1,2 0,-1 1,1-1,-1 1,1 0,0 0,1 0,-1 0,1 0,0 1,-1 0,2 0,7-5,-9 5,1 0,-1 1,0-2,0 1,0 0,0 0,-1-1,3-4,6-8,-10 15,-1 0,1 0,0 0,0 0,-1 0,1 0,0 0,0 0,0 0,0 1,0-1,0 0,0 0,0 1,0-1,0 1,1-1,-1 1,0 0,0-1,0 1,1 0,-1 0,0 0,0-1,1 2,-1-1,0 0,0 0,1 0,-1 0,0 1,0-1,1 1,-1-1,0 1,0-1,0 1,0 0,0-1,0 1,0 0,0 0,0 0,1 2,3 2,-1 1,0-1,-1 1,1 0,-1 0,4 12,42 146,-48-172,-1-1,1-1,0 1,0 0,1 0,0 0,6-14,9-5,-7 13,-1-1,8-18,-10 25,9 3,2 5,3 6,-18-4,1 1,-1 0,0 1,0-1,0 1,0-1,-1 1,1 0,-1 0,0 0,1 0,-1 0,-1 0,3 5,-1-2,-1 0,0 0,0 0,0 0,0 0,-1 0,1 12,-4 2,0 1,-8 36,4-34,-2 40,1 39,6-52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1:16.553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32 179,'99'0,"-98"0,0 0,1 0,-1 0,0-1,0 1,0 0,1-1,-1 1,0-1,0 1,0-1,0 1,0-1,0 0,0 0,0 0,0 1,0-1,1-2,12-24,-12 23,-1 0,1 0,0 1,1-1,4-6,9-5,-14 14,1-1,-1 0,0 0,0 0,0 0,-1 0,1 0,0-1,-1 1,1 0,-1-1,0 1,0-1,0 0,0 1,0-1,0-4,-1 5,0-1,0 0,0 0,0 0,0 0,-1 0,0 0,1 1,-1-1,0 0,-2-3,3 5,-1 0,1 1,0-1,-1 0,0 0,1 0,-1 1,1-1,-1 0,0 1,1-1,-1 0,0 1,0-1,0 1,1-1,-1 1,0 0,0-1,0 1,0 0,0 0,0-1,0 1,0 0,0 0,1 0,-1 0,0 0,0 0,0 1,0-1,0 0,0 0,0 1,0-1,0 0,-1 2,-32 13,21-9,0 0,-21 14,28-15,1 0,-1 0,2 0,-1 1,0 0,1 0,0 0,1 0,-5 10,0 3,-11 40,16-48,-2 7,1-1,-2 21,6-34,-1-1,1 1,0 0,0-1,1 1,-1 0,1-1,-1 1,1-1,0 1,0-1,1 1,-1-1,1 0,0 0,3 6,7 3,-7-8,-1 1,0 0,1 0,4 9,-9-13,1 1,-1-1,1 1,0-1,0 0,-1 1,1-1,0 0,0 1,0-1,1 0,-1 0,0 0,0 0,1 0,-1 0,0 0,1-1,2 2,1 0,-4-1,1 0,0 0,0 0,-1-1,1 1,0 0,0-1,0 1,0-1,0 1,0-1,0 0,0 0,0 0,0 0,0-1,0 1,0 0,0-1,4-1,-2 0,0 0,-1-1,1 0,0 0,-1 0,0 0,4-4,-4 3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1:17.316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250 367,'-1'-2,"-1"0,0 0,1 0,-1 0,0 0,0 0,-1 0,1 0,0 1,-1 0,1-1,-1 1,1 0,-1 0,1 0,-1 0,0 1,0-1,1 1,-1-1,0 1,0 0,1 0,-1 0,0 1,0-1,1 1,-1 0,0-1,1 1,-1 0,0 0,1 1,0-1,-3 2,-5 7,0 0,1 1,1 0,-1 0,2 1,-10 19,-6 8,17-27,0 1,0 0,-3 15,4-13,0-2,-12 25,15-35,0-1,1 2,-1-1,1 0,0 0,0 0,0 1,1-1,-1 0,1 1,0-1,-1 0,2 1,-1-1,0 0,1 1,-1-1,1 0,0 1,0-1,2 4,0-1,1 0,0 0,1 0,-1-1,1 1,0-1,1 0,-1 0,1-1,0 0,7 5,-12-9,0 1,-1-1,1 1,0-1,0 1,0-1,0 1,0-1,0 0,0 1,0-1,0 0,0 0,0 0,0 0,0 0,0 0,0 0,0 0,0 0,0-1,0 1,0 0,0-1,0 1,0 0,0-1,-1 1,1-1,0 0,0 1,0-1,-1 0,2 0,1-4,1 0,-1 0,-1 0,1 0,2-9,2-3,-2-1,0 0,-1 0,3-27,-3-72,1 0,13-140,-19 219,1 29,-1-1,1 0,3-19,-3 29,0-1,0 1,0-1,0 0,1 1,-1-1,0 1,0-1,0 0,0 1,1-1,-1 1,0-1,1 1,-1-1,0 1,1-1,-1 1,1-1,-1 1,1 0,-1-1,1 1,-1-1,2 1,-2 0,1 0,0 0,-1 0,1 1,-1-1,1 0,0 0,-1 1,1-1,-1 1,1-1,-1 0,1 1,-1-1,1 1,-1-1,1 1,0 0,15 28,-12-16,0 0,0 0,-1 1,-1-1,1 23,-4 70,0-81,-4 45,2-38,2 0,2 46,0-71,1 0,-1-1,1 1,0-1,4 8,27 49,-21-41,-1 0,10 32,-21-52,1 0,0 0,-1 1,0-1,1 0,-1 0,0 1,0-1,0 0,-1 1,1-1,0 0,-1 0,0 0,1 1,-1-1,0 0,0 0,0 0,0 0,-1 0,1 0,-1-1,1 1,-1 0,1-1,-4 3,4-3,-1 0,1 1,-1-1,1 1,0-1,-1 1,1 0,0-1,0 1,0 0,0 0,1 0,-1 0,0 0,1 0,-1 0,1 0,-1 2,2-1,-3-7,-8-7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1:17.748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76 532,'-8'-12,"-5"0,5-4,1 7,2 1,5 4,-8-4,5 1,-10-1,10 3,-2-2,2-6,3-4,0 10</inkml:trace>
  <inkml:trace contextRef="#ctx0" brushRef="#br0" timeOffset="1">47 98,'0'-13,"0"-3,-7-7,-1 7,3 4,2 3,-2 6,5-2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1:18.257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196 1,'-3'0,"-1"1,0 0,0 0,1 0,-1 1,0-1,1 1,-1 0,1 0,0 0,0 0,0 1,0-1,-5 7,-12 8,8-9,1 1,0 1,1 0,0 1,0 0,1 0,1 1,-1 0,2 0,0 1,-7 19,13-30,1 0,0 0,-1 0,1 0,0 0,0 0,0 0,1 0,-1-1,0 1,1 0,-1 0,1 0,0 0,-1 0,1 0,0-1,0 1,0 0,1-1,-1 1,0-1,0 1,1-1,-1 0,1 1,0-1,-1 0,1 0,0 0,-1 0,1-1,0 1,0 0,0-1,0 1,0-1,0 0,0 1,-1-1,1 0,0 0,0 0,0-1,0 1,3-1,1-2,0 0,0-1,0 1,0-2,-1 1,1 0,-1-1,6-8,-4 6,0 0,1 0,7-5,-12 9,1 1,-1-1,0 0,-1-1,1 1,0 0,-1-1,0 1,0-1,0 0,0 0,-1 0,1 0,0-4,1-3,-1-1,-1 1,1 0,-2-12,-17-1,13 38,1 0,0 0,1 1,1-1,0 0,1 1,2 16,-1-12,0 1,-2-1,-5 32,2-34,-1 0,-1 0,0 0,-1-1,-1 0,-1 0,-13 18,9-17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1:19.240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127 494,'-56'-121,"21"65,32 51,1 0,0 0,0 0,0-1,0 1,1-1,0 1,0-1,0-8,1 6,-1-1,-1 0,1 0,-4-9,-4-28,8 33,1 1,1 0,-1 0,2 0,0 0,7-23,-8 32,0 0,1 0,-1 0,1 0,0 0,-1 0,2 0,-1 1,0-1,0 1,1-1,4-2,-5 3,0 1,1 0,-1 0,0 0,1 1,-1-1,1 1,-1-1,1 1,-1 0,1 0,-1 0,1 0,0 0,-1 1,1-1,-1 1,0-1,4 2,0 1,-1-1,1 1,0 0,-1 0,0 0,0 1,0 0,0 0,-1 0,1 1,-1-1,0 1,4 6,0 3,0 0,-1 1,9 26,-6-17,-7-19,-1 0,0 0,-1 1,1-1,-1 0,0 1,1 8,8 80,-9-81,-1-11,0 0,0 0,0-1,0 1,1 0,-1-1,0 1,1-1,0 1,-1 0,1-1,0 1,1 1,-3-4,1-1,-1 1,1-1,-1 1,1-1,0 0,0 1,0-1,0 1,0-1,0 1,0-1,0 0,1-2,9-33,-2 7,-4 17,1 0,-1 0,2 1,0 0,8-13,0 1,-13 22,1 0,-1 0,1 0,0 0,-1 0,1 0,0 1,0-1,0 1,0-1,1 1,1-1,-1 0,0 1,0-1,-1 0,0 1,1-1,-1 0,4-4,-2-3,7-11,-6 18,1 14,-5-9,0 1,-1 0,1-1,-1 1,0 0,0-1,0 1,0 0,-1-1,1 1,-1 0,0-1,0 1,-3 4,-7 26,1 0,2 0,-7 56,14-68,1 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1:19.766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247 31,'-2'1,"-1"-1,1 0,0 0,-1 0,1 0,-1-1,1 1,-1-1,1 1,0-1,-1 0,1 0,0 0,-1 0,1 0,0-1,0 1,0 0,0-1,0 0,-2-3,3 4,-1 0,1 0,0 0,-1 0,1 0,-1 1,1-1,-1 0,1 1,-1-1,0 1,1-1,-1 1,0 0,1-1,-1 1,0 0,-2 1,-1-1,0 1,0-1,0 1,0 1,-6 1,7-2,0 1,-1 0,1 0,1 0,-1 0,0 1,0-1,1 1,-1 0,1 0,0 0,0 0,0 1,0 0,1-1,0 1,-1 0,1 0,-2 6,2-3,0 0,0 0,-1 0,0-1,0 1,-1-1,0 0,0 1,0-2,-9 10,12-14,-1 0,1 1,-1-1,1 0,0 1,0-1,-1 1,1-1,0 1,0 0,-1 2,3-3,0-1,-1 0,1 1,0-1,-1 1,1-1,0 0,0 0,-1 1,1-1,0 0,0 0,0 0,-1 0,1 0,0 0,0 0,0 0,1-1,-1 2,-1-1,1 0,0 0,0 1,-1-1,1 0,0 1,-1-1,1 1,0-1,-1 1,1-1,0 1,-1-1,1 1,0 0,6 4,-3-22,-4 15,6-36,-6 36,0 0,1 1,-1-1,1 0,0 0,-1 0,1 0,0 1,0-1,0 0,0 1,1-1,-1 1,0-1,1 1,-1 0,3-2,-3 3,0 0,0 0,1 0,-1 1,0-1,0 0,0 1,0-1,0 1,0-1,0 1,0 0,0-1,-1 1,1 0,0 0,0-1,0 1,-1 0,1 0,-1 0,1 0,0 2,16 26,68 121,-54-98,-15-22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1:20.155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0 9,'2'-8,"1"10,5 14,-7-13,4 4,0 0,0 0,1 0,0 0,0-1,0 0,1 0,9 5,25 25,-10 1,38 58,-57-79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1:20.494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365 1,'-4'0,"-8"0,1 0,-1 1,-13 2,20-2,0 1,1 0,-1-1,0 2,1-1,-1 0,1 1,0 0,-8 7,-17 18,2 1,-32 44,29-34,-12 13,-19 23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1:23.585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24 0,'-3'0,"-5"83,3-83,2 0,-2 0,5 10,0-3,0-2,0-2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1:25.059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2 406,'0'-28,"-1"15,1 0,0 0,1 0,0 0,1 0,1 0,0 1,0-1,7-15,7-12,-14 30,1 1,0-1,1 0,0 1,0 0,1 0,9-11,17-23,-26 33,1 0,12-13,-18 22,0 1,-1-1,1 1,0 0,0 0,0-1,0 1,0 0,0 0,-1 0,1 0,0 0,0 0,0 0,0 0,0 0,0 0,0 1,0-1,-1 0,1 0,0 1,0-1,0 1,-1-1,1 1,0-1,0 1,0 0,20 19,-13-7,-1 0,0 0,-1 1,0 0,-2 0,5 19,-8-27,1 3,-1 0,0 0,0 0,-1 0,0 0,-3 18,1-17,1 0,0 0,1 0,1 0,0 11,1-15,0 28,-2-33,0-1,0 0,0 0,0 0,0 0,0 0,0 0,0 0,0 1,0-1,0 0,0 0,0 0,0 0,0 0,0 0,0 0,0 1,0-1,0 0,0 0,0 0,0 0,0 0,0 0,1 0,-1 0,0 1,0-1,0 0,0 0,0 0,0 0,0 0,0 0,0 0,1 0,-1 0,0 0,0 0,0 0,0 0,0 0,0 0,0 0,1 0,-1 0,0 0,0 0,0 0,0 0,0 0,0 0,0 0,1 0,-1 0,0 0,0 0,0 0,0 0,0 0,4-7,-6-31,3 34,-1 0,1 1,0-1,0 0,0 1,1-1,-1 1,3-5,-2 5,-1 0,1-1,-1 1,1-1,-1 1,-1-1,1 1,0-5,-1-2,1 0,-1 1,4-13,-4 19,1 0,0 0,0 0,0 0,0 1,1-1,-1 0,1 1,-1 0,1-1,0 1,0 0,0 0,0-1,3-1,-3 3,-1 0,0 0,1-1,-1 1,0 0,0-1,0 1,0-1,-1 1,1-1,0 1,-1-1,1 0,-1 1,1-1,-1 0,0 1,1-1,-1 0,0 0,0 1,-1-1,1 0,0 1,0-1,-1 0,0-3,0 3,0-1,1 1,-1-1,1 0,0 1,0-1,0 1,0-1,0 0,1 1,-1-1,1 0,0 1,0-1,0 1,1-4,1 2,1-3,1 1,0 0,10-11,-14 16,2-1,-1 0,0 1,0 0,0-1,1 1,-1 0,1 0,-1 0,1 1,-1-1,1 0,-1 1,1 0,3 0,1 0,0 1,-1 0,1 1,-1 0,1 0,-1 0,1 1,-1 0,0 0,-1 1,1-1,0 1,-1 1,0-1,0 1,0 0,6 8,-4-5,-2 0,1 0,-1 0,0 0,0 1,-1 0,0 0,-1 0,0 1,-1-1,3 17,-2 24,-6 73,2-117,-1 0,1 0,-1 0,0 0,-1-1,1 1,-5 6,-8 20,12-27,1 0,0-1,-1 0,0 0,0 0,-1 0,1 0,-1 0,0-1,0 0,0 0,-5 3,-14 13,23-19,0 0,0 0,0 0,0 0,0-1,0 1,0 0,0 0,0 0,0 0,-1 0,1 0,0 0,0 0,0 0,0 0,0 0,0 0,0 0,0 0,0 0,0 0,0 0,0 0,5-7,-2 3,0-7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1:25.495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0 21,'4'-9,"-4"-2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1:25.882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29 15,'0'1,"1"-1,-1 0,0 1,0-1,0 1,0-1,0 0,0 1,0-1,0 1,0-1,0 0,-1 1,1-1,0 0,0 1,0-1,0 1,-1-1,1 0,0 1,0-1,-1 0,1 0,0 1,0-1,-1 0,1 1,0-1,-1 0,1 0,-1 0,1 1,0-1,-1 0,1 0,0 0,-1 0,1 0,-1 0,1 0,-1 0,0-1,-1 1,1-1,0 0,-1 0,1 0,0 0,0 0,0 0,0 0,0-1,0 1,0 0,0-1,1 1,-1 0,1-1,-2-2,1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1:26.910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0 281,'20'0,"-17"-3,-7-3,-7-3,11 9,-1 0,1-1,-1 1,1 0,0-1,-1 1,1-1,0 1,-1 0,1-1,0 1,-1-1,1 1,0-1,0 1,0-1,0 1,-1-1,1 0,0 1,0-1,0 1,0-1,0 1,0-1,0 1,1-1,-1 1,0-1,0 0,0 0,0-10,5-105,-7 80,1 31,1 1,-1 0,1-1,0 1,0-1,1 1,-1-1,1 1,1-5,6-22,-12 28,3 6,1 5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1:27.902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57 338,'0'-28,"0"27,-1 0,0 0,1 1,-1-1,0 0,0 0,0 0,0 0,1 1,-1-1,0 0,0 1,-1-1,-1 0,2 1,0-2,-1 0,0 0,0-1,1 1,-1 0,1-1,0 1,0-1,0 1,0-1,0 1,0-1,1 0,-1-2,1 2,-1-1,0 1,0 0,0 0,0 0,0 0,-1 0,-1-3,1 4,1 0,0 0,0 0,0-1,0 1,0-1,0 1,0-1,1 1,-1-1,1 1,0-1,0 1,0-1,0 1,0-1,1 0,0-4,3-6,0 1,9-20,1-2,-13 29,0 1,1 0,-1 0,1 0,0 0,4-5,-5 8,0-1,0 1,0 0,0 0,0 0,1 0,-1 0,0 0,1 0,-1 0,0 0,1 1,-1-1,1 1,0-1,-1 1,1-1,-1 1,1 0,1 0,-1 0,-1-1,0 1,1 0,-1 0,0-1,1 1,-1-1,0 1,1-1,-1 0,0 1,0-1,0 0,0 0,1 0,-1 0,0 0,-1 0,1 0,2-2,-2 2,0-1,0 1,0-1,0 1,1 0,-1 0,1-1,-1 1,1 0,-1 1,1-1,0 0,2-1,0 1,-1 1,0-1,1 1,-1-1,0 1,1 0,-1 0,1 1,-1-1,0 1,1-1,-1 1,0 0,0 1,0-1,0 0,0 1,0 0,0-1,0 1,0 0,-1 1,1-1,-1 0,0 1,1-1,-1 1,0 0,-1 0,3 4,4 12,-2-7,-2-1,0 1,0 0,2 15,4 13,-7-33,-1-1,0 1,0 0,-1 0,0 0,0 0,-1 0,0 1,-1 8,0 24,3-37,4-6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1:32.207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36 922,'0'-7,"-1"1,0-1,0 0,-4-10,-2-13,1-15,1-1,3-75,2 90,-4-36,1 21,3 6,3-6,2-10,3-6,-1 3,-3 11,-2 12,-2 33,0 1,1-1,0 1,-1-1,1 1,0-1,0 1,2-3,-2 3,1 0,-1 1,1-1,-1 0,1 1,0-1,-1 1,1 0,3-2,27-10,16 1,294-60,-314 68,-21 3,-6 6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1:32.739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0 153,'23'-1,"0"-1,0-1,-1-1,0-1,1-1,-2-1,1-1,-1-1,31-18,-9 4,76-27,-102 43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1:33.497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103 470,'0'0,"1"-1,-1 1,0-1,0 1,0-1,0 1,-1-1,1 1,0-1,0 1,0-1,0 1,0-1,-1 1,1-1,0 1,0-1,-1 1,1-1,0 1,-1 0,1-1,0 1,-1 0,1-1,-1 1,0-1,-17-15,16 15,1 0,-1 0,1-1,0 1,-1-1,1 1,0-1,0 1,0-1,0 1,0-1,0 0,0 0,1 1,-1-1,1 0,-1-3,-6-38,6 33,-19-93,5 26,10 61,2 0,0 0,0 0,2-1,0-25,1 38,1 1,0-1,0 0,0 1,0-1,1 1,-1-1,4-4,-2 3,4-7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1:33.897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0 56,'27'1,"0"-2,-1-1,1 0,-1-2,26-8,-36 8,-10 2,1 0,-1 0,0 0,0-1,11-6,-1-3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1:34.827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69 219,'60'0,"-58"-1,-1-1,0 0,0 1,0-1,0 0,0 1,0-1,-1 0,2-3,1-3,31-62,-32 65,0-1,-1 1,0-1,0 0,0 0,-1-6,3-14,-3 24,1 0,-1 1,1-1,-1 0,0 0,0 0,0 0,0 0,0 1,-1-1,1 0,0 0,-1 0,1 0,-1 1,-1-3,1 2,-1 1,1 0,0 0,-1-1,1 1,-1 0,0 1,1-1,-1 0,0 0,0 1,1-1,-1 1,-3-1,3 1,0-1,1 1,-1 0,1 0,-1 0,1 0,-1 0,0 0,1 0,-1 0,1 1,-1-1,1 1,-1-1,1 1,-1-1,1 1,-1 0,1 0,0 0,-1 0,1 0,0 0,0 0,0 0,0 0,-1 2,-2 1,-7 8,1 1,0 0,-11 21,-3 2,19-28,0 0,1 1,0 0,0 0,1 0,0 0,0 0,1 1,1-1,-1 1,2-1,-1 1,1-1,2 14,1 3,-2-16,1 0,0 0,0 0,5 14,-6-22,0 0,0 0,0 0,0-1,0 1,0 0,0 0,1-1,-1 1,1-1,-1 1,1-1,0 0,-1 1,1-1,0 0,0 0,0 0,0-1,0 1,0 0,0-1,0 1,0-1,0 0,4 1,-1-2,-1 0,0 1,0-2,0 1,0 0,0-1,0 0,0 0,0 0,0 0,-1 0,1-1,4-4,0 1,-8 5,1 1,-1 0,1-1,-1 1,0 0,1-1,-1 1,1 0,-1 0,1 0,-1-1,1 1,-1 0,1 0,-1 0,1 0,-1 0,1 0,-1 0,1 0,-1 0,1 0,-1 0,1 0,-1 0,1 1,-1-1,0 0,1 0,-1 0,1 1,-1-1,1 1,0-1,-1 0,1 1,-1-1,0 0,1 0,-1 1,1-1,-1 0,1 0,0 0,-1 0,1 0,-1 0,1 0,-1 0,1 0,-1 0,1 0,-1 0,1 0,-1 0,1 0,-1 0,1-1,-1 1,1 0,-1 0,1-1,-1 1,1 0,-1-1,0 1,1 0,-1-1,1 1,-1-1,0 1,1 0,-1-1,16-11,-8 11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1:35.649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260 0,'-109'0,"104"1,0 0,0 0,0 0,0 1,1 0,-1 0,1 0,-1 0,1 1,0-1,0 1,0 0,-5 6,-18 10,23-16,1 0,0 0,0 0,0 0,0 1,0-1,1 1,-1-1,1 1,-2 4,-15 42,18-49,1 0,-1 1,1-1,-1 1,1-1,-1 1,1-1,0 1,0-1,0 1,0-1,0 1,0-1,1 1,0 2,0-3,0 1,1 0,-1-1,1 1,-1-1,1 0,0 1,0-1,-1 0,1 0,0 0,0 0,0 0,4 0,-4 0,1 0,0 0,0-1,0 1,0-1,0 0,0 0,0 0,0 0,0-1,0 1,0-1,0 1,0-1,0 0,-1 0,1-1,0 1,2-2,3-2,0-1,-1 0,0 0,11-12,-16 16,0-1,0 0,-1 0,1 0,-1 0,1 0,-1-1,0 1,0 0,0-6,2-40,-10 162,6-79,4 51,-1-57,1 0,9 41,-5-33,-6 6,-1 11,0 9,-2-1,1-18,-4-18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1:51.148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0 0,'5'2,"-1"0,1 0,-1 0,0 0,0 1,0 0,4 3,-4-2,0-1,0 0,1 0,-1 0,1-1,6 3,1-1,0 1,0 1,-1 0,12 8,4 3,-22-15,0 1,-1-1,1 1,-1 1,0-1,0 1,0-1,0 1,3 5,21 27,2-1,45 42,-51-52,2 8,6 13,103 181,-92-152,0-1,4 7,2 9,3 2,3 2,-3 6,-4 4,1 5,1 3,4 3,5 0,2 1,105 227,-118-241,0-1,3 1,-1 4,1-1,-4-1,-5-7,1-4,-3 0,-4-3,-3-10,-21-58,0 0,1-1,25 30,-9-14,-4-8,-5-4,-1-2,-7-6,-7-5,2 0,15-3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1:52.215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1 607,'15'0,"1"-1,0 2,0 0,-1 1,1 1,-1 0,0 1,29 11,11 15,10 4,-55-30,-1 1,0 0,17 12,-6-2,1-2,37 17,-17-11,23 8,166 87,-92-45,-103-53,1 0,4-3,-5-3,-3-12,-24 1,-1 0,0 0,1-1,11-4,-16 5,0-1,-1 1,1-1,0 0,-1 0,0 1,1-2,-1 1,0 0,0 0,0-1,0 1,0-1,-1 1,3-6,-2 3,0 0,0-1,-1 1,1 0,-1-1,0 1,-1-1,1 1,-1-1,-1 0,0-6,-2-2,0 0,-1 1,-6-14,-9-30,-5-77,-2-9,-61-160,50 181,23 63,0-4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3:20.49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0 479,'82'-24,"-1"-4,90-46,-126 51,7-2,10-4,360-166,-296 138,-99 42,-24 13,-5-5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3:21.16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1,'0'1,"0"0,0 0,0 0,0 0,1 0,-1 1,0-1,1 0,-1 0,1 0,-1 0,1 0,0 0,-1 0,1-1,0 1,0 0,0 0,-1 0,1-1,0 1,0 0,0-1,0 1,0-1,0 1,1-1,-1 0,0 1,0-1,2 0,4 1,0 0,1 0,13-1,-12 0,67 1,-24 1,92-9,-71-12,-38 15,5 8,7 9,-41-11,0 1,0 0,0 0,0 0,9 9,-11-9,0 1,-1-1,0 1,1 1,-1-1,-1 0,1 1,2 5,-2-4,-1 1,-1-1,1 0,-1 1,0-1,1 11,-3-6,1-1,-1 0,-4 18,2-17,0 0,-1 0,0 0,-6 12,7-18,0 0,0 0,-1-1,1 1,-1-1,0 0,0 0,-1 0,1 0,-9 5,-22 5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3:21.72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263 86,'-23'0,"-1"2,1 0,-28 8,25-5,0-2,1 0,-35-1,60-2,0 0,0 0,0 0,0 0,0 0,-1 0,1 0,0 0,0 0,0 0,0 0,-1 0,1 0,0 0,0 0,0 0,0 0,0 0,-1 0,1 0,0 0,0-1,0 1,0 0,0 0,-1 0,1 0,0 0,0 0,0 0,0 0,0-1,0 1,0 0,0 0,-1 0,1 0,0 0,0-1,0 1,0 0,0 0,0 0,0 0,0 0,0-1,0 1,0 0,0 0,0 0,0 0,0-1,0 1,0 0,0 0,0 0,1 0,-1 0,0-1,0 1,0 0,6-6,5 2,1 1,-1 0,22-2,-5 0,5 1,0 2,39 1,19-2,-66 2,56-5,110-23,-155 23,0 2,0 1,40 2,-73 1,23-1,-25 1,0 0,0 0,0-1,0 1,0 0,0 0,0-1,0 1,0-1,0 1,0 0,-1-1,1 0,0 1,0-1,0 0,-1 1,1-1,0 0,0-1,-1 2,1 0,-1-1,0 1,0 0,0 0,0 0,0 0,0 0,0-1,0 1,0 0,0 0,0 0,0 0,0-1,0 1,0 0,0 0,0 0,0 0,0 0,0-1,-1 1,1 0,0 0,0 0,0 0,0 0,0 0,0 0,0-1,0 1,-1 0,1 0,0 0,0 0,0 0,0 0,0 0,-1 0,1 0,0 0,0 0,0 0,0 0,-5-4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3:22.15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156 0,'1'41,"0"-24,-1 0,0 0,-1 1,-1-1,-1 0,-5 21,1-18,-1 0,2 0,-8 40,3 31,8-48,-3 5,1 13,-3 15,-4 13,-1-12,12-70,-1 0,-1-1,1 1,-1-1,0 1,-4 5,4-7,0-1,-1 0,0-1,0 1,-7 5,11-9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3:22.51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5,'0'1,"-1"0,1 0,0 0,0 0,1 0,-1 0,0 1,0-1,0 0,1 0,-1 0,1 0,-1 0,1 0,-1 0,1 0,-1 0,1 0,0-1,1 3,0-3,0 1,-1 0,1 0,0-1,0 1,0-1,0 0,0 1,0-1,0 0,2 0,101 0,235-5,-304 2,2-1,8 0,12-2,2-4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3:23.36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12 1001,'-1'0,"0"1,0-1,1 1,-1-1,0 1,0 0,1 0,-1-1,1 1,-1 0,0 0,1 0,0 0,-1-1,1 1,-1 0,1 0,0 0,0 0,0 0,-1 0,1 0,0 0,0 0,0 0,0 0,1 1,0-2,1 0,-1-1,0 1,1 0,-1-1,0 0,1 1,-1-1,0 0,0 0,0 1,1-1,1-2,0-1,0 0,0 0,0-1,0 1,0-1,-1 1,0-1,3-9,10-46,-9 29,13-60,5-22,-18 86,6-49,-1 28,5-12,113-383,-125 431,0 7,0 12,2 25,1 16,54 322,-42-275,-5-17,4 1,37 100,-34-130,13 39,-27-72,-5-14,-2-2,0 0,1 0,-1 0,0 0,0 0,1 0,-1-1,0 1,0 0,1 0,-1 0,0-1,0 1,0 0,0 0,1 0,-1-1,0 1,0 0,0 0,0-1,0 1,0 0,0 0,1-1,-1 1,0 0,0-1,0 1,0 0,0 0,0-1,-1 1,1-7,1-2,5-6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3:23.81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52 21,'-52'0,"57"6,-4-5,0 1,-1-1,1 1,0-1,0 0,0 1,0-1,0 0,1 0,-1 0,0 0,0 0,1 0,-1 0,1 0,-1 0,1-1,-1 1,1-1,2 1,46 0,102-6,-117 2,-5 1,1-2,-1-1,46-13,-42 6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6:14.266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14802 1685,'-1'-3,"-1"1,1-1,-1 0,0 0,0 1,0-1,0 1,-1 0,1 0,0 0,-4-2,-35-22,31 19,-29-14,-51-21,5 4,20 11,27 13,-10-6,-13-5,-17-11,-18-7,-1-1,-195-72,281 111,-80-31,-1 0,-5-1,-103-42,104 39,-1 1,-8-4,-7-5,-5-2,-17 1,-35-16,-202-68,214 81,16 8,-8 3,-168-38,170 47,4 0,7 2,-5-2,4 1,-146-17,142 32,2 5,0-5,-11 2,-8-2,-10 0,0 4,-140 1,169 10,2 1,-6 0,-7 0,-8 3,-78 22,147-14,-61 6,7-5,-2-2,-7 7,-1 2,-3 7,-82 18,-276 88,343-80,79-29,-9 8,-13 2,-20 8,-36 11,-22 8,-282 130,374-144,14-13,0-1,-199 88,197-81,-11 7,-141 85,164-82,-6 1,-5 5,-213 117,204-118,1 8,-4 12,-13 6,-7 21,1 9,37-33,-144 131,203-190,-24 15,-9-2,3-1,0 7,-9 15,-87 73,77-66,3 5,3 7,-9 12,-93 107,120-132,0 6,-9 4,-5 5,-8 6,5 1,3 1,1-4,-53 75,61-80,3 2,-51 85,55-77,-35 80,43-88,-2-2,0 1,-39 75,43-75,2 0,4 4,-2 9,2 13,1 9,-3 2,4-4,8-7,-7 102,18-116,1-3,-5 90,10-84,4-2,6 9,4-1,6 4,4-2,3 5,6 2,8 3,4-6,-1-6,1-3,1-1,5 3,5-1,8 0,5 0,1-4,-67-88,203 241,-138-175,-1-3,-4-5,4 1,9 2,3-1,82 56,-80-63,4-1,6-4,4 1,3-1,7 0,3-5,168 42,-245-77,64 18,2 1,8-1,6 5,6 0,-2 1,0-4,328 78,-343-84,9 0,20 1,23 3,39 10,20 3,3 1,-1 0,-6 1,-7-2,206 38,266 52,-263-59,-299-53,12-3,20 1,226 14,-187-14,140 5,-165-16,154-8,-154 1,-14 1,38-2,348-23,-398 12,106-9,131-18,-244 23,13-3,30-8,485-111,-525 109,101-34,-110 27,119-45,-112 40,271-113,-260 98,-4 1,-4-4,-4-9,-3-2,2-1,1-1,18-13,156-129,-224 153,141-139,-143 132,1-9,86-98,-74 87,-6-1,-4-2,57-98,-74 97,-1 2,-1-1,2-5,-4-2,-1-7,-5-5,-4-1,-3 3,-5 0,1 0,2-7,-5 0,5-114,-24 123,2 2,3-139,-11 125,-3 4,-6-223,-1 238,2 2,-5 2,-1-2,-3-4,-6-104,8 110,-17-87,12 92,-13-99,14 95,-3-3,-20-115,21 113,0 4,-2-8,1-1,-33-190,41 252,-7-37,-30-96,7 43,14 45,9 39,-17-67,16 55,8 38,8 17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6:15.411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0 1605,'155'-73,"6"8,-112 45,5-5,15-7,19-12,15-4,11-4,8-1,15-8,28-14,17-7,-11 5,-11 5,-15 10,-10 3,-2 1,9-2,11-3,-7 2,-10 2,-6 5,1 2,-5 1,-14 7,-23 10,-17 6,-2 1,-5 3,-10 4,-14 4,-8 3,-5 4,-26 8,0 0,0 0,0 0,0 0,0 0,0 0,-1 0,1-1,2-1,-4 2,1 0,0 0,-1 0,1-1,-1 1,0 0,1 0,-1 0,0-1,0 1,0 0,0 0,0-3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6:15.982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0 47,'8'-4,"1"0,0 1,0 0,0 0,0 1,0 0,1 1,9 0,5-2,15-4,-17 3,0 0,0 1,1 2,-1 0,0 1,0 1,29 6,-44-6,9 2,-1 1,1 0,20 10,-31-12,-1 1,1-1,-1 1,0 0,0 0,0 0,-1 1,1 0,-1-1,1 1,-1 0,-1 1,1-1,0 0,1 6,-3-7,0 0,-1 1,1-1,-1 1,0-1,0 1,0-1,0 0,-1 1,1-1,-1 1,0-1,0 0,0 1,-1-1,1 0,-1 0,0 0,1 0,-4 4,-5 6,0 0,-22 20,-107 85,16-15,103-83,0 0,2 2,-28 39,34-45,3-11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6:17.323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0 916,'2'2,"0"-1,0 0,-1 0,1 1,-1-1,1 1,-1 0,1-1,-1 1,0 0,0 0,0 0,0 0,0 0,0 0,0 0,-1 0,1 0,-1 0,1 0,-1 1,0-1,0 0,0 0,-1 4,2-5,-1-1,1 1,-1-1,1 0,-1 1,1-1,-1 0,1 1,-1-1,1 0,0 0,-1 1,1-1,0 0,-1 0,1 0,0 0,-1 0,1 0,-1 0,1 0,0 0,0 0,15-1,-14 0,0 0,-1 1,1-1,0 0,-1 0,1 0,-1 0,1 0,-1-1,0 1,1 0,-1-1,0 1,0-1,0 1,0-1,0 1,1-4,15-37,-13 30,12-30,-6 17,8-28,13-41,-20 67,-2 0,-1-1,7-45,-10 32,3-3,4-7,3 0,0 12,-14 37,0 1,-1-1,1 1,0-1,0 1,0-1,1 1,-1 0,0 0,0-1,1 1,2-2,-3 3,1 0,-1 0,0-1,0 1,1 0,-1 0,0 0,1 0,-1 1,0-1,0 0,1 1,-1-1,0 0,0 1,1-1,-1 1,0 0,0-1,0 1,0 0,0 0,0 0,0 0,0 0,1 1,21 31,-20-29,73 121,-75-121,-1-3,1 0,-1 0,0 0,1-1,-1 1,1 0,-1-1,1 1,-1 0,1-1,-1 1,1 0,0-1,-1 1,1-1,0 1,-1-1,1 1,0-1,0 0,0 1,-1-1,1 0,0 0,0 0,0 0,0 1,-1-1,3 0,9-3,7-16,2-19,-3-1,13-50,0 2,-13 47,36-87,-53 124,4-20,-5 23,0 0,0 0,0 0,0-1,0 1,1 0,-1 0,0 0,0 0,0 0,0 0,0 0,1-1,-1 1,0 0,0 0,0 0,0 0,1 0,-1 0,0 0,0 0,0 0,0 0,1 0,-1 0,0 0,0 0,0 0,1 0,-1 0,0 0,0 0,0 0,0 1,0-1,1 0,-1 0,0 0,0 0,0 0,0 0,0 0,1 1,-1-1,0 0,12 21,3 19,1 13,-3 18,-2 26,-3 19,-1 8,-1 12,4 13,-8-132,9 95,-7-96,0 0,11 28,-11-33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6:18.106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285 1,'0'1,"0"1,0-1,0 1,-1-1,1 1,-1-1,1 1,-1-1,1 1,-1-1,0 0,-1 2,-3 7,-4 15,1 0,-10 50,14-50,-2 1,-1-1,-13 33,3-21,1 4,1 11,-2 13,-3 12,-6 15,1-5,-23 156,43-210,-2-1,3-1,4-25,-1 0,2 0,-1 0,1 0,0 0,0 0,4 10,-4-14,0 0,-1 0,1 0,0 0,1-1,-1 1,0-1,0 1,1 0,-1-1,1 0,-1 1,1-1,-1 0,1 0,0 0,0 0,0 0,-1 0,1-1,0 1,0-1,0 1,0-1,0 0,4 1,230-8,-183 7,5 0,16 3,19 2,-11 3,0 4,98 27,-175-38,5 1,0 1,18 9,-26-11,0 0,0 0,0 0,0 1,0-1,-1 0,1 1,0-1,-1 1,0 0,1 0,-1-1,0 1,0 0,0 0,0 0,0 0,1 5,-2 13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6:29.797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0 720,'1'-3,"0"1,1 0,-1-1,0 1,1 0,-1 0,1 0,0 0,-1 0,1 0,0 0,4-2,2-3,-3 1,0-1,-1 1,1-1,-1 0,-1 0,1-1,-1 1,3-13,8-17,54-124,-19 29,-32 91,2-4,1-5,0 3,-5 10,-6 10,-2 10,-7 16,0 1,0 0,1 0,-1 0,0-1,0 1,0 0,0 0,0-1,0 1,0 0,0 0,0 0,0-1,0 1,0 0,0 0,0-1,0 1,0 0,0 0,0-1,-1 1,1 0,0 0,0 0,0-1,0 1,0 0,0 0,-1 0,1-1,0 1,0 0,0 0,-1 0,1 0,0 0,-1-1,-19-4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6:30.313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5 344,'1'0,"0"0,0 0,0 0,0 0,-1 0,1 1,0-1,0 0,0 0,-1 1,1-1,0 0,0 1,-1-1,1 1,0-1,-1 1,1-1,0 1,-1-1,1 1,-1 0,1-1,-1 1,1 0,-1 0,1-1,-1 1,1 1,1 27,-2-24,0-4,0 0,0-1,0 1,-1 0,1-1,0 1,-1-1,1 1,-1 0,1-1,0 1,-1-1,1 1,-1-1,1 1,-1-1,0 0,1 1,-1-1,1 0,-1 1,0-1,1 0,-1 0,0 1,-1-1,2 0,-1 0,1 0,-1 0,1 0,-1 0,1 0,-1 0,1 0,-1 0,1 0,-1 0,1 0,0 0,-1 0,1-1,-1 1,1 0,-1 0,1-1,0 1,-1 0,1-1,-1 1,1 0,0-1,-1 1,1 0,0-1,0 1,-1-1,1 1,0 0,0-1,0 1,0-1,-1 1,1-1,0 1,0-1,0 1,0-1,0 1,0-1,0 0,0-2,1-1,-1 1,1-1,0 1,0 0,0-1,0 1,0 0,1 0,-1 0,1 0,4-5,31-32,-8 12,22-38,-39 47,2 1,0 0,2 1,-1 1,26-20,-28 27,3-4,0 2,1 0,0 1,1 1,32-12,-47 21,0-1,-1 1,1-1,0 1,0 0,-1 0,1 0,0 0,-1 1,1-1,0 1,0-1,-1 1,1 0,-1 0,5 3,-2-1,0 0,0 1,0 0,-1 0,0 0,0 0,5 8,0 1,0 1,-1 0,-1 1,11 29,-12-15,0 0,-2 1,-1-1,-2 1,-1 31,-1-32,-2 71,3-92,-5-4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6:31.058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0 636,'11'-25,"-2"9,-6 5,0 1,-1 0,2-15,5-23,-4 33,2 0,-1 1,2 0,14-22,-12 22,-2 0,0 0,0-1,9-28,-7 4,1 2,6-8,9-6,3-3,-23 46,0 0,1 0,11-11,-15 16,1 0,-1 0,1 0,0 1,0-1,0 1,7-3,-9 4,1 0,-1 1,1-1,0 1,-1 0,1 0,-1 0,1 0,0 0,-1 0,1 1,-1-1,5 3,-2-1,0 0,0 1,0 0,0 0,-1 0,0 0,6 6,0 1,-1 1,15 21,19 40,-6 3,-6-2,-22-52,5 10,-2 1,-2 0,8 36,-16-39,-2-29,0 1,0-1,0 1,0-1,0 1,0 0,0-1,0 1,0-1,0 1,0 0,-1-1,1 1,0-1,0 1,-1-1,1 1,0-1,-1 1,1-1,-1 1,1-1,0 0,-1 1,1-1,-1 0,1 1,-1-1,1 0,-1 1,1-1,-1 0,0 0,1 0,-1 0,1 1,-1-1,1 0,-1 0,0 0,-12-4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6:31.460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0 114,'24'0,"-4"1,0-1,1 0,-1-2,0-1,1 0,-1-1,26-10,-28 7,0 0,0 2,0 0,1 1,28-3,-40 7,0 0,0 0,0-1,0 0,0 0,-1-1,1 0,-1 0,1 0,-1-1,0 0,0 0,0-1,0 1,6-7,4-6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6:31.881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140 480,'1'7,"-1"6,0-11,-1-6,-3-7,0 1,0 0,-1 0,-11-17,9 15,0 0,1 0,-8-20,2-17,2-1,2 1,-3-79,11 122,-1-1,0 1,0 0,-1 0,1 0,-1 0,-1 0,1 0,-1 1,-5-8,0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6:32.284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0 123,'4'0,"-1"0,0 0,1 0,-1 0,0-1,0 1,0-1,1 0,-1 0,0 0,0-1,0 1,0-1,-1 1,1-1,0 0,-1 0,1-1,-1 1,0 0,4-6,4-1,0 0,1 0,0 1,0 0,1 1,0 0,0 1,1 1,21-7,-26 9,1 1,-1 0,1 1,0-1,0 2,0-1,-1 2,14 0,-15 0,-1 0,1 1,0-1,-1 1,1 0,-1 1,0 0,0 0,0 0,0 1,7 5,-5-2,0 0,-1 0,0 1,10 15,-15-18,1-1,-1 1,0-1,-1 1,1 0,-1-1,0 1,0 0,0 0,-1 0,0 0,0 6,-1-1,0 0,-1 1,0-1,-1 0,0 0,0-1,-1 1,-1-1,1 1,-2-1,-10 14,-2-1,-1-1,-1-1,-24 19,36-31,-1 0,1 1,-12 18,20-27,0 0,0 0,0 0,-1 0,1 0,0 1,0-1,0 0,0 0,0 0,-1 0,1 0,0 1,0-1,0 0,0 0,0 0,0 0,0 1,0-1,0 0,0 0,0 0,0 1,-1-1,1 0,0 0,1 0,-1 1,0-1,0 0,0 0,0 0,0 0,0 1,0-1,0 0,0 0,0 0,0 1,0-1,0 0,1 0,-1 0,0 0,0 1,4-2,3 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6:32.736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70 306,'0'-13,"-1"1,0 0,0 0,-1 0,-1 0,-5-15,0 3,-6-39,7 26,6 30,0 0,0 0,1 0,0 0,0 0,2-12,-2 18,0 1,0-1,1 0,-1 1,0-1,0 0,0 1,0-1,-1 0,1 0,0 1,0-1,0 0,-1 1,1-1,0 0,0 1,-1-1,1 1,-1-1,1 0,-1 1,1-1,-1 1,1-1,-1 1,1 0,-1-1,1 1,-2-1,-12-1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6:33.110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1 92,'17'0,"1"-1,35-6,-45 5,0 0,0-1,0 1,0-2,-1 1,1-1,12-9,-3-8,-9 10,8-8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6:33.931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67 242,'3'-1,"1"1,-1-1,1 1,-1-1,0-1,1 1,-1 0,0-1,0 1,0-1,0 0,0 0,0 0,0-1,-1 1,1-1,-1 1,0-1,3-4,-1 2,0-1,-1 0,0 0,0 0,-1 0,1 0,-1 0,0-1,1-10,-2 6,-1 4,1 0,0 0,0 0,0 0,1 0,0 0,1 1,4-11,-6 16,-1 0,1 0,-1 0,1-1,-1 1,1 0,-1 0,0 0,0 0,1-1,-1 1,0 0,0 0,0-1,0 1,-1 0,1 0,0 0,0 0,-1-1,1 1,-1 0,1 0,-1 0,1 0,-1 0,0 0,1 0,-1 0,0 0,0 0,0 0,-1 0,0-1,1 1,-1 0,0 0,0 0,0 0,1 0,-1 0,0 1,0-1,0 0,0 1,0 0,0-1,0 1,0 0,-1 0,1 0,0 1,-2-1,-1 2,0 0,0 0,1 0,-1 0,0 1,1 0,0 0,-1 0,1 0,1 1,-1-1,0 1,1 0,0 0,0 1,0-1,0 1,1-1,-3 6,-3 6,-1 1,2 0,1 1,0 0,-5 24,10-34,0 0,1 0,0 0,0 0,1 0,-1 0,2 0,-1 0,1-1,1 1,-1-1,1 1,1-1,7 13,-3-7,-4-6,0 0,0-1,1 0,8 9,-11-13,1 0,-1 0,1 0,0-1,0 1,0-1,0 0,0 0,0 0,0 0,0 0,0-1,0 1,4-1,2 1,1 0,0-1,-1 0,1-1,-1 0,1-1,-1 0,1 0,-1-1,0 0,14-8,-17 9,11-7,32-20,-49 28,0 1,1 0,-1-1,0 1,0 0,1-1,-1 1,0 0,0-1,1 1,-1 0,0-1,0 1,0 0,0-1,0 1,0-1,0 1,0 0,0-1,0 1,0-1,0 1,0 0,0-1,0 1,0-1,0 1,0 0,0-1,-1 1,1 0,0-1,-1 0,-9-11,8 10,9 1,0 1,0 0,0 0,0 0,-1 1,10 1,-10-1,-1 1,1-1,-1 1,0 0,0 1,0-1,0 1,0 0,0 0,-1 1,1-1,4 6,-4-1,-7-6,1-7,3-3,-1 1,-1-1,1 1,-1-1,-1 0,1 1,-1-1,-4-13,0-11,3 15,1-1,0 1,2-1,-1 1,2 0,1-1,7-28,-9 44,-1 0,1 0,0 0,-1 1,1-1,0 0,0 0,0 1,1-1,-1 1,0-1,0 1,1-1,-1 1,1 0,-1 0,1 0,0-1,-1 2,1-1,0 0,0 0,0 1,0-1,0 1,-1-1,4 1,-2 0,1 0,-1 1,1 0,-1 0,0 0,1 0,-1 1,0-1,0 1,0-1,0 1,0 0,-1 1,5 2,-3-1,25 23,27 34,-55-60,42 46,-27-23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6:34.599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118 408,'0'-12,"-1"9,1 0,-1 0,1 1,0-1,0 0,0 0,1 0,-1 1,1-1,-1 0,1 0,0 1,0-1,0 0,1 1,-1-1,1 1,-1 0,1-1,0 1,3-3,-5 4,1 1,0-1,-1 0,1 0,-1 0,1 1,-1-1,0 0,1 0,-1 0,0 0,0 0,1 0,-1 0,0 0,0 0,0 0,0 0,0 0,0 1,-1-1,1 0,0 0,0 0,-1-1,-11-27,10 24,1 4,0 0,1 0,-1 0,0 0,1 0,-1 0,0 1,0-1,0 0,0 1,1-1,-1 0,0 1,0-1,0 1,0 0,-1-1,1 1,0 0,0 0,0-1,0 1,0 0,0 0,0 0,0 0,-1 0,1 1,0-1,0 0,0 0,0 1,0-1,0 1,0-1,-1 1,-3 1,1 1,0-1,-1 1,1 0,0 0,0 0,-3 4,1-1,1 1,0 0,0 0,0 1,1-1,1 1,-1 0,1 0,0 0,1 0,-3 16,4-13,0 0,0 0,1 1,1-1,0 0,0 0,1 0,6 18,2 6,-6-19,0 0,1-1,9 18,-12-29,0-1,-1 0,1 0,1 0,-1 0,0 0,1 0,-1-1,1 1,0-1,0 0,0 0,0 0,0 0,0 0,1-1,-1 1,1-1,4 1,-7-2,0 1,0-1,0 0,0 0,0 0,0 0,0 0,0 0,0-1,0 1,0 0,0-1,0 1,0 0,0-1,0 1,0-1,0 1,-1-1,1 0,0 1,1-2,-1 0,1 0,-1 0,0 0,1 0,-1 0,0 0,0-1,-1 1,2-3,0-4,-1 0,1 0,-1-17,-2-19,-3 0,-1 0,-2 0,-2 0,-2 1,-21-56,-30-98,56 176,7 15,5 11,11 15,-13-15,7 10,-1 1,-1 0,0 1,-1 0,0 0,-2 0,9 32,6 13,119 271,-134-316,2-1,0 1,0-2,16 21,-23-34,0 0,0 0,0 0,0 0,0 0,1 0,-1 0,0-1,0 1,1 0,-1-1,0 1,1-1,2 1,5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6:35.219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238 49,'-6'0,"-10"-1,0 1,0 1,-29 6,39-5,0 0,1 0,-1 0,1 1,0-1,0 1,0 1,0-1,1 1,-1 0,1 0,0 0,0 0,-4 6,0 3,0 0,1 1,0-1,1 1,1 1,0-1,1 1,0-1,1 1,1 0,0 1,2 27,1-34,1-1,0 1,1-1,0 0,0 0,1 0,0-1,1 1,-1-1,1 0,1 0,-1 0,9 7,-12-13,0 1,0 0,0-1,0 0,0 1,1-1,-1 0,0 0,1 0,-1-1,1 1,-1-1,1 1,-1-1,1 0,0 0,-1 0,1 0,-1 0,1 0,-1-1,1 1,-1-1,1 0,2-1,-1 0,-1 1,1-1,0 0,-1 0,1-1,-1 1,0-1,0 0,0 0,0 0,0 0,-1 0,1 0,-1-1,2-3,4-9,-2 0,0 0,-1 0,0-1,-1 0,-1 1,-1-1,-1-1,0 1,-1 0,0 0,-5-24,-13-36,7 39,-1 12,1 7,19 64,24 52,55 111,-62-154,2 8,-1 15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7:58.401"/>
    </inkml:context>
    <inkml:brush xml:id="br0">
      <inkml:brushProperty name="width" value="0.035" units="cm"/>
      <inkml:brushProperty name="height" value="0.035" units="cm"/>
      <inkml:brushProperty name="color" value="#F6630D"/>
      <inkml:brushProperty name="ignorePressure" value="1"/>
    </inkml:brush>
  </inkml:definitions>
  <inkml:trace contextRef="#ctx0" brushRef="#br0">8593 395,'0'-108,"0"106,-1-1,1 1,0-1,-1 1,0 0,0-1,0 1,0 0,0 0,0 0,0-1,-1 1,1 0,-1 1,1-1,-1 0,-3-2,-4-3,0 0,-17-9,9 6,0 1,-1 0,-1 1,0 0,0 2,0 0,-1 2,0 0,-29-2,12 0,-2-6,-18 0,-227-34,190 33,0 5,-5 0,-7 0,-117-8,113 9,0 2,-1 0,-241 6,235 7,-128 12,118-8,-4 1,-17 8,-37 10,-22 11,5-7,53-13,29-6,-193 52,220-39,-103 32,87-25,-7 1,-1 7,-524 226,402-159,155-73,-6 10,-11 11,-370 239,229-137,95-61,73-45,0 4,-17 16,8-8,-152 131,35 0,84-78,59-61,-7 3,0 6,-4 8,-5 9,-3 13,-97 148,92-117,14-20,15-14,6 1,-44 108,51-106,5-1,1 2,0 12,7-2,-13 115,30-138,2-7,9 7,4 7,4 1,4 4,28 118,-28-161,41 102,-30-98,20 40,-18-49,6 1,8 5,13 6,10-1,13-4,5 2,94 56,-89-65,87 35,-83-50,-1-5,9 1,10-3,2-5,-1-5,342 25,-349-39,4-3,16-1,397-20,-342 7,273-31,-313 28,3-8,10-2,353-79,-340 68,-2 0,4-4,167-39,158-44,164-76,-335 90,-214 67,22-9,42-16,26-15,175-92,-13-33,-279 153,25-23,120-115,-196 166,155-164,-121 113,0-10,4-15,6-21,9-37,-7-25,-15 8,-12 13,-9 12,-10 10,-8 1,-4 5,9-250,-25 290,-3 4,-2-4,-4-8,-19-133,9 122,3 6,-5-1,-136-476,146 557,-1 0,-1 1,-1 1,-2 0,0 1,-2 1,-31-36,21 33,-1 0,-1 2,-2 2,0 0,-53-29,-109-50,158 89,-7 6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7:59.880"/>
    </inkml:context>
    <inkml:brush xml:id="br0">
      <inkml:brushProperty name="width" value="0.035" units="cm"/>
      <inkml:brushProperty name="height" value="0.035" units="cm"/>
      <inkml:brushProperty name="color" value="#F6630D"/>
      <inkml:brushProperty name="ignorePressure" value="1"/>
    </inkml:brush>
  </inkml:definitions>
  <inkml:trace contextRef="#ctx0" brushRef="#br0">0 1861,'12'-9,"1"0,0 1,1 0,0 2,0-1,0 2,21-6,-6 4,1-1,51-22,-24 5,-20 9,12 0,13-4,116-36,-71 20,229-69,-225 69,119-28,-106 30,2-5,352-98,-119 35,51-8,-244 66,98-29,-155 37,453-147,-334 111,-42 21,-92 27,118-33,-99 27,3 2,130-21,-129 26,-10 2,-7 4,-2-2,-7 1,3-1,-4 3,-4 0,-3 0,0-4,-1 0,-9 1,69-19,-110 31,-2 3,0 2,-2-1,-4 0,-7-1,-2 3,-3-3,-1-1,8-10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8:00.300"/>
    </inkml:context>
    <inkml:brush xml:id="br0">
      <inkml:brushProperty name="width" value="0.035" units="cm"/>
      <inkml:brushProperty name="height" value="0.035" units="cm"/>
      <inkml:brushProperty name="color" value="#F6630D"/>
      <inkml:brushProperty name="ignorePressure" value="1"/>
    </inkml:brush>
  </inkml:definitions>
  <inkml:trace contextRef="#ctx0" brushRef="#br0">0 0,'296'0,"-281"0,-1 1,1 0,-1 0,0 2,0 0,0 0,0 1,0 1,-1 1,1-1,-1 2,23 15,-35-21,1 0,0 1,-1-1,1 0,0 1,-1-1,0 1,1-1,-1 1,0 0,0-1,0 1,0 0,0 0,0 0,0 0,-1 0,1 0,-1 0,0 0,1 0,-1 0,0 0,0 1,0-1,0 0,-1 0,1 0,-1 0,1 0,-1 0,-1 3,-3 3,0 1,0-1,-1 0,-1 0,-11 11,8-9,-109 104,-5 3,100-91,4-6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8:01.349"/>
    </inkml:context>
    <inkml:brush xml:id="br0">
      <inkml:brushProperty name="width" value="0.035" units="cm"/>
      <inkml:brushProperty name="height" value="0.035" units="cm"/>
      <inkml:brushProperty name="color" value="#F6630D"/>
      <inkml:brushProperty name="ignorePressure" value="1"/>
    </inkml:brush>
  </inkml:definitions>
  <inkml:trace contextRef="#ctx0" brushRef="#br0">180 790,'8'0,"-8"0,1 0,-1 0,0 1,1-1,-1 0,0 0,1 1,-1-1,0 0,1 1,-1-1,0 0,0 1,1-1,-1 0,0 1,0-1,0 1,1-1,-1 1,0-1,0 0,0 1,0-1,0 1,0-1,0 1,0-1,0 1,0 0,-1 13,1-13,0 28,0-29,0 0,0 0,0 0,0 1,0-1,0 0,0 0,0 1,0-1,0 0,0 0,0 0,0 0,-1 1,1-1,0 0,0 0,0 0,0 0,0 1,-1-1,1 0,0 0,0 0,0 0,0 0,-1 0,1 1,0-1,0 0,0 0,-1 0,1 0,0 0,0 0,0 0,-1 0,1 0,0 0,0 0,-1 0,1 0,0 0,0 0,0 0,-1-1,1 1,0 0,0 0,0 0,0 0,-1 0,-7-5,6 3,0 0,1 0,0 0,-1-1,1 1,0 0,0 0,0-1,0 1,1-1,-1 1,1-1,-1 1,1-1,0-2,3-43,0 16,0-260,-2 241,2-7,-1-3,-1 3,-12-2,-5-19,10 57,-2 24,3-1,20-11,18-5,18 0,-35 12,-1 1,26 0,-22 3,0 0,33 6,-36-3,0 1,0 0,27 13,-28-10,-1 1,0 0,-1 0,13 12,-9-4,-2 1,1 0,-2 1,-1 1,0 0,-2 0,0 1,-1 1,-1 0,-2 0,0 1,-1 0,-1 0,-1 0,1 35,-5-48,-1 0,0 0,0 0,-1 0,-1 0,0 0,0 0,-1-1,0 0,0 0,-1 0,-1 0,1-1,-1 1,-9 8,-1 0,0-2,-1 0,-1 0,0-2,-34 19,28-19,-1-1,0-1,0-2,-1-1,-1 0,1-2,-34 3,17-5,1-3,-1-1,-79-11,90 7,23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8:02.125"/>
    </inkml:context>
    <inkml:brush xml:id="br0">
      <inkml:brushProperty name="width" value="0.035" units="cm"/>
      <inkml:brushProperty name="height" value="0.035" units="cm"/>
      <inkml:brushProperty name="color" value="#F6630D"/>
      <inkml:brushProperty name="ignorePressure" value="1"/>
    </inkml:brush>
  </inkml:definitions>
  <inkml:trace contextRef="#ctx0" brushRef="#br0">147 0,'-1'30,"-2"0,-12 52,8-47,-5 50,9-49,-1 0,-14 52,6-48,2 1,-4 3,-2 2,2-5,4-10,4-9,5-22,1 1,0-1,0 1,0-1,0 1,0-1,0 1,0 0,0-1,0 1,0-1,0 1,0 0,0-1,0 1,0-1,1 1,-1-1,0 1,1 0,0 0,0 0,0-1,0 1,0-1,0 1,0-1,0 1,0-1,0 1,0-1,0 0,0 0,0 1,2-1,33 1,20-1,25 1,22 2,1-2,-19-1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8:17.157"/>
    </inkml:context>
    <inkml:brush xml:id="br0">
      <inkml:brushProperty name="width" value="0.035" units="cm"/>
      <inkml:brushProperty name="height" value="0.035" units="cm"/>
      <inkml:brushProperty name="color" value="#F6630D"/>
      <inkml:brushProperty name="ignorePressure" value="1"/>
    </inkml:brush>
  </inkml:definitions>
  <inkml:trace contextRef="#ctx0" brushRef="#br0">0 443,'257'-190,"-215"159,7-2,6-4,6-3,2-1,-16 12,-28 14,-16 7,0-10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8:17.666"/>
    </inkml:context>
    <inkml:brush xml:id="br0">
      <inkml:brushProperty name="width" value="0.035" units="cm"/>
      <inkml:brushProperty name="height" value="0.035" units="cm"/>
      <inkml:brushProperty name="color" value="#F6630D"/>
      <inkml:brushProperty name="ignorePressure" value="1"/>
    </inkml:brush>
  </inkml:definitions>
  <inkml:trace contextRef="#ctx0" brushRef="#br0">1 75,'0'1,"1"-1,0 0,-1 0,1 0,0 1,-1-1,1 0,-1 1,1-1,-1 1,1-1,-1 0,1 1,-1-1,1 1,-1-1,1 1,-1 0,0-1,1 1,-1-1,0 1,1 0,-1-1,0 1,0 0,0-1,0 1,0 0,0-1,0 1,0 0,0 0,0-1,0 1,0 0,0-1,0 1,-1 0,1 0,0 1,0-1,0-1,1 1,-1-1,1 1,-1-1,1 1,-1-1,1 0,-1 1,1-1,-1 0,1 0,0 1,-1-1,1 0,-1 0,1 0,0 0,-1 0,1 0,0 0,-1 0,1 0,0 0,-1 0,2 0,14-2,2-2,0 0,0-2,-1 0,26-14,9-3,-43 20,71-25,-70 25,-1 1,1 0,0 1,0 0,0 0,13 2,-22-1,1 0,-1 0,1 0,-1 0,1 0,-1 1,0-1,1 1,-1-1,1 1,-1 0,0-1,0 1,1 0,-1 0,0 0,0 0,0 0,0 0,0 0,0 0,1 2,-2-1,1 0,0 0,-1 0,0 0,1 0,-1 0,0 1,0-1,0 0,0 0,-1 0,1 0,-1 0,0 2,-3 8,-1-1,0 1,-1-1,-8 12,13-22,-66 97,40-62,2 1,-23 46,41-66,-16 25,2-21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8:18.642"/>
    </inkml:context>
    <inkml:brush xml:id="br0">
      <inkml:brushProperty name="width" value="0.035" units="cm"/>
      <inkml:brushProperty name="height" value="0.035" units="cm"/>
      <inkml:brushProperty name="color" value="#F6630D"/>
      <inkml:brushProperty name="ignorePressure" value="1"/>
    </inkml:brush>
  </inkml:definitions>
  <inkml:trace contextRef="#ctx0" brushRef="#br0">182 553,'0'0,"0"1,0 0,-1 0,1 0,0 0,0 0,0 0,-1 0,1-1,0 1,-1 0,1 0,-1 0,1-1,-1 1,1 0,-1-1,1 1,-1 0,0-1,0 1,1-1,-1 1,0-1,0 1,1-1,-1 1,0-1,0 0,-1 1,-29 1,27-2,4 0,-1 0,1 0,-1 0,0 0,1-1,-1 1,1 0,-1 0,1-1,-1 1,1 0,-1-1,1 1,0-1,-1 1,1 0,0-1,-1 1,1-1,0 1,-1-1,1 1,0-1,-1 0,-4-19,2 11,-25-69,13 43,3-1,1-1,-9-49,11-54,5 99,2 1,-7-4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8:19.617"/>
    </inkml:context>
    <inkml:brush xml:id="br0">
      <inkml:brushProperty name="width" value="0.035" units="cm"/>
      <inkml:brushProperty name="height" value="0.035" units="cm"/>
      <inkml:brushProperty name="color" value="#F6630D"/>
      <inkml:brushProperty name="ignorePressure" value="1"/>
    </inkml:brush>
  </inkml:definitions>
  <inkml:trace contextRef="#ctx0" brushRef="#br0">8 106,'-1'-4,"1"-1,0 1,-1 0,0-1,0 1,-3-8,4 12,0-1,0 0,0 0,0 1,1-1,-1 0,0 0,0 1,0-1,1 0,-1 1,0-1,1 0,-1 1,0-1,1 1,-1-1,1 0,-1 1,1-1,-1 1,1-1,0 1,0-1,21-13,-14 9,0 0,0 1,0 0,0 1,0-1,0 1,1 1,0 0,-1 0,1 1,0 0,13 0,-8 1,0 1,1 0,-1 1,0 1,0 0,16 6,-25-7,-1 0,-1 0,1 0,0 0,0 1,-1-1,1 1,-1 0,0 0,0 0,0 1,-1-1,1 1,-1 0,1-1,-1 1,0 0,-1 0,1 0,1 8,-1-5,-1 0,0 0,-1 0,1 0,-1 0,-1 0,1 0,-1 0,0 0,-1 0,0-1,-2 8,-4 2,0 0,0-1,-1 0,-1-1,-1 0,-19 20,17-19,0-1,-2-1,1 0,-2-1,0 0,-34 18,40-24,-15 6,24-12,1 0,-1 0,1 1,-1-1,1 0,-1 0,1-1,-1 1,1 0,-1 0,1 0,0 0,-1 0,1 0,-1-1,1 1,-1 0,1 0,-1-1,1 1,0 0,-1-1,1 1,0 0,-1-1,1 1,0-1,-1 1,1 0,0-1,0 1,0-1,-1 1,1-1,0 1,0-1,0 1,0-1,0 1,0-1,0 1,0-1,0 1,0-1,0 1,0-1,1 0,-1-9,1 8,-1 1,0-1,1 1,-1-1,0 0,0 1,0-1,0 1,-1-1,1 1,0-1,-1 1,0-4,8 9,0 0,0 0,0-1,1 0,-1-1,11 3,-5-2,-1 1,19 8,-6 0,10 6,42 16,-59-29,-10-2,0-1,0 1,0 1,0-1,14 11,-6-4,8 4,-20-13,9-3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8:20.329"/>
    </inkml:context>
    <inkml:brush xml:id="br0">
      <inkml:brushProperty name="width" value="0.035" units="cm"/>
      <inkml:brushProperty name="height" value="0.035" units="cm"/>
      <inkml:brushProperty name="color" value="#F6630D"/>
      <inkml:brushProperty name="ignorePressure" value="1"/>
    </inkml:brush>
  </inkml:definitions>
  <inkml:trace contextRef="#ctx0" brushRef="#br0">1 626,'0'7,"0"-9,0-22,0-42,0 35,-1-42,18-144,-14 201,2-16,0-36,-4 40,4-16,-2 37,-3 6,0 0,0 0,0 0,0 0,1 0,-1 0,0 0,1 0,-1 0,0 0,1 0,-1 0,1 0,0 0,-1 0,1 0,0 1,-1-1,1 0,0 1,0-1,0 0,0 1,0-1,-1 1,1-1,0 1,0 0,0-1,0 1,0 0,0 0,1-1,-1 1,0 0,0 0,0 0,0 0,0 1,0-1,0 0,0 0,0 1,0-1,0 0,0 1,0-1,0 1,0-1,-1 1,1 0,0-1,1 2,3 2,-1-1,1 1,-1 0,1 0,-1 1,0 0,-1-1,5 8,72 120,-60-91,-1 0,-1 2,-3 0,-2 1,13 69,-23-88,2 43,-4-61,1-11,-1-15,-18-42,7 37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8:20.672"/>
    </inkml:context>
    <inkml:brush xml:id="br0">
      <inkml:brushProperty name="width" value="0.035" units="cm"/>
      <inkml:brushProperty name="height" value="0.035" units="cm"/>
      <inkml:brushProperty name="color" value="#F6630D"/>
      <inkml:brushProperty name="ignorePressure" value="1"/>
    </inkml:brush>
  </inkml:definitions>
  <inkml:trace contextRef="#ctx0" brushRef="#br0">1 17,'0'1,"-1"0,1 0,0 0,0 0,0 0,0 0,1 0,-1 0,0 0,0 0,1 0,-1-1,0 1,1 0,-1 0,1 0,-1 0,1-1,-1 1,1 0,0 0,0 0,1 0,0 0,0-1,0 1,0-1,-1 0,1 0,0 0,0 0,3 0,3 0,64 1,83-3,-150 2,-1 0,0-1,1 1,-1-1,0 0,0 0,0-1,1 1,-1-1,-1 0,1 0,0 0,0 0,4-5,5-9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8:21.355"/>
    </inkml:context>
    <inkml:brush xml:id="br0">
      <inkml:brushProperty name="width" value="0.035" units="cm"/>
      <inkml:brushProperty name="height" value="0.035" units="cm"/>
      <inkml:brushProperty name="color" value="#F6630D"/>
      <inkml:brushProperty name="ignorePressure" value="1"/>
    </inkml:brush>
  </inkml:definitions>
  <inkml:trace contextRef="#ctx0" brushRef="#br0">29 60,'-1'-2,"0"0,0 0,0 0,0 0,-1 0,1 0,-1 0,1 0,-1 1,1-1,-1 1,0-1,0 1,-2-2,3 3,1 1,0-1,-1 0,1 0,0 1,0-1,-1 0,1 1,0-1,0 0,-1 1,1-1,0 0,0 1,0-1,0 0,0 1,0-1,-1 0,1 1,0-1,0 1,0-1,0 0,0 1,0-1,0 1,1-1,-1 0,0 1,0-1,0 1,0-1,0 0,1 1,2 19,55 268,-53-268,1-1,1 0,9 19,-5-14,13 16,-24-39,0-1,0 1,0-1,0 0,0 1,0-1,1 0,-1 1,0-1,0 0,0 1,0-1,1 0,-1 1,0-1,0 0,0 1,1-1,-1 0,0 0,1 1,-1-1,0 0,1 0,-1 0,0 1,1-1,-1 0,0 0,1 0,-1 0,0 0,1 0,-1 0,0 0,1 0,-1 0,1 0,-1 0,1 0,9-15,2-23,-6 9,1 4,-2 0,-1 0,1-34,-6 37,2 1,1-1,0 1,10-38,-12 58,1 0,-1-1,1 1,-1 0,1 0,-1 0,1-1,0 1,-1 0,1 0,0 0,0 0,0 0,0 0,0 1,0-1,0 0,0 0,0 1,0-1,1 0,0 0,-1 1,0 1,0-1,0 0,0 0,0 0,-1 1,1-1,0 0,0 1,0-1,0 0,-1 1,1-1,0 1,-1 0,1-1,0 1,-1 0,1-1,0 1,-1 0,1 0,-1-1,0 1,1 0,-1 0,0 0,1 0,-1-1,0 1,0 1,52 127,-14-33,-21-63,3 2,3 3,1-2,-2-12,-21-23,0-1,0 1,-1-1,1 0,0 1,0-1,0 0,-1 0,1 1,0-1,0 0,0 0,0 0,0 0,-1 0,1 0,0 0,0 0,0 0,0-1,-1 1,1 0,0-1,0 1,0 0,-1-1,1 1,0-1,-1 1,1-1,0 1,-1-1,1 0,-1 1,1-1,-1 0,1 1,-1-1,1-1,2-3,0 0,-1 0,0 0,3-10,0-6,0 0,-2-1,-1 0,-1 0,0 0,-2 0,-6-39,-43-153,40 176,-1-2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8:43.03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3087 222,'-58'-19,"41"14,1 0,0-1,0-1,-22-12,24 11,1 2,-2 0,1 0,0 1,-17-3,-8 0,-24 0,3 5,75 3,-6 0,-10 0,-245-9,141 9,18 4,6 3,-10 3,-16 5,-13 2,-16 11,19 2,-202 80,213-59,-203 128,236-129,-7 15,-5 18,-8 20,-1 21,-66 135,100-145,-18 56,49-91,3 5,-35 208,47-205,7 2,6 6,9 16,11 9,-1-48,38 101,-15-73,3-17,-32-64,27 33,-19-30,1-1,1-1,42 30,-41-35,26 12,31 9,10-5,10-8,-34-14,0-2,1-3,-1-4,1-2,-1-3,67-14,52-16,-94 12,11-13,367-183,-407 187,98-54,146-107,-221 133,96-81,-85 62,184-178,-196 172,-4-3,-6-7,-1-4,-5-2,81-163,-118 189,-12 10,5-45,-21 96,-1 1,1-19,-3 20,-1 0,0 0,-3-16,-1 11,-12-34,-25-52,-4 1,-70-112,92 176,-1 1,-2 2,-2 0,-1 2,-1 1,-2 2,-1 1,-58-38,58 47,-1 2,-1 2,0 1,-1 2,0 1,-41-7,63 17,0 0,0 1,-1 1,1 0,0 1,-17 3,-9 6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8:44.2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0 222,'48'3,"-1"2,82 19,-69-11,-6-3,4 0,11-3,190 8,-171-10,8-1,17-3,251 11,66-1,-237-10,142-1,-209-1,21 1,49-1,44-6,481-1,-429 10,182 4,173-6,-274-4,-225 4,1006-16,-1002 12,366-11,-362 7,149-9,-142 8,2-1,4-1,8-6,3 0,217-6,-132 9,-148 7,207-19,-214 16,-1 1,8 0,19-2,23 0,-1 2,-35 2,-46 6,-26 0,-19-3,-7-1,-21 2,-3 0,0 2,0 0,-1 0,1 0,-1 0,1 0,-1 0,1 0,-1 0,1 0,-1 0,0 0,0 0,1 0,-1 0,0 0,0 0,0 0,0 0,0-1,0 1,-1 0,1 0,0 0,-1 0,1 0,0 0,-1 0,1 0,-1 0,1 0,-1 0,0 1,1-1,-3-1,-15-14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8:44.72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0,'30'2,"0"1,42 9,-27-4,-26-5,1 1,-1 0,0 2,-1 0,1 1,-1 1,-1 1,1 0,19 15,17 12,-26-14,-24-18,-1-1,0 1,0 0,-1 0,1 0,2 6,-3-4,0 0,0 0,0 0,-1 0,1 10,-1-8,-1-1,-1 0,1 0,-1 1,-2 7,1-7,-1 0,0 0,0 0,-5 8,-25 33,-16 4,-24 8,-19 10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8:45.41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220 60,'-2'0,"0"0,0 0,0 0,0 0,0-1,0 1,0-1,0 1,0-1,0 0,1 0,-1 0,0 0,0 0,1 0,-1-1,1 1,-3-3,2 2,0-1,1 1,0-1,-1 1,1-1,0 0,0 1,0-1,1 0,-1 0,1 0,0 0,-1 0,1-2,16 43,-13-23,-1 0,-1 0,0 1,-1-1,-1 0,-2 16,0 10,0-10,-2 0,-8 30,-2 4,7-20,0-1,-3 5,-6 8,-8 12,-6 11,0-4,27-61,-1 0,-2 22,6-32,1 0,-1 0,1 0,0-1,0 1,1 0,1 9,-1-12,0 1,0-1,0 0,0 0,0 0,1 0,-1 0,1 0,-1 0,1-1,-1 1,1 0,0-1,3 2,0 0,0 0,1-1,-1 0,1 0,-1 0,8 1,56 7,24-4,298-12,-345 1,-9-2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8:46.00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35 1,'-1'67,"0"-8,10 96,-6-124,-2 0,-2 40,-3-36,-7 8,0 10,2 10,1 5,7 2,1-63,1 0,0 0,0 0,1 0,0 0,4 10,-4-13,0 0,0 0,1-1,-1 1,1 0,0-1,0 0,0 0,1 0,4 3,3 1,0-1,0 0,0-1,1-1,0 0,13 3,74 11,-91-17,-1 1,114 12,-98-12,0-1,0-2,30-4,-28 0,0-7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8:52.49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11 930,'-6'-105,"3"66,2 0,3-42,11-37,-5 73,3-3,5-8,4-6,2 8,-20 49,0 1,1 0,-1 0,1 0,0 0,1 1,3-4,-6 6,1 0,-1 0,1 0,0 0,-1 0,1 1,0-1,-1 0,1 1,0 0,0-1,-1 1,1 0,0 0,0 0,0 0,0 0,-1 1,1-1,0 0,0 1,-1-1,1 1,0 0,-1-1,1 1,0 0,-1 0,1 0,-1 0,2 2,6 5,-1 0,0 0,13 18,-10-13,17 20,42 63,-67-91,0 0,1-1,0 1,0-1,0 0,1 0,-1-1,1 1,0-1,0 0,0 0,8 2,3-1,-15-4,0 0,0 0,1 0,-1-1,0 1,0 0,0-1,0 1,0-1,0 1,1-1,-1 0,1 0,21-24,9-18,-1-7,46-98,-49 83,-1 2,-3 10,-21 48,-1 0,1 0,0 0,1 1,3-5,-6 8,0 0,-1 0,1 0,0 0,0 0,0 1,0-1,0 0,0 1,0-1,0 0,1 1,-1-1,0 1,0 0,0-1,1 1,-1 0,0 0,0 0,1 0,-1 0,0 0,0 0,1 0,-1 0,0 1,0-1,1 0,-1 1,0-1,0 1,0-1,0 1,0 0,0 0,0-1,1 2,2 2,-1 0,0 0,0 0,0 0,-1 1,0-1,0 1,3 7,7 28,-1 11,-6 21,-2 32,-6 21,-1 20,-1 42,-2 49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8:58.90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82 0,'-8'27,"-6"44,0 5,12-70,-25 116,23-100,1 1,2 0,1 33,1-46,-1 0,0-1,-3 19,-2 16,5-43,0 1,-1 0,1-1,0 1,0 0,0-1,0 1,0 0,1 0,-1-1,0 1,1-1,-1 1,1 0,-1-1,1 1,2 2,11 8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8:59.54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24 30,'0'-3,"-1"1,0 0,0 0,-1 0,1 0,0 0,-1 0,1 0,-1 0,1 1,-1-1,0 0,0 1,-2-2,5 3,0 0,0 0,-1 0,1 0,0 0,-1 0,1 1,0-1,-1 0,1 0,0 0,-1 1,1-1,0 0,-1 1,1-1,-1 0,1 1,-1-1,1 1,-1-1,2 2,2 5,0 0,-1 1,1-1,-1 1,-1 0,0 0,0 0,0 1,-1-1,0 15,6 23,4 24,-10-54,1 1,1-1,1 0,0 0,1 0,10 21,-13-32,1 0,0 0,0 0,0-1,1 1,0-1,0 0,0 0,0 0,1-1,-1 1,1-1,0 0,0 0,0-1,0 1,0-1,1 0,-1-1,1 1,0-1,-1 0,1-1,0 1,7-2,-3 1,-1-1,1 0,0-1,-1 0,1 0,17-8,51-30,-48 24,14-7,7-11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9:00.27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68 0,'0'0,"-1"0,1 0,-1 0,1 0,-1 0,1 0,0 1,-1-1,1 0,-1 0,1 0,-1 1,1-1,-1 0,1 0,0 1,-1-1,1 0,0 1,-1-1,1 0,0 1,-1-1,1 1,0-1,0 0,0 1,-1-1,1 1,0-1,0 1,0-1,0 1,0 19,0-13,0 50,3 162,-2-208,-1-1,0 0,-1 0,-3 19,-7 40,3-26,-4 8,0 11,2 2,9-53,0 0,1 1,2 15,-2-23,1-1,0 1,0-1,0 0,0 1,0-1,0 0,1 0,0 0,0 0,3 4,-3-5,0 0,0 0,0 0,1 0,-1-1,1 1,-1-1,1 0,-1 0,1 0,0 0,0 0,-1-1,5 1,9 0,0 0,18-3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9:01.64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124 141,'0'0,"-1"0,1 0,-1 0,0 0,1 0,-1 0,1 0,-1 0,0 0,1 0,-1 0,1 1,-1-1,1 0,-1 0,0 1,1-1,-1 0,1 1,0-1,-1 0,1 1,-1-1,1 1,-1-1,1 1,0-1,-1 1,1-1,0 1,0-1,-1 1,1 0,0-1,0 1,0-1,0 1,0 0,0-1,0 1,0-1,0 1,0 1,0-2,0 0,0 1,0-1,0 0,0 1,0-1,0 0,0 0,0 1,0-1,0 0,0 1,0-1,0 0,1 1,-1-1,0 0,0 0,0 1,1-1,-1 0,0 0,0 1,0-1,1 0,-1 0,0 0,0 1,1-1,-1 0,0 0,1 0,-1 0,0 0,1 0,-1 0,0 0,1 1,-1-1,0 0,1 0,-1 0,0-1,0 1,1 0,-1 0,0 0,1 0,-1 0,0 0,1 0,-1 0,0-1,0 1,1 0,-1 0,0-1,2-1,-1 1,1-1,0 0,-1 1,1-1,0 1,0 0,0-1,0 1,0 0,0 0,0 0,0 0,0 1,1-1,-1 1,0-1,0 1,1 0,-1 0,0 0,4 0,17-3,-22 3,-1-1,1 1,0-1,0 1,0-1,-1 1,1-1,0 0,-1 1,1-1,0 0,-1 0,1 0,-1 1,1-1,-1 0,0 0,1 0,-1 0,0 0,0 0,0 0,1 0,-1 1,0-1,0 0,0 0,0 0,-1 0,1 0,0 0,0 0,-1 0,1 0,0 0,-1 0,1 1,-1-1,1 0,-1 0,0 0,-4-7,0 0,0 1,-8-9,8 10,0 0,1 0,-1 0,-1 0,1 1,-1 0,0 0,0 0,-1 1,1 0,-9-4,13 7,0 1,0 0,0 0,0 0,0 0,0 0,0 1,0-1,0 1,0-1,0 1,0-1,0 1,1 0,-1 0,0 0,0 0,1 0,-1 1,1-1,-1 0,-2 4,0-1,0 0,1 1,0-1,0 1,0 0,0 0,-2 6,0 4,1-1,0 1,1 0,0-1,1 1,1 1,1-1,1 18,0-22,1 0,0 0,1 0,0-1,0 1,2-1,-1 0,1 0,0 0,1 0,13 15,-15-19,0-1,1 0,0-1,0 1,0-1,1 0,7 5,-9-8,-1 1,1-1,0 0,0 0,-1 0,1 0,0-1,0 1,0-1,0 0,0 0,0-1,0 1,5-2,8-2,-1-2,27-11,-25 10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9:02.09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48 330,'1'0,"-1"0,1 0,-1 0,1 0,-1 1,1-1,-1 0,1 0,-1 0,0 1,1-1,-1 0,1 1,-1-1,0 0,1 0,-1 1,0-1,0 1,1-1,-1 0,0 1,0-1,1 1,-1-1,0 1,0-1,0 1,0-1,0 0,0 1,0-1,0 1,0-1,0 1,0-1,0 1,0-1,0 1,0-1,0 1,0-1,-1 0,1 1,0-1,0 1,-1-1,1 1,0-1,0 0,-1 1,1-1,-1 0,1 1,0-1,-1 0,1 0,-1 1,-1 0,-24 6,26-7,-1 0,0 0,1 0,-1 1,0-1,1 0,-1-1,1 1,-1 0,0 0,1 0,-1 0,0 0,1-1,-1 1,1 0,-1-1,1 1,-1 0,1-1,-1 1,1 0,-1-1,1 1,-1-1,1 1,-1-1,1 1,0-1,-1 0,1 1,0-1,0 1,0-1,-1 0,1 1,0-2,-4-33,2-58,2 65,2 15,0-1,1 1,0 0,1 0,0 0,1 1,1-1,0 1,8-12,-11 19,0 1,0 0,0 0,0 0,1 0,0 1,-1-1,1 1,1 0,4-3,-7 5,0 0,0 0,0 1,0-1,0 1,0-1,0 1,0 0,0 0,0 0,0 0,0 0,0 0,0 1,0-1,0 1,0-1,0 1,0 0,0 0,0-1,0 1,0 1,-1-1,1 0,-1 0,1 1,1 1,3 3,0 1,-1-1,0 1,-1 0,0 0,0 0,0 1,-1-1,0 1,0 0,-1 0,2 14,0 7,-1 1,-2 35,-1-47,-3 23,2-31,0 0,1 0,0 0,0 0,1 0,0 0,4 14,0-11,-1-1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9:02.83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165 1,'-4'0,"0"0,1 0,-1 0,0 1,1-1,-1 1,0 0,1 0,-1 0,-3 2,4 0,-1-1,1 1,0 0,0 0,0 1,0-1,1 0,-4 6,-5 7,1 0,0 1,1 0,1 0,0 1,2 0,0 1,-6 32,11-42,-3 13,1-1,2 0,0 1,3 37,-2-57,1-1,-1 0,0 0,1 0,-1 0,0 0,1-1,-1 1,1 0,0 0,-1 0,1 0,0 0,-1-1,1 1,0 0,0-1,0 1,-1 0,1-1,0 1,0-1,0 0,0 1,0-1,0 0,0 1,0-1,0 0,0 0,1 0,-1 0,0 0,0 0,0 0,0 0,0 0,0-1,0 1,0 0,0-1,0 1,0-1,0 1,0-1,-1 1,1-1,0 0,0 1,0-1,-1 0,1 0,0 0,0-1,17-30,20-50,-17 37,-8 21,-10 20,-1-1,1 1,-1 0,1-1,-1 0,-1 1,1-1,-1 0,2-7,-3 11,-1 1,1 0,0 0,0 0,0-1,0 1,0 0,0 0,1 0,-1-1,0 1,0 0,0 0,0 0,0-1,0 1,0 0,0 0,0 0,0 0,1-1,-1 1,0 0,0 0,0 0,0 0,0 0,1 0,-1 0,0-1,0 1,0 0,1 0,-1 0,0 0,0 0,0 0,0 0,1 0,-1 0,0 0,0 0,0 0,1 0,-1 0,0 0,0 0,0 0,1 0,-1 0,0 0,0 1,0-1,1 0,8 5,-9-5,28 41,-21-30,0-1,0 1,-1 1,6 13,-8-14,2 3,-2 1,0-1,0 1,-2 0,1 0,-2 0,0 0,-2 20,-1 2,0 3,-6 12,3-37,1 0,-8 16,2-11,-17 27,13-26,-23 27,24-34,0 0,-18 13,27-23,-1 0,0-1,0 0,0 0,0 0,0 0,-9 2,12-5,0 0,1 0,-1 1,0-2,1 1,-1 0,0 0,1-1,-1 1,0 0,1-1,-1 0,1 1,-1-1,1 0,-1 0,0-1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9:03.36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84 28,'0'-1,"0"-1,0 1,0 0,-1-1,1 1,0-1,0 1,-1 0,1-1,-1 1,1 0,-1-1,0 1,-1-2,2 3,-1-1,1 1,-1-1,1 1,-1-1,0 1,1 0,-1-1,0 1,1 0,-1-1,0 1,1 0,-1 0,0 0,0 0,1 0,-1 0,0 0,-1 0,0 0,0 1,0 0,0 0,0-1,0 1,0 0,0 0,0 1,0-1,0 0,1 1,-1-1,1 1,-1-1,1 1,-3 3,-1 4,1 0,0 0,1 1,0-1,0 1,1 0,0-1,1 1,0 0,1 0,-1 0,2 0,0 0,0 0,1 0,3 13,3 6,2-1,1 0,0 0,20 30,-11-28,-20-29,1 0,-1-1,0 1,1-1,-1 1,1 0,-1-1,0 1,1-1,-1 1,1-1,0 0,-1 1,1-1,-1 0,1 1,0-1,-1 0,1 1,0-1,-1 0,1 0,0 0,-1 0,1 0,0 0,0 0,-1 0,1 0,0 0,-1 0,1 0,0-1,-1 1,1 0,0 0,-1-1,1 1,-1 0,1-1,0 1,-1-1,1 1,0-1,7-12,0 0,-1-1,-1 0,0 0,0-1,-2 0,0 0,3-17,4-15,-8 33,-1 0,0 0,0 0,-2 0,0 0,0-1,-1 1,-1 0,-1 0,0 0,-8-22,10 35,1-1,-1 1,0 0,0 0,0 0,0 0,0 0,0 0,0 0,0 0,0 0,-1 0,1 0,-2 0,3 1,-1-1,1 1,-1 0,1 0,-1 0,1-1,-1 1,1 0,-1 0,1 0,-1 0,1 0,-1 0,1 0,-1 0,1 0,-1 0,1 0,-1 1,1-1,-1 0,1 0,-1 0,1 1,-1-1,1 0,-1 0,1 1,0-1,-1 0,1 1,0-1,-1 1,1-1,0 0,-1 1,1-1,0 1,0-1,-1 2,1 2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9:04.16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189 27,'-26'0,"2"-26,23 26,0 0,0 0,0 0,0 0,0 0,0 0,0 0,-1 0,1 0,0 0,0 0,0 1,0-1,0 1,0-1,0 0,0 1,0 0,-1 0,-26 18,18-11,3-3,0 1,1 0,0 0,0 1,1-1,0 1,0 1,0-1,1 1,0 0,1 0,-1 0,2 0,-1 0,1 1,0 0,1-1,0 1,0 0,1-1,0 1,3 16,-2-19,0 4,1 0,1 0,4 14,-5-20,0 0,1 0,-1 0,1 0,-1-1,1 1,0-1,1 0,-1 0,7 5,-9-8,0 1,0-1,0 0,0 1,1-1,-1 0,0 0,0 0,0 0,0 0,0 0,0-1,0 1,0 0,0 0,1-1,-1 1,0-1,0 1,0-1,-1 1,1-1,0 1,0-1,0 0,0 0,0 1,-1-1,2-2,1 0,0 0,0-1,0 1,-1-1,1 0,2-5,0-5,0 0,-1 0,-1 0,0 0,-1-1,1-24,-3 19,1 12,-1-1,0 0,-3-14,3 23,0 0,0-1,-1 1,1-1,0 1,0 0,0-1,0 1,0 0,0-1,0 1,0-1,0 1,0 0,0-1,0 1,0-1,0 1,1 0,-1-1,0 1,0 0,0-1,1 1,-1 0,0-1,0 1,0 0,1 0,-1-1,0 1,1 0,-1 0,0-1,1 1,-1 0,0 0,1 0,-1 0,0-1,1 1,-1 0,1 0,-1 0,0 0,1 0,-1 0,1 0,-1 0,0 0,1 0,0 1,0-1,1 0,-1 1,0-1,0 0,0 1,0-1,0 1,0 0,0-1,-1 1,1 0,0 0,0-1,0 1,-1 0,1 0,0 0,0 1,3 11,-1 0,0 0,-1 0,-1 0,0 0,0 0,-2 15,1-11,4 259,-4-271,0 0,0 0,1 0,-1 0,1 0,1 0,2 8,-4-12,1-1,-1 1,1 0,-1 0,1 0,0-1,-1 1,1 0,0-1,-1 1,1 0,0-1,0 1,-1-1,1 1,0-1,0 0,1 1,0-1,-1 0,0 0,1 0,-1 0,0 0,1 0,-1 0,0-1,1 1,-1-1,0 1,1-1,-1 1,0-1,0 0,2-1,10-11,-4-5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9:04.71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63 482,'-4'0,"0"-1,0 0,0 0,1 0,-1-1,0 1,1-1,-1 0,1 0,0 0,-1 0,1-1,0 1,-5-7,6 22,1 47,0-12,1 0,3 0,12 68,-4-51,-9-48,0 0,1 0,1-1,1 0,7 18,0-8,2 8,-9-28,1-2,-5-3,1 1,-1 0,1 0,0-1,0 1,0-1,0 1,0-1,0 0,0 0,1 0,-1 0,0 0,0-1,1 1,-1-1,1 1,-1-1,0 0,1 0,-1 0,1 0,-1 0,1-1,-1 1,0-1,1 1,-1-1,3-2,0 1,-1-1,0-1,0 1,0 0,-1-1,1 0,-1 0,0 0,0 0,0-1,-1 1,0-1,3-5,2-13,0 1,-2-1,-1-1,3-39,-2 22,1-8,-2 1,-3-1,-5-65,-31-212,32 308,-1 0,-11-29,-2-11,15 37,2 19,1-1,-1 1,0-1,-1 1,1-1,0 1,-1 0,1-1,-1 1,0-1,1 1,-1 0,-1-1,1 1,0 0,-2-3,-7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9:05.28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1 354,'0'1,"0"1,0-1,0 0,0 0,0 0,0 1,0-1,0 0,1 0,-1 0,1 0,-1 0,1 0,-1 1,1-1,0 1,0-2,0 0,-1 1,1-1,0 0,0 0,-1 0,1 0,0 0,0 0,-1 0,1 0,0 0,-1 0,1 0,0-1,0 1,-1 0,1 0,0-1,-1 1,1-1,-1 1,1 0,0-1,-1 1,1-1,-1 1,1-1,0 0,30-25,0-2,37-44,-56 59,-2-1,0-1,0 0,-2 0,0-1,0 0,-2-1,7-24,-11 36,-1 1,0 1,0-1,0 0,0 0,-1 0,1 0,-1 0,0 0,0 0,0 0,-1 1,1-1,-1 0,0 0,0 0,-3-5,4 9,-1-1,0 1,0-1,1 1,-1-1,0 1,0 0,1 0,-1-1,0 1,0 0,0 0,0 0,0 0,1 0,-1 0,0 0,0 0,0 0,0 0,1 0,-1 1,0-1,0 0,0 1,1-1,-1 0,0 1,0 0,-29 16,25-13,-3 1,0 1,0 0,1 0,0 1,1 0,0 0,0 1,0 0,-6 11,-3 9,-16 45,28-63,-1 0,2 1,0-1,0 1,1 0,0-1,1 1,0 0,0 0,1-1,1 1,0 0,0-1,1 0,1 1,-1-1,2-1,5 11,-6-14,0-1,1 0,-1 0,1 0,1 0,-1-1,1 0,-1 0,1-1,0 1,1-1,-1 0,0-1,8 2,-4-1,0 0,0-1,0 0,0-1,0 0,1-1,-1 0,20-3,5-8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9:07.50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576 289,'-10'-17,"-15"-35,-3-4,-16-7,39 55,0 1,0-1,-1 1,0 1,0-1,-1 1,0 0,0 1,-1 0,1 0,-1 0,0 1,0 0,-1 1,1-1,-1 2,1-1,-1 1,0 1,0-1,0 2,-15-1,16 3,0-1,-1 1,1 1,0 0,0 0,1 0,-1 1,1 0,0 1,0 0,0 0,0 0,1 1,-6 6,-4 6,1 0,1 1,-22 39,16-20,0 7,2 17,1 23,9 23,8-70,5 40,-1-45,13 46,-10-55,1-1,14 31,-16-41,1-1,0 0,1 0,17 18,-18-22,1-1,-1-1,1 1,1-1,16 9,-18-11,0-1,1 0,0 0,-1-1,1 0,0 0,0-1,0 0,0 0,1-1,-1 0,0 0,0-1,0 0,0-1,0 1,0-2,-1 1,1-1,-1 0,1-1,-1 1,0-2,0 1,-1-1,1 0,-1 0,0-1,-1 1,1-1,-1-1,0 1,0-1,-1 0,0 0,0 0,-1 0,4-14,-4 12,-1-1,-1 1,1 0,-2-1,1 1,-1-1,-1 1,0-1,0 1,-1-1,-5-16,5 20,0 0,-1 1,0-1,0 1,0 0,-1-1,1 2,-1-1,0 0,-1 1,1 0,-1 0,0 0,0 0,0 1,0 0,-1 0,1 0,-11-3,9 4,0 1,-1-1,1 1,0 1,0-1,-1 1,1 0,0 1,-1 0,1 0,0 1,0-1,0 2,0-1,0 1,-10 6,-6 5,1 10,-1 10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9:07.89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33 636,'0'-18,"-2"0,-8-34,7 37,0 1,0-1,2 0,0-28,3-19,-7-84,2 90,2 6,1-6,-3-19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9:08.51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65,'2'0,"0"0,-1 0,1 0,0-1,-1 1,1-1,-1 1,1-1,-1 0,1 0,-1 1,1-1,-1 0,0 0,1 0,-1 0,0-1,0 1,2-2,-1 0,0 1,0 0,0 0,0 0,0 1,1-1,-1 1,0-1,4 0,16-5,1 1,-1 1,1 1,33-1,-42 4,-2 0,0 1,1 0,-1 2,0-1,0 1,0 1,0 0,0 1,13 6,-18-8,0 2,0-1,0 1,0 0,-1 1,0-1,0 1,0 1,0-1,-1 1,0 0,0 0,0 0,-1 1,6 12,-9-14,0 0,0 0,0 0,-1 0,1 0,-1 0,0 0,-1 0,0 0,1 1,-2-1,1-1,0 1,-1 0,0 0,0 0,0-1,-4 5,-3 5,0 0,-1 0,0-1,-16 14,-8 4,-52 36,50-41,-45 43,72-60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9:08.98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1 100,'33'0,"141"-5,-146 2,0 0,-1-2,1-2,29-10,-14 3,-28 10,0-1,0-1,0 0,24-15,-30 17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9:09.36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154 0,'-3'2,"1"-1,-1 1,1 0,0 0,0 0,-1 0,1 0,1 0,-1 0,0 1,1-1,-1 1,-1 2,-3 5,-1 1,0 1,1 0,0 0,1 0,0 1,1-1,1 1,0 0,-2 22,4-29,-2 10,-1 0,-10 24,7-18,0 0,1 0,1 1,-3 44,4-19,-3 14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9:09.87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522 64,'0'-1,"0"0,0 0,0-1,-1 1,1 0,-1 0,1 0,-1 0,1 0,-1 0,0 0,1 0,-1 0,0 0,0 0,0 0,0 0,0 0,0 1,0-1,-1 0,-26-10,-59-12,81 22,-12-2,1 1,-1 1,-20 0,32 2,0 0,0 0,1 0,-1 0,1 1,-1 0,1 0,0 1,0-1,0 1,0 0,0 0,-7 8,-21 16,25-21,0 0,0 1,-9 11,2 1,1 0,-14 28,4-6,0 10,17-34,1 0,-4 22,6-17,1 0,0 29,2-38,2-1,0 1,0 0,1 0,5 14,-4-17,1 0,0 0,1-1,0 0,0 0,10 12,-9-14,0 0,1 0,0 0,0-1,0 0,13 7,-11-8,1 0,0-1,0 0,0 0,14 2,46 2,-69-8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9:10.24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67 623,'-2'0,"0"0,0 0,0-1,0 1,-1-1,1 1,0-1,0 0,0 0,0 0,0 0,0 0,1 0,-1 0,0-1,0 1,1-1,-1 1,1-1,0 0,-1 0,1 1,0-1,0 0,0 0,0 0,0 0,0 0,0-5,-2-5,1-1,0 0,1-1,0-13,0 4,0-116,-2-19,-1 117,5-2,8-1,12-9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9:11.00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180 28,'-15'0,"12"0,0-1,-1 1,1 0,0 0,0 0,0 0,-1 0,1 1,0 0,0 0,0-1,0 2,0-1,0 0,0 1,0-1,1 1,-1 0,1 0,-1 0,-2 3,-7 10,1 1,1 0,0 1,2 0,0 0,0 1,2 0,0 0,1 0,1 1,1 0,0 0,2 0,0 0,1 1,1-1,0 0,2 0,0 0,2-1,7 24,-9-34,1-1,-1-1,1 1,1 0,-1-1,1 0,0 0,0 0,1-1,0 0,0 0,0 0,0-1,1 0,0 0,0 0,0-1,0 0,1-1,-1 1,1-1,-1-1,1 0,0 0,-1 0,1-1,8 0,-7-1,0 1,-1-1,1-1,-1 0,1 0,-1 0,0-1,0 0,0-1,0 0,-1 0,0-1,1 0,-1 0,-1 0,1-1,-1 0,0-1,-1 1,1-1,-1 0,-1 0,1-1,4-10,0-5,-1 0,-1 0,-1-1,3-26,-8 39,0 0,-1 0,0 0,-1 0,0 0,0 0,-1 1,-1-1,0 0,0 1,-7-14,-4-6,11 22,-1-1,0 1,0 0,-1 0,0 1,0-1,-1 1,-9-9,6 7,-1 1,0 0,-1 1,0 0,-19-9,24 13,-1 1,1 0,-1 0,0 1,0 0,0 0,1 0,-1 1,0 0,0 1,0 0,-10 2,16-3,-1 0,0 0,0 1,1-1,-1 1,0-1,1 1,-1 0,0 0,1-1,-1 1,1 0,-1 1,1-1,0 0,0 0,-1 0,1 1,0-1,0 1,0-1,0 1,0-1,1 1,-1 0,0-1,1 1,-1 0,1-1,0 1,0 0,-1 0,1 0,0-1,0 1,1 3,2 7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9:11.70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11 0,'1'0,"0"0,0 1,0-1,0 0,0 1,0-1,0 0,0 1,0-1,0 1,0 0,0-1,0 1,0 0,0-1,0 1,-1 0,1 0,0 0,0 0,-1 0,1 0,-1 0,1 0,-1 0,1 0,-1 0,0 0,0 0,1 0,-1 0,0 1,0 0,1 8,0 0,-1 0,-2 11,2-2,0 9,1-2,-2 1,0 0,-2 0,-7 30,7-47,-9 48,6 47,7-65,9 2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9:12.30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31 21,'0'8,"-2"7,2-14,-1-1,1 0,0 1,-1-1,1 1,-1-1,0 0,1 1,-1-1,1 0,-1 0,1 1,-1-1,0 0,1 0,-1 0,1 0,-1 0,0 0,1 0,-1 0,-1 0,2 0,-1 1,0-1,1 0,-1 1,0-1,1 1,-1-1,1 1,-1-1,1 1,-1 0,1-1,-1 1,1 0,-1-1,1 1,0 0,-1-1,1 1,0 0,0 0,-1-1,1 1,0 0,0 0,0-1,0 1,0 1,0 25,0-25,-2 79,0-35,3 1,10 85,-6-104,-3-12,1 1,6 18,5-7,5 0,5-1,-22-25,0 0,1 0,-1 0,1 0,0 0,0-1,-1 1,1-1,0 0,0 0,0 0,0 0,1 0,-1-1,0 1,0-1,0 0,0 0,1 0,-1 0,0-1,0 1,0-1,0 0,0 0,5-2,-2-1,0 1,-1-1,1 0,-1 0,0-1,-1 0,1 0,-1 0,0 0,0-1,6-10,-1-2,0-1,-1 1,-1-1,-1-1,-1 1,0-1,2-32,10-271,-17 322,0 0,0 0,0 0,0 1,0-1,0 0,0 0,0 1,0-1,0 0,0 0,-1 1,1-1,0 0,0 0,-1 1,1-1,0 0,-1 1,1-1,-1 0,1 1,-1-1,1 1,-1-1,0 1,1-1,-1 1,0-1,1 1,-1 0,0-1,1 1,-1 0,0 0,0-1,1 1,-1 0,0 0,0 0,1 0,-1 0,0 0,-1 0,-4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9:12.72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30 579,'-1'-3,"1"0,-1-1,0 1,1 0,-1 0,-1 0,-2-6,-6-22,4-38,2-1,4 1,14-118,-2 98,-11 87,-1 0,0 0,1 1,-1-1,1 0,0 0,-1 1,1-1,0 0,0 1,0-1,2-1,3-6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9:13.17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53,'11'0,"1"-1,-1-1,1 0,-1-1,0 0,21-9,-11 4,-8 3,0 1,0 0,0 1,21-3,-29 6,0 0,0 0,0 1,0-1,0 1,0 0,-1 0,1 1,0-1,-1 1,1 0,-1 1,1-1,-1 1,0 0,4 3,-1 0,1 0,-1 0,0 1,0 0,-1 1,0 0,-1 0,1 0,-1 0,-1 1,0 0,0 0,-1 0,0 0,0 0,-1 1,0-1,-1 1,0 0,-1-1,0 1,0 0,-1-1,-3 15,-2 0,-1 1,-1-1,-1-1,-1 0,-1 0,-1-1,-1 0,-1-1,-1-1,-1 0,-30 29,17-24,2 1,-9 10,23-30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9:13.74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108 510,'0'3,"0"0,0-1,0 1,0-1,-1 1,1-1,-1 1,1-1,-1 0,0 1,0-1,0 0,0 1,0-1,-1 0,1 0,-1 0,1 0,-1 0,0 0,0-1,0 1,0-1,-2 2,-1-2,-1 0,1 0,0-1,0 0,0 0,0 0,-10-3,14 2,0 0,0 0,0 0,0 0,0 0,0-1,0 1,0-1,1 1,-1 0,1-1,-1 1,1-1,-1 1,1-1,0 1,0-1,-1 0,1 1,1-3,-2 3,-1-81,1 52,-6-54,4 62,1 0,1 0,1 0,1-1,1 1,1 0,1 0,1 1,8-23,-9 29,-2 7,0 1,0 0,7-13,-8 18,0 0,0 0,0 0,1 1,-1-1,1 0,-1 1,1-1,0 1,-1 0,1 0,0-1,0 1,0 0,0 1,0-1,0 0,2 0,22-4,-1 2,0 0,1 2,-1 0,1 2,-1 1,32 7,-52-8,0 1,0-1,0 1,0 0,0 1,0-1,-1 1,0 0,1 0,-1 1,0-1,0 1,5 7,-3 13,1-16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9:14.08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39,'21'-1,"1"0,-1-2,26-5,-34 5,10-2,-1 1,1 0,23 1,-23 0,-21 2,-1 1,1-1,-1 1,1 0,-1-1,1 1,-1 0,1 0,-1 0,1 0,-1 0,1 0,-1 1,1-1,-1 0,1 1,-1-1,0 1,1 0,-1-1,1 1,-1 0,0 0,0 0,0 0,1 0,-1 0,0 0,0 0,0 0,0 2,0-3,-1 1,0-1,0 1,0-1,0 0,1 1,-1-1,0 1,0-1,0 0,0 1,0-1,0 1,0-1,0 0,-1 1,1-1,0 1,0-1,0 0,0 1,0-1,-1 0,1 1,0-1,0 1,-1-1,1 0,0 0,0 1,-1-1,1 0,0 1,-1-1,1 0,0 0,-1 0,1 0,-1 1,1-1,0 0,-1 0,-5 4,3 3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9:14.50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0,'0'1,"0"0,1 0,-1-1,0 1,1 0,-1-1,1 1,-1 0,1-1,-1 1,1-1,-1 1,1-1,0 1,-1-1,1 1,0-1,-1 1,1-1,0 0,0 1,-1-1,1 0,0 0,0 0,-1 0,1 0,0 0,0 0,0 0,1 0,34 0,-25-1,53 2,-17 1,72-8,-84 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0:03:10.8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22.88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1 273,'22'-24,"20"-28,-24 29,45-67,-23 31,-39 58,0-1,0 0,0 0,1 1,-1-1,1 1,-1-1,1 1,-1-1,1 1,0 0,-1 0,1 0,0 0,0 0,0 0,2 0,-2 1,-1 1,0-1,1 0,-1 1,0-1,1 1,-1 0,0 0,0-1,0 1,0 0,0 0,1 0,-2 0,1 0,0 0,0 0,0 0,0 1,-1-1,1 0,0 0,-1 1,1 1,9 38,-1-14,-1 1,-1 0,3 35,7 31,-12-74,12 48,12 96,-24-121,1 6,1 11,1 13,0 10,-4-7,0-16,-2-19,4-17,-3-13,-2-16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23.29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24,'0'-12,"0"8,0 0,0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4:04.74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219 201,'5'-8,"0"0,-1 0,0 0,3-11,-4 12,0 0,0 1,0-1,0 1,1-1,8-9,-6 11,0 0,1 0,-1 0,1 1,0 0,1 0,-1 1,0 0,1 0,0 0,0 1,13-2,24-7,-22 3,1 1,1 2,-1 0,1 1,0 2,41 1,-57 2,1 0,-1 0,1 2,-1-1,0 1,0 0,0 1,-1 0,13 8,-17-10,-1 0,0 0,0 0,-1 1,1 0,0-1,-1 1,0 0,1 0,-1 0,0 0,-1 1,1-1,-1 0,1 1,-1-1,0 1,0 0,-1-1,1 1,-1 0,1-1,-1 1,0 0,-1 0,0 4,-2 7,-1 0,0-1,-1 1,0-1,-1 0,-1-1,0 1,-1-1,-1-1,0 1,-13 13,-28 28,5-5,-57 48,15-28,-27 23,82-64,-5 3,-6 3,-3 5,1 1,5-1,11-9,10-2,19-26,-1-1,1 1,-1-1,1 1,-1-1,1 1,0 0,0-1,0 1,0 0,0-1,0 1,0 0,1 2,0-2,0 0,0 0,0 0,1 0,-1-1,0 1,1 0,-1-1,1 1,-1 0,1-1,2 2,1 0,0 0,0 0,0-1,0 0,1 0,7 2,52 6,17-2,20 0,277 17,-374-24,11-1,-1 1,1 1,14 4,-26-5,0 1,-1-1,1 0,-1 1,0 0,1 0,4 4,-7-5,1 0,-1 0,0 0,0 0,0 1,0-1,0 0,-1 1,1-1,0 0,-1 1,1 0,-1-1,1 1,-1-1,0 1,1-1,-1 3,0-2,1 0,-1-1,1 1,-1-1,1 1,0-1,0 1,0-1,0 1,2 1,-3-2,1-4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4:05.48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26.58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16 1104,'-7'-82,"5"-149,3 220,-2-26,-1-11,0 4,0-13,13-179,0 68,-9 121,1 7,-2 4,3 8,-3 25,0 1,1-1,-1 0,0 1,1-1,0 1,-1 0,1-1,0 1,0 0,0 0,5-3,-6 4,-1 1,1-1,0 1,0 0,0-1,0 1,0 0,0-1,1 1,-1 0,0 0,0 0,0 0,0 0,0 0,0 0,0 0,0 1,2 0,-1 0,0 0,0 0,0 1,0-1,0 1,0 0,0-1,-1 1,1 0,-1 0,1 0,-1 0,1 3,13 23,2 17,7 21,66 237,-54-178,21 155,-40-177,-14-85,1 0,0-1,1 1,1-1,1 0,16 30,-19-41,0-2,1-14,-2 1,0 1,0 0,-1-1,0 0,-1 1,0-1,0 0,-2-17,-2-73,4 59,5-9,2-13,13-402,-21 400,1 14,6 11,2 11,6 14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27.31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92 124,'12'1,"0"-1,0 0,0-1,0-1,0 0,0 0,-1-1,1-1,-1 0,0 0,17-10,5-2,3-2,-34 16,0 1,0-1,-1 1,1-1,0 0,-1 0,1 0,-1 0,0 0,1 0,-1 0,0 0,1-5,-1 7,-1-1,0 0,0 1,0-1,1 0,-1 1,0-1,0 0,0 1,0-1,0 0,0 1,0-1,-1 0,1 1,0-1,0 0,0 1,-1-1,1 0,0 1,-1-1,1 1,0-1,-1 1,1-1,-1 1,0-2,0 2,-1-1,1 0,0 1,-1-1,1 1,-1 0,1-1,-1 1,1 0,-1 0,1 0,-2 0,-4 0,0 1,0 0,-14 4,9-1,0 0,0 1,1 1,0 0,0 0,0 1,0 0,1 1,1 0,-1 1,1 0,-10 13,-12 15,21-27,1 1,0 0,0 0,1 1,1 0,-11 24,12-19,-10 32,15-46,1 0,-1 0,1 0,0 0,0 0,0 0,0 0,0 0,1 0,0 0,-1 0,1 0,2 5,-1-4,1 1,-1-1,1 0,-1 0,1 0,0 0,1 0,-1-1,1 1,-1-1,1 0,0 0,0-1,0 1,1-1,-1 0,1 0,-1 0,1 0,0-1,-1 0,1 0,0 0,5 0,29-3,0-2,-1-1,0-2,65-20,-79 18,-3-2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27.93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 10,'-1'55,"0"-17,2-1,8 66,-3-69,18 79,-19-96,0 0,2 0,0-1,12 22,-2-14,3-4,-17-18,-1 1,1-1,0-1,0 1,0 0,0-1,0 1,1-1,-1 0,0 0,1 0,-1-1,0 1,1-1,-1 1,1-1,-1-1,5 1,-5-1,-1 0,1 0,-1 0,0 0,1-1,-1 1,0 0,0-1,0 0,0 1,0-1,0 0,-1 0,1 0,-1 0,1-1,-1 1,0 0,0-1,0 1,0 0,0-1,0 1,-1-1,1-3,1-7,-1-1,0 1,-1-1,-1 1,-3-24,1 18,1-34,2 49,1-17,0-1,-2 1,0 0,-7-34,4 38,2 0,0-1,0-30,2 39,1 1,0-1,0 1,1-1,0 1,1 0,4-10,-4 9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28.41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78 525,'2'-58,"-1"31,-1 0,0 0,-10-53,-13-7,-14-69,36 142,0 6,0 0,0 0,-5-14,5 20,1 4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28.75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0,'8'0,"1"0,3 0,0 0,-1 0,10 0,3 0,4 0,4 0,-1 0,-7 0,-3 0,-9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29.28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386 61,'0'-1,"0"0,-1 0,1-1,-1 1,0 0,1 0,-1 0,0 0,0 0,1 0,-1 0,0 0,0 0,0 0,0 0,0 1,-1-1,1 0,0 1,0-1,0 1,-1-1,1 1,-2-1,-36-7,24 7,1 0,-1 1,0 0,0 1,0 1,0 0,1 1,-1 1,1 0,0 1,-14 7,21-6,0-1,0 1,1 1,0-1,0 1,1 0,0 1,0-1,1 1,-5 9,-5 8,6-11,1 1,0 0,1 1,0-1,1 1,1 0,1 0,0 1,0 20,3-33,1 1,0 0,0 0,1 0,-1-1,1 1,0-1,0 1,1-1,-1 0,1 1,0-2,7 8,2 2,0-1,23 17,-29-25,-1-1,1 0,0 0,0 0,0-1,1 1,-1-2,0 1,1-1,-1 0,1 0,0-1,-1 1,1-2,6 0,-5 0,0 0,0-1,0 1,-1-2,1 1,-1-1,1 0,-1-1,0 0,0 0,12-10,-10 4,0 0,0 0,-1 0,-1-1,0-1,0 1,-1-1,0 0,-1-1,-1 1,0-1,-1 0,4-26,-7 32,1 0,-1 0,-1 0,1 0,-1 0,-1 0,1 0,-1 0,-3-7,-6-11,-13-25,5 14,16 29,-1 0,-1 1,1-1,-1 1,0 0,0 0,-1 1,-11-10,7 6,2 5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30.04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51 409,'0'18,"0"-15,0-13,1-40,1 26,-2-1,-1 1,-1-1,-6-28,-26-86,26 98,8 39,0 0,0-1,0 1,0 0,0 0,0 0,0 0,1-1,-1 1,1 0,0 0,-1 0,1 0,2-3,-3 5,1 0,-1-1,1 1,-1 0,1 0,-1 0,1 0,-1 0,1 0,-1 0,1 0,-1 0,1 0,-1 0,0 0,1 0,-1 0,1 1,-1-1,1 0,-1 0,1 0,-1 1,0-1,1 0,-1 1,0-1,1 0,-1 1,0-1,1 0,-1 1,0-1,0 1,1-1,-1 0,0 1,0-1,0 1,1 0,8 18,-3-2,0 1,-1 0,-1 1,-1-1,0 1,-1 37,-2-29,1-1,7 41,-5-43,-3-20,1 0,-1 1,1-1,-1 0,1 0,1 0,-1 0,0 0,1 0,0 0,0 0,3 4,-4-8,-1 0,1 0,-1 0,1 0,-1-1,1 1,0 0,-1 0,1 0,-1-1,1 1,-1 0,1-1,-1 1,1 0,-1-1,0 1,1 0,-1-1,1 1,-1-1,0 1,1-1,-1 1,0-1,0 1,1-2,15-23,-10 15,-4 5,1 1,-1 0,0-1,0 0,-1 1,1-1,-1 0,1-10,0-43,-1 12,0 27,1 1,2-1,-1 1,12-32,-11 44,-1-1,1 2,0-1,0 0,1 1,-1 0,1 0,0 0,1 0,-1 1,11-6,-15 9,1 1,-1-1,0 1,0 0,0 0,1-1,-1 1,0 0,0 0,0 0,1 1,-1-1,0 0,0 0,0 1,1-1,-1 0,0 1,0-1,0 1,0 0,0-1,0 1,0 0,0-1,0 1,0 0,-1 0,1 0,0 0,0 0,-1 0,1 0,0 1,2 4,0-1,0 1,0 0,-1 0,2 8,21 123,-21-101,0 0,-2 0,-5 58,0-9,3-64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30.73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287 61,'-12'-1,"0"0,0-1,0-1,-14-5,-35-6,57 14,-1-1,0 1,1 0,-1 0,1 0,-1 1,1 0,-1 0,1 0,-9 3,9-1,0 0,0 0,0 0,0 0,0 1,1-1,0 1,0 0,0 0,0 0,-4 9,-23 54,27-59,0 1,0 0,1-1,0 1,0 0,1 0,0 0,1 0,0 0,0 0,1 0,0 0,1 0,3 14,-3-19,-1 0,1 0,0 0,0 0,0 0,1 0,-1 0,1 0,0-1,0 0,0 1,1-1,-1 0,1-1,0 1,-1-1,1 1,0-1,1 0,-1-1,0 1,0-1,1 0,-1 0,1 0,-1 0,1-1,5 0,-5 0,-1 0,1-1,-1 1,0-1,1 0,-1 0,0-1,1 1,-1-1,0 0,0 0,0-1,-1 1,1-1,-1 0,1 0,-1 0,0 0,0 0,0-1,0 0,-1 1,1-1,-1 0,0 0,1-5,9-19,-2 0,-1-1,-1 0,5-39,0 2,-7 47,-4 14,-1-1,1 1,-1 0,0-1,0-9,2 21,0 0,-1 0,0 0,2 11,19 148,-21-149,8 176,-13-132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38.47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490 45,'-2'-3,"1"1,0-1,-1 0,0 0,1 1,-1-1,0 1,0 0,-1-1,1 1,0 0,-1 0,-3-2,1 2,1 1,-1-1,1 1,-1 0,1 0,-1 1,0 0,-8 0,8-1,0 1,0 1,0-1,0 1,0 0,0 0,0 0,0 1,1-1,-1 1,0 0,1 1,0-1,-1 1,1 0,0 0,0 0,1 1,-1-1,1 1,-4 4,-10 12,-13 16,-51 79,41-51,21-27,-1 12,-4 18,2 26,-9 109,22-108,-2 4,7 5,4-46,3 0,2 0,14 59,-1-43,9-9,3-5,-25-50,1 0,1 0,0-1,0 0,13 12,-16-17,-1 0,1 0,0 0,0-1,1 1,-1-1,0 0,1 0,0 0,-1-1,1 0,0 0,8 1,10-7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39.12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85 1002,'1'-92,"1"15,-13-116,3 130,0-17,0-11,-6-145,7 109,4 106,3 20,-1-1,1 1,0 0,-1 0,1 0,-1 0,0 0,1 0,-1 0,0 1,1-1,-1 0,-1-1,-17-4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39.61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1 298,'1'-2,"1"-1,0 1,-1 0,0 0,1-1,-1 1,0 0,0-1,-1 0,1 1,0-1,-1 1,1-1,-1-4,0 4,0-1,1 1,0 0,-1-1,1 1,0 0,1-1,-1 1,0 0,1 0,0 0,2-3,11-11,-5 4,1 1,1 0,0 0,0 1,1 1,0 0,1 1,17-10,21-7,-31 15,1 1,36-13,-22 14,4 2,6 7,-35 2,0 0,0 1,10 3,-10-2,0 1,0 0,14 10,-17-10,-1 0,0 1,-1 0,1 0,9 12,-10-9,0-1,-1 1,0-1,-1 1,0 1,0-1,-1 1,0-1,-1 1,0 0,1 11,-2-7,-1 0,-1 0,0 0,-1 0,0 0,-1 0,-7 19,3-14,0-1,-2 0,0-1,-1 1,-1-2,0 0,-1 0,-1-1,-1 0,0-1,-26 20,-83 42,77-49,-46 34,80-51,4-2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40.29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3 241,'7'-1,"0"0,0 0,0-1,0 0,0 0,8-4,24-6,-14 6,-1 0,0-1,-1-2,0 0,0-1,-1-2,31-20,-43 23,1 0,-2-1,1 0,10-15,3-4,-22 28,0 1,-1-1,1 0,0 1,-1-1,1 0,-1 0,1 0,-1 0,1 0,-1 0,1 1,-1-1,0 0,0 0,0 0,1 0,-1 0,0 0,0-2,-1 3,1-1,0 0,-1 1,1-1,-1 1,1-1,-1 0,1 1,-1 0,1-1,-1 1,1-1,-1 1,0 0,1-1,-1 1,0 0,1-1,-1 1,0 0,0 0,-4-1,1 1,0-1,0 1,-1 0,1 0,0 1,0-1,-7 3,-13 5,2 0,-1 2,1 1,1 0,0 2,0 0,2 2,0 0,0 1,-25 29,33-30,1 0,0 0,2 1,-9 21,1-4,12-24,0 0,1 0,0 0,0 1,1-1,1 1,0-1,0 1,0 10,1-16,1 1,-1-1,1 1,-1-1,1 0,0 0,1 1,-1-1,1 0,0 0,0 0,0 0,0-1,1 1,0-1,-1 1,1-1,1 0,-1 0,0 0,1 0,5 2,-3-2,0 0,1-1,-1 0,1-1,-1 1,1-1,0-1,-1 1,1-1,0 0,0-1,7-1,13-3,44-13,-42 10,-4 2,-14 3,0 0,19-7,-6-2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40.71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73 579,'0'-6,"1"-44,-3 0,-1 0,-13-60,7 70,2 0,-4-72,12 83,0 19,0 1,-1-1,-1 0,1 1,-1-1,-4-15,5 24,0 1,-1 0,1-1,0 1,0-1,0 1,0 0,0-1,-1 1,1 0,0-1,0 1,-1 0,1-1,0 1,-1 0,1 0,0-1,0 1,-1 0,1 0,-1 0,1-1,0 1,-1 0,1 0,0 0,-1 0,1 0,-1 0,0 0,-10-1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41.05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50,'0'0,"8"0,0 0,16 0,12 0,1-8,-13 4,5-4,-1 0,4 8,-4-5,-9 1,-3-9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41.44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472 16,'0'22,"0"-14,0-9,0-1,0 1,0 0,0-1,-1 1,1 0,0 0,-1-1,1 1,-1 0,0 0,1 0,-1-1,0 1,1 0,-1 0,0 0,0 0,0 0,0 1,-2-3,0 1,-1 0,0 1,1-1,-1 0,0 1,0 0,-3-1,-8 0,-1 0,-24 1,26 1,1 1,-1 1,0 1,1 0,-1 0,1 1,0 1,0 1,1-1,-14 10,1 1,1 1,0 1,-36 36,55-48,0-1,1 1,-1 0,1 0,0 0,-4 9,-2 17,1 4,1 4,8-35,0 0,1 1,0-1,-1 0,2 1,-1-1,0 0,1 0,0 0,1 0,-1 0,1 0,0-1,0 1,0-1,0 0,1 0,0 0,8 6,-4-3,0-1,0 0,0-1,1 0,0 0,1-1,-1 0,0-1,1 0,10 2,50 0,-49-5,28 5,-24 3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41.96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0 185,'12'5,"1"1,0-1,0-1,0 0,1-1,-1-1,1 0,0 0,-1-2,1 0,0 0,0-1,-1-1,22-5,-17 4,0-2,-1 0,1-1,-1-1,0-1,22-13,-18 9,-13 8,0 0,-1-1,0 1,8-8,-13 10,0 0,0 0,0-1,0 0,0 1,-1-1,1 0,-1 0,0 1,1-1,-1 0,-1 0,1-1,0 1,0-4,-1 5,0 1,0-1,0 0,0 0,0 0,0 1,0-1,0 0,-1 0,1 0,-1 1,1-1,-1 0,0 1,0-1,0 0,0 1,-1-3,-1 2,0 0,0 0,0 0,0 0,0 0,0 1,-1-1,-4 0,-3-1,1 0,0 1,-1 0,1 1,-1 1,1-1,-1 2,1-1,-1 2,1-1,0 1,-1 1,1 0,-10 4,1 1,0 1,0 1,1 0,1 2,0 0,-19 17,27-21,1 0,0 0,1 1,0 1,1-1,-1 1,2 0,-1 1,2-1,-1 1,2 0,-1 0,1 0,1 0,0 1,-1 19,4-28,-1 1,1-1,-1 0,1 0,0 0,0 0,1-1,-1 1,0 0,1 0,0-1,0 1,0-1,0 1,0-1,0 0,0 0,1 0,-1 0,1 0,0 0,-1-1,7 3,1 1,1-1,0 0,0-1,0 0,13 1,-7-2,1-1,-1 0,1-2,0 0,-1-1,1-1,-1 0,29-10,-9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42.36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268 68,'1'-9,"-1"-22,0 30,0 0,0 0,0 0,0 0,0 1,0-1,0 0,0 0,0 0,-1 0,1 0,0 1,-1-1,1 0,0 0,-1 1,1-1,-1 0,1 1,-1-1,0 0,1 1,-2-2,-15-1,0 1,-1 0,1 1,-18 2,25 0,0 0,0 0,0 1,1 0,-1 1,1 0,-1 0,-12 8,18-8,-1 1,1 0,0 0,0 0,0 0,0 1,1 0,-1 0,1 0,1 0,-1 0,1 0,0 1,0-1,0 1,1 0,0 0,0-1,0 1,1 0,0 0,1 8,-1-8,0 0,1-1,0 1,0-1,0 1,0-1,1 1,0-1,0 0,1 0,0 0,-1 0,2 0,-1-1,0 1,1-1,0 0,0 0,0 0,1 0,-1-1,1 0,5 3,1-2,-1-1,1-1,0 1,0-2,0 0,0 0,0-1,0 0,0-1,0 0,0-1,-1 0,1 0,19-9,-23 8,0 0,0-1,-1 0,1 0,8-8,-12 10,-1 0,1 0,-1-1,1 1,-1-1,0 0,0 0,0 0,0 0,0 0,-1 0,0 0,3-7,-4-6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42.73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0,'12'381,"-5"-311,1 11,1 10,4 4,2-5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43.12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116 998,'0'-8,"-1"1,0-1,-1 1,-4-14,-3-17,-9-181,7 147,-1-3,0-8,-1-12,5-43,6 79,-15-100,13 151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43.49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36,'1'2,"-1"-1,0 1,1-1,-1 1,1-1,0 1,0-1,-1 0,1 1,0-1,0 0,0 0,0 1,0-1,1 0,-1 0,0 0,0-1,3 3,0-1,1 0,-1 1,1-1,-1-1,8 3,-7-3,1 0,0-1,1 0,-1 0,0 0,0 0,0-1,8-2,48-18,-45 14,33-7,-7 9,-34 4,1 0,-1 0,0 0,1-2,13-4,-1-6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43.91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96 467,'0'-4,"0"1,-1-1,1 1,-1-1,0 1,0-1,-2-4,-6-19,-8-58,-7-122,23 195,-3-40,3 49,1 0,-1 0,0 0,0 0,0 0,-1 0,1 0,0 0,-1 1,0-1,0 1,0-1,-4-3,-5-2</inkml:trace>
  <inkml:trace contextRef="#ctx0" brushRef="#br0" timeOffset="1">16 141,'7'0,"6"0,14 0,6 0,-6 0,-3 0,-4 0,4 0,-3 0,2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44.30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250 45,'-113'0,"109"1,0-1,0 1,0 1,1-1,-1 0,0 1,1 0,-1 0,1 0,-1 0,1 0,0 1,0 0,0-1,0 1,1 0,-1 0,1 1,-4 5,-5 9,1 0,-11 26,16-33,1 1,0-1,1 1,0 0,0 0,1 0,1 0,0 0,1 1,2 15,-2-26,0 0,0 0,1 0,-1 0,1 0,-1 0,1 0,0 0,0 0,0 0,0-1,0 1,0 0,0-1,1 1,-1-1,1 1,-1-1,1 0,-1 1,1-1,0 0,0 0,0 0,-1 0,1-1,0 1,0 0,0-1,0 0,0 1,0-1,0 0,0 0,0 0,0 0,0 0,0 0,0-1,0 1,0-1,0 0,0 1,3-3,3 0,-1 0,0-1,1 0,-2-1,1 1,0-1,-1 0,0-1,0 0,5-7,-4 3,-1 0,0 0,-1-1,0 1,-1-1,0 0,5-23,-5 8,-1 1,-1-41,-6 39,3 23,1 0,-1 1,0-1,1 0,0 0,0-7,4-5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45.00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0 388,'0'-21,"1"-1,0 0,2 1,0-1,2 1,8-26,-2 21,2 0,0 2,2 0,1 0,0 1,26-26,-41 48,0-1,1 1,-1 0,0 0,1 0,-1 0,1 0,-1 0,1 0,-1 0,1 0,-1 1,1-1,0 1,0-1,-1 1,1 0,0 0,0 0,-1-1,1 2,3-1,-2 1,-1 0,1 0,0 0,0 1,-1-1,1 1,-1 0,0 0,1 0,-1 0,0 0,2 3,5 6,-1 1,-1 0,0 0,8 20,93 228,-100-239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45.68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490 59,'0'-2,"0"0,0-1,0 1,-1 0,1-1,0 1,-1 0,-1-4,1 5,1 0,-1-1,0 1,0 0,0 1,0-1,-1 0,1 0,0 0,0 1,0-1,-1 0,1 1,-3-1,-14-5,-1 2,0 0,1 1,-2 1,1 0,0 2,0 0,0 1,0 1,0 1,0 0,-23 9,22-5,1 2,0 1,0 0,1 2,0 0,-28 24,43-33,-1 0,1 0,0 0,0 1,0-1,1 1,-1-1,1 1,0 0,0 0,0 0,0 0,1 1,-2 7,3-10,0 0,0 0,0 1,0-1,0 0,1 0,-1 0,1 1,0-1,-1 0,1 0,0 0,0 0,1 0,-1 0,0-1,1 1,-1 0,1-1,-1 1,1-1,0 1,-1-1,1 0,0 1,0-1,0 0,0 0,4 1,10 4,213 100,-220-101,0 0,1 1,-2 0,1 1,-1 0,0 0,0 1,-1 0,0 0,-1 1,0 0,10 18,-9-15,-3-3,1 0,-1 0,0 0,2 10,-5-17,-1 0,1 1,-1-1,0 0,1 0,-1 0,0 0,-1 0,1 0,0 0,-1 0,1 0,-1 0,1 0,-1 0,0 0,0 0,0 0,0 0,0-1,0 1,-1 0,1-1,-3 3,-31 20,9-13,-11-3,-15-9,39 0,0-1,-24-7,-27-18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46.06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1 213,'0'0,"0"-8,0 4,0-3,0-6,0 1,0-5,0-6,8-9,-5-9,5-15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46.44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44,'0'-12,"0"4,0-4,0 8,0 1,0-2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46.94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33 403,'0'-4,"0"-1,0-1,0 1,0-1,-1 1,0-1,0 1,0 0,-4-9,0 2,1 1,1-1,0 0,0 0,1 0,0-13,1-5,3-40,6 18,-8 49,1 0,0 0,0-1,0 1,0 0,1 0,-1 0,1 0,0 0,-1 0,1 1,5-5,-7 6,1 1,-1 0,1 0,0-1,0 1,-1 0,1 0,0 0,-1 0,1 0,0 0,-1 0,1 0,0 0,0 1,-1-1,1 0,0 0,-1 0,1 1,0-1,-1 0,1 1,-1-1,1 1,-1-1,1 1,-1-1,1 1,-1-1,1 1,-1-1,1 1,-1-1,0 1,1 0,-1-1,0 1,0 0,1-1,-1 2,12 32,-11-32,9 40,-4-18,1 0,17 42,-20-56,-3-8,-1 0,1 0,0 0,0 0,0 0,0-1,0 1,0 0,2 1,-2-3,-1 1,1-1,0 0,-1 0,1 0,0 1,-1-1,1 0,0 0,0 0,-1 0,1 0,0 0,-1-1,1 1,0 0,-1 0,1 0,0-1,-1 1,1 0,-1-1,1 1,-1 0,1-1,0 1,-1-1,1 1,-1-1,0 1,1-1,-1 1,1-1,-1 1,1-2,18-15,-15 15,0-1,0 0,-1 0,1-1,-1 1,3-6,36-62,-31 51,0-1,1 2,2 0,0 1,19-21,-30 36,1 0,-1 0,0 0,1 0,0 1,-1-1,6-1,-8 3,0 1,0 0,0 0,-1 0,1 0,0 0,0 0,0 0,-1 0,1 0,0 0,0 0,0 0,-1 0,1 1,0-1,0 0,1 1,-1 0,0 0,0 0,0 0,1 1,-1-1,0 0,0 1,-1-1,1 0,0 1,0-1,0 3,2 5,-1-1,0 1,0-1,-1 1,0 0,0-1,-1 1,-1 11,-14 73,6-47,6-31,-1 11,0 0,1 0,1 0,4 47,-1-63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47.36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279 100,'-1'-4,"1"1,-1-1,0 0,0 0,0 1,0-1,-1 1,0-1,1 1,-1 0,0-1,-1 1,1 0,-1 0,1 1,-1-1,0 0,0 1,0 0,0 0,-4-2,0-1,0 1,-1 1,0-1,0 1,0 0,0 1,0 0,-16-2,19 4,-1 0,1 0,-1 1,1 0,-1-1,1 2,0-1,-1 1,1 0,0 0,0 0,0 0,1 1,-1 0,1 0,-1 1,1-1,-4 5,3-3,0 1,1-1,0 1,0 0,1-1,0 2,0-1,0 0,1 1,0-1,0 1,0 0,1 0,-1 9,1-10,1 1,-1-1,1 1,1-1,-1 0,1 1,0-1,0 0,1 1,0-1,0 0,1 0,-1 0,1-1,6 9,-7-11,0 0,1 0,0 0,-1 0,1-1,0 1,0-1,0 0,6 3,-6-4,0 0,-1-1,1 1,0-1,0 0,0 1,0-1,0-1,0 1,0 0,0-1,5-1,6-2,-1 0,0-1,0-1,0 0,-1 0,17-13,-26 17,-1 0,0 0,0-1,0 1,0-1,0 1,0-1,-1 0,1 0,-1 0,0 0,0 0,0 0,0 0,0 0,-1 0,1 0,-1 0,0-1,0 1,0 0,0 0,-1 0,1 0,-1-1,0 1,0 0,-2-4,-8-15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47.73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31 28,'0'-1,"-1"-1,1 1,0 0,-1 0,1-1,-1 1,1 0,-1 0,0 0,1 0,-1 0,0 0,0 0,0 0,0 0,0 0,0 0,-2-1,-3-3,6 4,0 1,0 0,0 0,-1 0,1 0,0 0,0 0,0 0,0 0,0 0,-1 0,1 0,0 0,0 0,0 0,0 0,-1 0,1 0,0 0,0 0,0 1,0-1,0 0,0 0,-1 0,1 0,0 0,0 0,0 0,0 0,0 0,0 1,0-1,0 0,-1 0,1 0,0 0,0 0,0 1,0-1,0 0,0 0,0 0,0 0,0 0,0 1,0-1,-2 9,-1 22,4 52,0-30,-1 180,0-175,1 6,2 9,3 2,8-10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48.18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57 607,'0'-3,"0"-22,-1 0,-6-43,-25-147,27 168,0-18,6-4,-1 15,-7 18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48.60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6 172,'2'2,"0"1,0-1,0 0,0-1,0 1,1 0,-1-1,1 1,-1-1,1 0,-1 0,1 0,0 0,0 0,-1 0,1-1,0 1,0-1,0 0,0 0,0 0,5-1,5-1,1-1,0 0,19-9,-21 8,3-2,-1-1,15-8,-8 3,-19 11,0 0,0-1,0 1,0-1,0 1,0-1,0 0,-1 0,1 0,-1 0,1 0,-1 0,0 0,0-1,0 1,0 0,0-1,0 1,-1-1,1 1,-1-1,1 1,-1-1,0 1,0-4,-1 2,1-1,-1 1,0 0,0-1,0 1,-1 0,0 0,1 0,-1 0,-1 0,1 0,-1 1,-5-7,7 8,-1 1,0 0,0 0,0 0,0 0,0 0,0 0,0 1,0-1,-1 1,1-1,0 1,0 0,0 0,-1 0,1 0,0 0,0 1,0-1,0 0,-1 1,1 0,0 0,0-1,0 1,-2 2,-7 2,1 0,0 1,-16 13,17-11,0 1,0-1,1 2,1-1,-12 20,-28 57,44-80,1-1,0 1,0 0,0 0,1 0,0 0,0 0,1 0,0 0,0 0,0 0,1 1,0-1,0 0,0 0,1 0,0-1,0 1,0 0,1-1,0 1,0-1,1 0,-1 0,1 0,0-1,0 1,1-1,-1 0,1 0,0 0,0-1,0 0,0 0,1 0,-1 0,1-1,12 3,-7-3,0-1,0 0,1-1,-1 0,1-1,-1 0,15-4,78-27,-92 27,-1 1,-1 0,0-1,11-6,0-4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3:49.09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1,'2'0,"-1"1,1-1,-1 1,1 0,-1 0,1-1,-1 1,0 0,1 0,-1 0,0 0,0 1,0-1,0 0,0 0,1 2,16 26,-9-11,1-1,1-1,14 17,-13-18,0 2,-1-1,11 24,-11-16,-2-1,12 47,-11-22,0 7,-2 19,-2-1,-4 1,-7 81,-10-68,-7-4,-8-2,-10 2,-10-5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4:22.05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117 703,'-16'-89,"-12"-80,9 67,14 47,1-7,0 1,-1 2,-8 5,-9 3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4:22.60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37,'32'0,"0"-1,1-1,-1-2,39-10,-49 9,0 2,0 0,0 1,24 2,19-2,-61 1,0 1,0 0,0 0,0 1,0-1,0 1,0 0,0 0,0 0,-1 0,1 1,0 0,5 3,-7-4,-1 0,0 1,1-1,-1 0,0 1,1-1,-1 1,0-1,0 1,0 0,0-1,-1 1,1 0,0 0,-1-1,1 1,-1 0,0 0,0 0,1 0,-1 0,0 0,-1-1,1 1,0 0,0 0,-1 0,1 0,-1 0,0 1,-10 20,0-1,-2 0,0-1,-1-1,-1 0,-27 28,-10 13,40-46,-8 10,1 0,1 2,-15 28,23-35,7-15,0 0,0 0,1 0,0 0,0 0,0 1,1-1,-1 1,1-1,0 1,1 0,0-1,0 7,6 5,10-1,17-1,21-3,8-8,-1-4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4:23.23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45 114,'18'0,"-9"0,0 1,0-1,0-1,0 0,0 0,0-1,0 0,0 0,-1-1,16-7,-6 0,-9 4,1 1,0 0,14-5,-23 10,0 0,-1 0,1-1,0 1,0 0,0-1,0 1,0 0,0-1,0 1,-1-1,1 1,0-1,0 0,-1 1,1-1,0 0,-1 0,1 1,-1-1,1 0,-1 0,1 0,-1 0,0 1,1-1,-1 0,0 0,0 0,1 0,-1 0,0 0,0 0,0 0,0 0,0 0,-1 0,1 0,0 0,-1-1,1 0,-1 1,0-1,0 1,0-1,0 1,0-1,0 1,0 0,0-1,-1 1,1 0,0 0,-1 0,1 0,-1 0,0 0,1 1,-1-1,1 0,-1 1,-3-1,-4 0,0 0,0 1,0 1,0-1,0 1,0 1,0 0,0 0,1 1,-1 0,1 0,-1 1,1 0,0 0,1 1,-1 0,1 1,-11 10,12-11,0 1,1 0,-1 1,1 0,1-1,-1 1,1 1,1-1,-1 0,1 1,1 0,-1 0,1 0,0 0,1 0,0 0,1 0,-1 1,1-1,2 13,-1-14,0-1,1 0,0 0,0 0,0 0,6 10,-6-13,0 0,1 0,-1 0,1-1,-1 1,1-1,0 0,0 0,0 0,0 0,1 0,5 2,14 5,0 1,0-1,44 11,-61-19,0 0,0 0,0 0,0-1,0 0,0 0,1-1,-1 1,0-1,0-1,0 1,0-1,0 0,-1 0,1-1,8-4,5-9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4:23.95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325 386,'0'1,"0"0,-1-1,1 1,0 0,-1-1,1 1,0 0,-1-1,1 1,-1-1,1 1,-1-1,0 1,1-1,-1 1,1-1,-1 0,0 1,1-1,-1 0,0 1,0-1,1 0,-1 0,0 0,1 0,-1 0,0 0,0 0,-1 0,-31 1,24-2,-1 1,1 0,0-1,0 2,0-1,0 1,0 1,0-1,0 1,1 1,-17 6,11-1,0-1,1 2,-17 13,24-17,1 0,0 1,0-1,1 1,-1 1,1-1,0 0,1 1,-4 10,1-4,1 0,1 1,0 0,0 0,2 0,0 0,0 1,2 23,1-34,0 1,0 0,0-1,1 1,0-1,0 1,0-1,1 0,-1 0,1 0,0 0,0 0,0-1,1 1,-1-1,1 0,0 0,0 0,6 3,-5-4,-1 1,1-1,-1 0,1 0,0-1,0 1,0-1,0 0,0 0,0-1,0 0,0 1,0-2,0 1,0-1,0 1,0-1,6-2,-4-1,0 0,0 0,0 0,0-1,-1 0,1 0,-2-1,1 1,0-1,8-13,-1-1,0-2,13-27,-20 31,0 0,-2 0,0-1,-1 0,0 0,-2 0,0-20,3-33,-1 28,-3 1,-6-63,2 54,5 11,0 34,0 0,-1 0,0 1,0-1,-1 0,0 0,0 0,-3-9,0 7,4 1,6 8,-5 1,-4 15,0-3,4 10,2 1,0-1,7 24,5 25,-6-9,15 114,11 131,-35-302,1-1,0 1,1-1,-1 0,1 0,0 0,5 9,-3-11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4:59.37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0 712,'33'-169,"-28"132,-2 0,-3-60,-1 84,1 3,5-44,-4 15,3-10,3 3,2 15,-9 30,0 1,0-1,1 1,-1-1,0 1,0-1,1 1,-1-1,0 1,1-1,-1 1,1 0,-1-1,1 1,-1-1,0 1,1 0,-1 0,1-1,-1 1,1 0,0 0,-1 0,1-1,-1 1,1 0,0 0,0 0,1 1,-1-1,0 0,0 1,0-1,0 1,0-1,0 1,0 0,0-1,0 1,1 1,21 28,-22-29,44 78,50 121,-50-98,15 6,-8-16,-46-81,1 0,0 0,12 15,-17-23,1 0,-1-1,1 1,-1 0,1-1,0 0,0 0,0 0,0 0,0 0,0 0,0-1,1 0,-1 1,1-1,5 1,-7-3,-1 1,1 0,-1-1,1 1,-1-1,1 1,-1-1,1 0,-1 0,1 0,-1 0,0 0,0 0,0 0,1 0,-1 0,0 0,0-1,0 1,-1 0,1-1,0 1,0-1,-1 1,1-1,0-2,2-5,-1-1,4-20,-6 27,2-7,4-45,-5 14,1-12,-2-22,0-25,-24-253,15 313,-7 16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4:59.98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117 196,'7'-7,"-1"1,0-1,0 0,-1-1,1 0,-2 0,1 0,-1 0,-1 0,0-1,0 0,0 0,-1 0,0 0,-1 0,0 0,-1-13,1 20,-1 1,0-1,0 1,-1 0,1-1,0 1,0 0,-1-1,1 1,-1 0,1-1,-1 1,1 0,-1 0,0 0,0-1,0 1,1 0,-1 0,0 0,0 0,-1 0,1 1,0-1,0 0,0 0,0 1,-1-1,1 1,0-1,-1 1,1 0,0-1,-3 1,1 0,1 0,-1 0,1 0,-1 0,1 1,-1-1,0 1,1-1,0 1,-1 0,1 0,-1 0,1 1,0-1,0 1,0-1,0 1,-3 2,-3 6,-1 1,2 0,-1 0,2 1,-9 18,-19 65,29-82,2 0,-1 0,1 0,1 0,1 1,0-1,0 1,2-1,2 21,-3-32,1 0,-1 0,1 0,0 0,-1 0,1 0,0 0,0 0,0 0,1 0,-1-1,0 1,1 0,-1-1,1 1,0-1,-1 0,1 1,3 1,-1-2,-1 0,1 1,0-1,0 0,0-1,0 1,0-1,0 0,0 0,4 0,8-3,1 0,-1 0,30-12,-45 15,70-23,-46 14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00.56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39 62,'-24'0,"23"0,0 1,0 0,0 0,0 0,1 0,-1 0,0 0,0 0,1 0,-1 1,1-1,-1 0,1 0,0 0,-1 1,1-1,0 0,0 1,0-1,0 1,-1 1,0 2,1 0,-1 0,1 0,0-1,0 1,1 0,-1 0,1 0,3 9,19 42,-6-17,-10-23,1-1,1 0,0-1,0 0,20 21,-4-3,-25-32,1 1,-1 0,1 0,0 0,-1-1,1 1,0 0,-1-1,1 1,0 0,0-1,-1 1,1-1,0 1,0-1,0 0,0 1,0-1,0 0,0 0,0 1,-1-1,3 0,-3 0,1-1,0 1,0-1,0 1,-1-1,1 1,0-1,0 0,-1 1,1-1,-1 0,1 1,0-1,-1 0,0 0,1 1,-1-1,1 0,-1-1,3-5,-1 0,-1 0,1 0,0-13,19-115,-13 97,-2 0,2-54,-9 87,1 5,-1-1,1 0,0 0,0 0,0 0,0 0,0 0,0 0,0 0,1 1,-1-1,0 0,0 0,1 0,-1 0,1 0,-1 1,0-1,1 0,-1 0,2-1,2-3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01.07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29 450,'0'-43,"2"24,-2 0,0 1,-2-1,-6-36,2 34,1-1,1 0,-1-23,4 34,1 0,1 0,-1 0,2 0,-1 1,2-1,6-20,-3 9,-5 18,0 0,0 1,0-1,0 0,1 1,0-1,-1 0,4-4,-5 9,0-1,0 0,0 0,0 1,0-1,0 0,0 0,0 1,0-1,0 0,0 0,0 1,0-1,0 0,0 0,0 1,0-1,1 0,-1 0,0 1,0-1,0 0,0 0,0 0,1 1,-1-1,0 0,0 0,0 0,0 0,1 1,-1-1,0 0,0 0,1 0,-1 0,0 0,0 0,1 0,-1 0,0 0,0 0,1 0,-1 0,0 0,0 0,1 0,-1 0,-7 8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01.48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21,'8'0,"0"0,4 0,0 0,16 0,-1 0,-2 0,-1 0,0 0,4 0,-4 0,3-8,-5 4,-1-5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01.85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213 1,'-113'0,"109"0,1 0,-1 1,0-1,0 1,1 0,-1 0,0 1,1-1,-1 1,1 0,-1-1,1 2,0-1,0 0,0 0,0 1,0 0,1 0,-1 0,1 0,-3 4,1-1,1 0,0 0,0 1,0-1,1 1,0 0,1-1,-1 1,1 0,0 0,1 7,-1-1,2-1,0 1,0-1,1 1,0-1,5 12,-6-20,1-1,-1 1,1-1,0 1,0-1,0 0,0 0,0 0,1 0,0-1,-1 1,1 0,0-1,0 0,0 0,1 0,-1 0,0 0,1-1,-1 1,1-1,-1 0,1 0,6 0,-2 0,0-1,1 0,-1 0,0-1,1 0,-1 0,0-1,0 0,0-1,0 1,-1-2,1 1,-1-1,1 0,8-7,-11 7,0 0,0-1,0 1,0-1,-1 0,0-1,0 1,0-1,0 0,-1 0,0 0,-1 0,1 0,-1-1,0 1,-1-1,1 1,-1-1,0-10,-1 7,0 1,-1-1,0 1,-1 0,-4-16,5 22,0-1,-1 1,1 0,-1-1,0 1,0 0,0 0,-1 0,1 0,-1 1,0-1,1 1,-1-1,0 1,0 0,-1 0,-4-2,7 4,0 0,-1 0,1-1,0 1,0 1,0-1,0 0,0 0,0 0,0 0,0 1,0-1,0 1,0-1,0 0,0 1,0 0,0-1,0 1,0 0,0-1,1 1,-1 0,0 0,1 0,-1-1,0 1,1 0,-1 0,0 2,-10 10,3-9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02.31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1 335,'0'24,"0"-225,1 191,1-1,0 1,1 0,0-1,1 2,0-1,0 0,1 1,9-15,-12 21,0 0,0 0,1 0,-1 0,0 0,1 0,0 1,0-1,0 1,0 0,0 0,0 0,0 0,6-2,-7 3,0 1,-1-1,1 1,0-1,0 1,0 0,-1 0,1 0,0 0,0 0,0 0,-1 1,1-1,0 1,0-1,-1 1,1 0,0-1,-1 1,1 0,-1 0,1 0,-1 0,1 0,-1 1,0-1,1 0,-1 1,0-1,2 4,7 13,-1 2,-1 0,0 0,-2 0,5 26,6 14,-5-26,-7-22,-1 1,-1-1,1 0,-2 1,0 0,0-1,-1 23,0-22,7-10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02.87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224 35,'-4'-4,"0"1,0 0,0 0,-1 0,1 0,-1 1,1 0,-1-1,0 2,0-1,0 1,0-1,-6 1,8 0,-1 1,0 0,1 0,-1 0,0 1,1-1,-1 1,1 0,-1 0,1 0,-1 0,1 1,-1-1,1 1,0 0,0 0,0 0,0 0,-4 6,-3 2,2 2,0-1,0 1,1 1,0-1,1 1,1 0,0 1,1-1,0 1,1 0,0 0,1 0,1 0,1 1,0-1,0 0,5 25,-4-35,0-1,1 1,-1-1,1 0,-1 0,1 0,0 1,1-2,-1 1,0 0,1 0,-1-1,7 5,-8-6,0 0,1 0,-1 0,0-1,1 1,-1 0,1-1,0 1,-1-1,1 1,-1-1,1 0,0 0,-1 1,1-1,0 0,-1-1,1 1,0 0,-1 0,1-1,0 1,-1-1,1 1,-1-1,1 0,-1 1,1-1,-1 0,0 0,3-2,5-9,0 0,0 0,-2-1,1-1,-1 1,9-28,-7 18,9-35,-15 44,1 1,1-1,7-16,-6 13,-4 9,-1 17,-1 35,12 83,-6-87,1-27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03.22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18 571,'0'32,"1"-46,1 0,0 0,6-17,-3 15,-2-1,3-24,-4 1,-1 0,-3 1,-7-49,1 34,0 3,1-3,2 4,-3 10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04.35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19 922,'1'-93,"-3"-76,-3 115,-1-39,6 57,-1-12,-1-16,0-13,0-10,6 15,-4 68,1 1,-1 0,1 0,-1 0,1 0,0 0,1 0,-1 0,0 0,3-4,-3 7,-1-1,1 1,-1-1,1 1,-1-1,1 1,-1 0,1-1,0 1,-1 0,1-1,0 1,-1 0,1 0,0 0,-1 0,1-1,0 1,-1 0,1 0,0 0,0 0,-1 0,1 1,0-1,-1 0,1 0,0 0,-1 1,1-1,0 0,0 1,4 4,1 0,-1 1,-1 0,1 0,-1 0,0 0,7 14,-5-9,21 39,-14-24,1 0,1-2,1 0,23 26,-35-45,35 31,-38-34,1-1,0 1,0-1,0 0,1 1,-1-1,0 0,0 0,1-1,-1 1,0 0,1-1,-1 0,1 1,-1-1,1 0,-1 0,3-1,4-3,2-6,4-17,7-16,121-243,-138 274,6-11,-11 23,1-1,-1 0,0 1,1-1,-1 1,1-1,-1 1,1 0,-1-1,1 1,-1-1,1 1,-1 0,1-1,-1 1,1 0,0 0,-1 0,1-1,0 1,-1 0,1 0,-1 0,1 0,0 0,-1 0,1 0,0 0,0 0,7 7,1 10,3 24,4 38,2 22,2 230,-2 12,-15-325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04.92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21 13,'-1'30,"-9"46,7-57,0 0,1 0,1 0,1 0,0 0,5 29,5 6,-6-27,15 51,-16-70,0 0,0-1,1 1,0-1,0 1,1-1,0-1,0 1,1-1,10 9,-16-14,1 0,0-1,0 1,0 0,0-1,0 1,0-1,0 0,0 1,0-1,0 0,0 1,0-1,0 0,0 0,0 0,0 0,0 0,0 0,0 0,0 0,0-1,0 1,0 0,0-1,0 1,0-1,0 1,0-1,0 1,0-1,0 1,-1-1,1 0,0 0,0 1,-1-1,2-2,3-4,1 0,-2-1,9-15,-4 4,2 0,-2 0,-1-1,0 0,-2 0,0 0,-1-1,-1 0,-1 0,-1 0,-1-41,-1 30,-1 0,-2 1,-12-55,12 74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05.58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20 703,'0'-67,"-14"-105,11 142,1-53,2 54,0-19,0-2,0-8,1-16,2-17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06.81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16 695,'0'-313,"0"251,-1-11,-3-16,-3 3,3 14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07.20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92,'6'-1,"-1"0,0 0,1-1,-1 1,0-1,0 0,7-5,3 0,-3 2,-1-1,1 1,0 0,0 1,0 1,0 0,15-2,-5 2,0 0,28-9,-10 2,-28 7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07.61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49 450,'0'0,"0"-8,-8-1,0-11,4 1,0-6,0-3,4-9,0 6</inkml:trace>
  <inkml:trace contextRef="#ctx0" brushRef="#br0" timeOffset="1">25 0,'-4'0,"-4"0,3 0,2 0,-2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07.96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336 2,'-48'-1,"12"0,-51 5,77-3,0 1,1 0,-1 0,0 1,1 0,-1 1,1 0,0 0,-14 10,18-10,0 0,1 1,0-1,0 1,0 0,0 0,1 0,0 0,0 0,0 1,1 0,-1-1,1 1,1 0,-2 10,2-11,0 1,1-1,-1 0,1 1,1-1,-1 0,1 1,0-1,0 0,0 0,1 0,0 0,0 0,0 0,1 0,0-1,6 9,0-3,1-1,0-1,1 0,-1 0,1-1,1-1,0 1,0-2,0 0,0 0,1-1,22 4,-9-2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08.52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322 161,'-1'-2,"1"0,-1 0,1 0,-1 0,0 0,0 0,0 0,0 0,0 0,0 1,0-1,0 0,-1 1,1-1,-1 1,1-1,-1 1,0 0,1 0,-1 0,-3-2,-2 0,0-1,0 1,-1 0,-11-2,8 3,0 0,0 1,0 0,0 1,0 0,-1 1,1 0,0 1,-21 6,27-7,0 1,0 0,-1 0,1 0,1 1,-1 0,0 0,1 0,-1 0,1 1,0 0,0 0,0 0,1 0,-1 1,1-1,0 1,0 0,1 0,0 0,-3 8,-4 28,-3 63,12-102,-1 0,1-1,0 1,0 0,0 0,0-1,0 1,0 0,1-1,-1 1,1 0,-1-1,1 1,-1 0,1-1,0 1,0-1,0 1,0-1,0 0,0 1,2 1,-1-2,0-1,0 1,0 0,0-1,1 1,-1-1,0 1,0-1,0 0,1 0,-1 0,0 0,0-1,1 1,-1-1,0 1,4-2,-2 1,0-1,-1 1,1-1,0 0,0 0,-1 0,1 0,-1 0,0-1,0 0,0 1,0-1,0 0,-1-1,1 1,-1 0,0-1,0 1,0-1,0 0,2-6,7-18,-2-1,-1 0,-1 0,4-36,-1 20,-6 29,-1 0,-1 1,1-21,-2 36,-1 0,0-1,0 1,0 0,0-1,0 1,0 0,0 0,0-1,0 1,0 0,0-1,0 1,0 0,-1 0,1-1,0 1,0 0,0-1,0 1,0 0,-1 0,1 0,0-1,0 1,0 0,-1 0,1 0,0-1,0 1,-1 0,1 0,0 0,0 0,-1 0,1-1,0 1,-1 0,1 0,-1 0,1 1,-1-1,1 0,-1 0,1 0,-1 1,1-1,0 0,-1 1,1-1,-1 0,1 1,0-1,-1 1,1-1,0 1,0-1,-1 0,1 1,0-1,0 1,-1 0,-5 26,0 0,1 1,2 0,1-1,1 1,1 0,7 51,9-7,-12-56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09.22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273 189,'0'-100,"0"99,0 0,0 0,0 0,-1 0,1 0,0 0,0 0,-1 0,1 0,0 0,-1 0,1 0,-1 0,1 0,-1 0,0 0,1 0,-1 0,0 0,0 1,1-1,-1 0,0 1,0-1,0 0,-2 0,0 0,0 0,0 1,0-1,0 1,0-1,0 1,0 0,0 0,-5 1,-4 1,1 1,0 0,0 0,-11 6,13-5,0 1,0 1,1-1,-1 1,1 1,1 0,-1 0,-11 15,14-16,1-1,0 1,1 1,-1-1,1 1,0-1,1 1,-1 0,2 0,-1 0,1 0,-1 14,2-17,-1 6,2 1,-1 0,3 11,-2-20,0 1,-1 0,1-1,0 1,0 0,1-1,-1 0,0 1,1-1,-1 0,1 1,0-1,0 0,0 0,0 0,0-1,3 3,-1-2,0 0,0 1,0-1,0 0,1-1,-1 1,0-1,1 0,0 0,-1 0,1-1,-1 0,1 0,0 0,-1 0,1-1,0 1,-1-1,1-1,-1 1,1 0,-1-1,0 0,0 0,0 0,0-1,4-2,-1 0,-1 0,0-1,-1 0,1 1,-1-2,0 1,-1-1,1 1,-1-1,-1 0,1-1,-1 1,-1-1,1 1,-1-1,0 0,-1 0,0 0,0 0,-1 0,0 0,0 0,-1 0,0 0,-1 1,-1-9,-2 5,0 1,-1 0,1 0,-2 1,1 0,-2 0,1 0,-10-8,10 10,2 2,0 1,1 0,-1 0,-1 1,1-1,-1 1,1 0,-1 0,0 1,0 0,0 0,0 0,0 1,-1 0,-9-1,15 2,0 1,0-1,0 0,0 0,0 1,0-1,-1 0,1 1,0-1,0 1,1 0,-1-1,0 1,0 0,0-1,0 1,0 0,1 0,-1 0,0 0,1 0,-1 0,0 1,-11 30,5-10,-1-2,2 1,0 1,1-1,1 1,-1 39,0-12,2-24,2 0,1 0,0 0,7 36,1-4,0 6,2 1,9-3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09.83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252 117,'-14'-1,"1"0,-24-6,25 4,-1 1,-21-1,31 3,-1 0,0 1,1-1,-1 1,1 0,-1 0,1 0,-1 1,1-1,0 1,-1 0,1 0,0 0,0 0,0 0,1 1,-1-1,1 1,-4 4,0 1,1 0,0 1,1 0,-1 0,-5 18,4-9,1 0,0 1,1 0,-2 26,6-40,0 1,0-1,0 0,1 0,0 1,0-1,0 0,1 0,-1 0,1 0,1 0,-1-1,1 1,-1-1,1 1,0-1,1 0,-1 0,1 0,8 6,-10-8,1-1,-1 1,1-1,0 0,0 0,-1 0,1 0,0 0,0-1,0 1,0-1,0 0,0 0,0 0,0 0,0 0,0-1,0 0,0 1,0-1,0 0,-1 0,1 0,0-1,-1 1,1-1,0 1,3-4,0 0,0 0,0 0,-1 0,0-1,0 0,0 0,0 0,-1-1,0 1,3-8,13-36,-3 0,-2-1,10-55,-24 92,0 1,-2-25,0 6,-1 52,-5 29,-1 3,4-6,2 0,4 51,-1-83,0 1,-1-1,-1 0,-5 28,-4-4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12.42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509 0,'241'0,"-176"0,12 2,12 8,3 4,-14 0,-18-2,-18-1,-14-5,-7-2,-5 0,-4 1,-3 3,0 8,-1 0,-1 1,0 0,6 28,-5-9,4 57,-7-45,0-14,-1 6,3 14,13 208,-16-174,-4-1,-7 189,8-184,0 5,-4 3,-13 109,5-106,0-5,6-1,1 6,3-1,1-2,0 2,-3 6,-3 9,-2 6,5 1,7-5,8-3,0 7,-3 3,1 1,0-9,3-13,3-13,1-11,-4-14,2-19,-1-1,-15-41,2 7,-2-8,-9-5,-28-10,29 7,0 0,-1 1,-10-1,-17 1,-4-2,-56 4,37 4,-13 0,-439 25,412-21,-6 3,-7 0,-14-3,-26-7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17.417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0 6,'122'4,"38"-1,-101-6,20 3,27 0,19 3,3-2,-5-2,428-6,-518 3,-21 3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17.959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 0,'0'2,"0"-1,0 0,0 0,0 1,0-1,0 0,0 0,0 0,1 1,-1-1,0 0,1 0,-1 0,1 0,-1 1,1-1,-1 0,1 0,0 0,1 1,0-1,0-1,1 1,-1 0,0-1,1 0,-1 1,1-1,-1 0,5-1,-5 1,113-1,141 3,-202 5,3 6,-52-11,1 0,-1 0,0 1,1 0,-1-1,0 2,5 4,-7-6,0 1,0 0,-1 0,1 0,-1 1,0-1,0 0,0 1,0 0,2 6,-3-6,0 0,-1-1,1 1,-1 0,0 0,0 0,0 0,0 0,-1-1,0 1,-2 7,-1 0,-1 0,0 0,-1-1,-8 12,-41 52,-13 0,-6-7,-5-5,2-8,7-5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22.611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0 366,'13'0,"-10"1,1-1,-1 1,1-1,0 0,-1 0,1-1,-1 1,1-1,-1 1,1-1,-1 0,0-1,1 1,-1-1,0 1,0-1,0 0,0 0,5-5,-3 2,22-31,2 2,39-34,-51 51,-1-1,-1-1,0 0,18-32,-25 40,-1 1,1 0,1 0,0 1,0 0,13-8,-21 17,0-1,0 1,0 0,0 0,0 0,0 0,0 0,0 0,0 0,0 0,0 0,0 0,0 0,0 1,0-1,0 0,0 1,0-1,0 1,0-1,0 1,-1 0,1-1,0 1,0 0,0 0,0 0,3 5,-1 0,1 0,-1 1,0-1,-1 1,0-1,0 1,0 0,1 13,-1 8,0 29,-2-52,-13 200,9-157,-7 52,-2 16,12-105,-30 299,22-121,10-25,9-25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18.722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689 66,'-8'-5,"0"-1,0 1,-1 1,1 0,-1 0,0 0,0 1,-11-2,17 4,-24-6,0 1,-1 1,0 1,0 2,-38 1,45 2,1 1,-1 1,0 0,0 2,1 0,0 1,-32 15,14-1,0 2,34-19,0 0,0 0,1 0,-1 0,1 1,-5 5,6-5,-1 0,1 0,0 0,0 1,1-1,-3 9,4-8,-1 1,1 0,0-1,0 1,0-1,1 1,0 0,0-1,0 1,1-1,0 0,0 0,0 1,1-1,-1-1,1 1,0 0,1-1,-1 1,7 4,6 7,1-1,0 0,31 18,-11-11,2-1,55 21,-46-22,51 29,18 24,-85-50,-28-19,0 0,0 0,0 0,0 1,2 4,-4-5,0 0,0 1,0-1,-1 0,1 0,-1 1,1 5,-2-4,1 0,-1 0,0 0,0 0,-1 0,-1 8,0-7,0-1,0 0,-1 1,0-1,0 0,-6 8,1-3,-1-1,0 1,-1-2,0 1,-1-1,0-1,0 1,-22 10,-9 2,-54 19,76-33,-55 21,5-7,-4-6,-1-7,57-8,-36-4,-2-10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19.252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87 236,'7'0,"0"-1,0-1,0 1,0-1,8-4,8-2,42-5,10-3,-68 14,0-1,1 1,-1-1,0-1,0 0,-1 1,8-6,-11 5,1 1,-1-1,1 0,-1 0,0 0,0 0,-1 0,1-1,-1 1,0-1,0 0,0 1,-1-1,0 0,0 0,0 0,-1 0,1 0,-1 0,-1-7,1 10,-1 0,1-1,-1 1,0 0,0 0,0 0,0 0,-1 0,1 0,0 0,-1 1,1-1,-1 0,0 1,1-1,-1 1,0-1,0 1,0 0,-4-2,0 0,-1 1,0-1,0 1,0 0,-7 0,5 1,0 0,0 1,0 0,0 0,0 1,0 0,0 1,0 0,0 1,-16 6,13-3,0 0,1 1,0 0,0 1,0 0,1 1,-9 9,7-4,0 0,1 0,1 1,0 0,1 1,0 0,2 0,0 1,1 0,0 0,-4 24,9-33,1 0,-1 0,1 0,1 0,-1 0,1 0,1 0,-1-1,1 1,1 0,-1-1,6 9,-6-10,1-1,0 0,1 0,-1 0,1-1,0 1,0-1,1 0,-1 0,1-1,0 1,0-1,0 0,0 0,0-1,1 1,6 1,7 0,-1 0,1-1,-1-1,1-1,0-1,0 0,31-5,-20-1,-1 0,-1-2,1-2,31-14,-25 8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19.977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148 553,'-68'0,"66"0,1 0,-1-1,0 1,1-1,-1 1,0-1,1 0,-1 0,1 0,-1 0,1 0,0 0,-1 0,1 0,0-1,0 1,0 0,0-1,0 1,0-1,0 1,-1-4,-1 0,1 0,0-1,0 1,1-1,-2-9,-13-77,10 64,1 0,-2-50,7 59,1 0,1 0,1 0,0 1,8-22,-9 31,1 1,1 0,0-1,0 1,0 1,1-1,0 1,1-1,-1 1,1 1,1-1,13-10,-17 15,0 0,0 0,0 1,0-1,0 1,0 0,0 0,0 0,1 0,-1 1,0-1,0 1,1 0,-1 0,0 0,1 0,-1 0,4 2,-2-1,-1 1,1 0,0 0,-1 0,0 1,1 0,-1 0,0 0,0 0,6 7,-2 0,0 0,-1 0,0 0,-1 1,0 0,0 0,-2 0,7 22,-5-11,3 41,-8-60,-1 0,0 0,1 0,0 0,-1 0,1 0,0 0,1 0,-1-1,0 1,1 0,0-1,3 5,-4-6,0 0,0 0,0-1,0 1,1-1,-1 1,0-1,0 1,0-1,1 1,-1-1,0 0,1 0,-1 0,0 0,0 0,1 0,-1 0,0 0,1 0,-1-1,0 1,0 0,0-1,1 1,-1-1,0 1,0-1,0 0,0 1,0-1,0 0,0 0,0 0,1-1,15-13,-1 1,24-29,-21 15,3-3,11-2,4 3,-33 28,-1 0,0-1,1 2,-1-1,1 0,-1 1,1-1,4 0,-5 2,-1-1,1 1,0 0,-1 1,1-1,-1 0,1 1,-1-1,1 1,-1 0,1 0,2 1,-1 0,-1 0,1 1,-1-1,0 0,0 1,0 0,0 0,4 5,2 6,0-1,-1 2,-1-1,7 21,19 66,-25-76,6 20,1-1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20.489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400 93,'0'-3,"-1"0,1-1,-1 1,0 0,0 0,0 0,0 0,-1 0,1 1,-1-1,0 0,0 1,0-1,0 1,0-1,0 1,-1 0,1 0,-1 0,1 0,-1 1,0-1,0 1,-4-2,-6-3,-1 1,1 1,-1 0,-17-2,25 5,-1-1,1 1,0 1,-1-1,1 1,-1 0,1 1,0-1,-1 1,1 1,0-1,0 1,0 0,0 0,0 1,0 0,0 0,1 0,0 1,0 0,-7 6,-1 3,0 0,1 1,1 0,1 1,0 0,0 0,2 1,0 1,1-1,1 1,0 1,-5 28,10-38,0 0,1 0,0 0,1 1,0-1,0 0,1 0,0 0,0-1,0 1,1 0,1-1,7 13,-11-18,1-1,0 1,0-1,0 0,0 0,0 1,0-1,1 0,-1 0,0 0,0 0,1 0,-1-1,1 1,-1 0,1-1,-1 1,1-1,-1 1,1-1,-1 1,3-1,0 0,-1 0,1-1,-1 1,1-1,-1 0,1 0,-1 0,1 0,5-3,0-1,0-1,-1 1,0-1,0-1,0 0,10-11,-6 2,-1 0,-1 0,-1-1,0-1,8-22,-3-1,12-51,-23 78,-1 1,0-1,-1-16,-19 121,13-47,2-1,3 1,8 84,-4-105,11 42,-8-47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20.889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50 516,'0'-6,"0"0,0 0,0 0,-1 0,0 0,0 0,-4-9,1 1,0 0,0 0,2 0,-2-24,-6-32,6 54,1 0,0 0,1-1,1 1,1 0,2-28,-1 36,1-1,0 1,0-1,1 1,0 0,1 0,-1 0,2 0,-1 1,1 0,0 0,0 0,1 0,8-7,-11 11,1 0,0 0,0 0,0 0,0 1,1-1,-1 1,1 0,-1 1,1-1,9-1,-11 3,-1-1,1 1,0 0,-1 1,1-1,-1 0,1 1,-1-1,1 1,-1 0,1 0,-1 0,0 0,1 0,-1 1,0-1,0 1,0-1,0 1,0 0,0 0,-1 0,3 3,4 7,0 0,-2 1,1 0,-1 0,3 14,18 73,-18-66,0 14,-2 1,2 55,1 15,-9-113,0 1,0-1,0 0,1 0,0 1,5 9,7 4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21.437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249 122,'-2'-2,"1"0,-1 0,0 0,-1 0,1 0,0 1,-1-1,1 1,0-1,-1 1,0 0,-4-1,-2-2,7 3,-11-5,-1 0,1 1,-1 0,0 1,0 1,0 0,-24-2,37 5,0 0,-1 1,1-1,-1 0,1 1,0-1,-1 1,1-1,0 1,-1-1,1 1,0 0,0 0,0 0,0-1,0 1,0 0,0 0,0 1,0-1,0 0,-1 2,-12 32,9-23,0 5,0 0,1 1,1-1,0 1,1-1,2 28,0-32,1 0,0 0,2 0,-1 0,1 0,1 0,1-1,0 1,9 16,-13-28,-1 1,1-1,0 1,0-1,1 1,-1-1,0 0,0 1,1-1,-1 0,1 0,-1 0,1 0,-1 0,1 0,-1-1,1 1,0 0,0-1,-1 0,3 1,-1-1,0 0,-1 0,1-1,0 1,-1-1,1 0,-1 0,1 0,-1 0,0 0,1 0,3-4,2-1,0-1,0 0,-1 0,0-1,-1 0,7-11,2-9,-1 0,-1-1,14-48,4-9,-16 38,-11 34,1 0,7-17,-12 30,0 1,0-1,0 1,1 0,-1-1,0 1,0-1,1 1,-1-1,0 1,1 0,-1-1,0 1,1-1,-1 1,0 0,1 0,-1-1,1 1,-1 0,1 0,-1-1,0 1,1 0,0 0,5 8,-2 20,-16 82,5-64,0 82,22 90,-12-179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32.926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 57,'78'3,"-42"0,56-5,8-6,-47 0,4 0,8-2,11 5,7 4,-12-5,-19-8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33.371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16 1,'1'94,"-10"226,4-282,3 10,4 13,3 12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34.116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320 102,'0'0,"1"0,-1 0,1 0,-1 0,0 0,1 0,-1 0,0 0,1 0,-1 0,1 0,-1 0,0 0,1 0,-1 0,1 0,-1 0,0-1,1 1,-1 0,0 0,1 0,-1-1,0 1,1 0,-1 0,0-1,0 1,1 0,-1-1,0 1,0 0,0-1,1 1,-1 0,0-1,0 1,0-1,0 1,0 0,0-1,0 1,0-1,0 1,0 0,0-1,0 1,0 0,0-1,0 1,0-1,0 1,-1 0,1-1,0 1,-1-2,1 1,-1 0,0 0,0 0,1 0,-1 0,0 0,0 1,0-1,0 0,0 0,0 1,-1-1,1 0,0 1,0-1,0 1,-2-1,-29-2,0 1,-41 3,20 0,49-1,-1 0,0 0,0 1,0-1,0 1,1 0,-1 1,0-1,1 1,-1 0,1 0,0 0,-1 1,-5 4,7-4,-1 1,0 1,1-1,-1 0,1 1,1 0,-1-1,1 1,-1 0,1 1,1-1,-3 8,2-6,1 1,-1 0,1 0,0 0,1 0,0 0,0-1,0 1,3 11,-2-15,1 0,-1 0,1 0,0 0,0 0,0-1,1 1,-1-1,1 1,0-1,0 0,0 0,0-1,0 1,1-1,-1 1,1-1,7 3,-7-3,0 0,-1 0,1 0,0-1,0 0,0 0,0 0,0 0,0 0,0-1,0 0,1 0,-1 0,0-1,0 1,0-1,0 0,0 0,0 0,0-1,0 1,-1-1,1 0,0 0,-1 0,0 0,1-1,-1 0,0 1,0-1,0 0,4-7,2 0,0-1,-1-1,0 1,0-2,-2 1,9-19,-13 23,2 0,-1 0,1 0,1 0,-1 1,1 0,0 0,1 0,0 0,0 1,11-9,1 0,-11 9,0-1,1 2,-1-1,1 1,0 0,1 1,-1 0,14-5,71-14,-93 23,0 0,0 0,0 0,0 0,0 0,0 0,0 0,0 0,0 0,0 0,0 0,0 0,0 0,0-1,0 1,0 0,0 0,0 0,0 0,0 0,0 0,0 0,0 0,0 0,0 0,0 0,0 0,0 0,1 0,-12 0,-16 1,24 0,-10 0,0 0,0 2,-16 4,26-6,0 0,0 0,0 0,0 1,0-1,1 1,-1 0,0 0,1 0,-1 0,1 0,0 1,0-1,0 1,0-1,0 1,0 0,1-1,-2 5,-6 24,2 0,0 1,-2 60,4-46,3-7,3 45,0-27,0-29,6-3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34.551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21 759,'20'0,"-19"-1,-1-1,1 0,0 0,-1 0,0 0,1-1,-1 1,0 0,0 0,0 0,0 0,-1-3,1 1,1-115,-2-138,-2 207,-2-2,-1-6,-3-9,-2-1,1 13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34.968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1 672,'0'-56,"2"0,15-90,-12 115,0-56,-4 81,-1-40,0-12,-4-14,-4 7,-7 16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35.704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31 242,'10'-1,"0"0,0 0,0-1,-1 0,1-1,0 0,-1 0,0-1,0-1,13-8,-11 7,-1-2,0 1,0-1,-1-1,0 0,-1 0,14-20,-17 21,-1 1,0-1,0 0,0 0,4-16,-8 22,1 0,-1 0,0 1,1-1,-1 0,0 0,0 0,0 1,0-1,-1 0,1 0,0 1,-1-1,1 0,-1 0,0 1,1-1,-1 1,0-1,0 0,0 1,0 0,0-1,-1 1,1 0,0-1,0 1,-1 0,1 0,-1 0,1 0,-1 0,0 1,1-1,-4-1,1 2,1-1,-1 1,0 0,1 0,-1 0,0 0,1 0,-1 1,0 0,1 0,-1 0,1 0,-1 0,-3 3,-5 2,1 0,-18 13,18-10,0 1,0 0,1 0,0 1,1 0,1 1,0 0,0 0,-10 25,13-27,2 1,-1-1,1 1,0-1,1 1,1 0,0 0,0 0,1 0,0 0,1 0,0 0,4 14,-4-21,1 0,0 1,-1-1,1 0,1 0,-1-1,1 1,-1 0,1-1,0 0,0 1,1-1,-1 0,1-1,-1 1,1-1,0 1,0-1,0 0,0-1,0 1,1-1,-1 0,0 0,1 0,-1 0,9-1,-3 1,1-1,0-1,0 0,-1 0,1-1,-1-1,1 1,-1-2,0 1,15-9,-10 4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36.140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27 474,'0'24,"3"-120,0 43,-8-95,-4-12,8 158,1-1,-1 1,1 0,-1-1,0 1,0 0,0-1,-3-3,-2-6,3 8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36.467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0 113,'20'0,"-1"0,1-2,-1 0,1-1,-1-1,0 0,29-12,-19 4,-1-1,37-23,-40 24,1 4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55.078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 5,'389'-4,"-349"4,5 4,7 0,10 1,9-10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55.623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25 1,'-24'0,"26"0,2 0,0 0,0 0,-1 0,1 1,0-1,-1 1,1 0,0 0,5 3,0 0,0 0,-1-1,1 0,1 0,-1-1,0 0,11 0,71 1,-20-2,-26 4,1 2,-1 2,47 15,-88-23,0 1,0-1,0 1,0 0,-1 0,1 0,-1 1,1-1,-1 1,0 0,1 0,-2 0,6 6,-7-6,1-1,-1 0,0 0,0 1,0-1,-1 1,1-1,-1 1,1-1,-1 1,0-1,0 1,0-1,0 1,0 0,0-1,-1 1,1-1,-1 1,0-1,0 0,0 1,-2 3,-5 5,0 0,0-1,-1 0,-11 10,-1 1,-2 1,0-2,-44 29,44-33,0 1,1 1,-25 25,-10 22,54-56,9-8,16-8,5-9,1-3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56.535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111 1066,'-2'21,"-3"-16,-4-12,7 1,-1 0,1-1,0 1,1 0,-1-1,1 1,0 0,1-9,-4-12,-24-159,25 159,-2 0,-16-50,12 40,5-1,2-13,-1-21,1-186,4 104,-2 154,0 0,0 0,0 0,0 0,0 0,0 0,0 0,0 0,1 0,-1 0,0 0,0 0,0 0,0 0,0 0,0 0,0 0,0 0,0 0,0 0,0 0,0-1,0 1,0 0,0 0,0 0,1 0,-1 0,0 0,0 0,0 0,0 0,0 0,0 0,0 0,0 0,0 0,0-1,0 1,0 0,0 0,0 0,0 0,0 0,0 0,0 0,0 0,0 0,0 0,0 0,0 0,0 0,-1 0,1-1,8 18,39 127,52 131,-54-153,-36-92,1-1,1 0,2-1,0 0,24 34,11 11,-48-73,0 0,0 1,0-1,1 0,-1 0,0 0,0 1,0-1,0 0,0 0,1 0,-1 1,0-1,0 0,0 0,1 0,-1 0,0 0,0 1,0-1,1 0,-1 0,0 0,0 0,1 0,-1 0,0 0,0 0,1 0,-1 0,0 0,0 0,1 0,-1 0,0 0,0 0,1 0,-1 0,0 0,0 0,1-1,-1 1,0 0,0 0,0 0,1 0,-1 0,0-1,0 1,0 0,0 0,1 0,-1-1,0 1,0 0,0 0,0-1,6-11,-6 11,1-8,1 0,-1 0,-1-1,1 1,-2 0,-1-14,0-14,1 0,-2-5,2-11,1-21,20-355,-19 421,-1 1,1 0,1-1,-1 1,1 0,1 0,-1 0,1 0,1 1,-1-1,1 1,0 0,0 0,1 0,0 0,0 1,0 0,0 0,8-5,-5 6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57.171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308 26,'-2'-2,"0"0,0 1,0-1,0 1,0 0,0-1,0 1,-1 0,1 0,0 0,-1 1,1-1,-1 1,1-1,-4 1,-6-3,7 2,0-1,0 2,0-1,1 0,-1 1,0 0,0 0,0 0,0 1,0 0,0 0,0 0,1 0,-8 4,4-1,0 0,1 1,-1 0,1 1,1-1,-1 2,-8 9,3-4,1 1,1 0,1 1,0 0,0 1,2-1,-11 27,13-25,0 0,0 0,2 1,0-1,1 1,0 0,2-1,0 1,1 0,0 0,2-1,0 1,0-1,7 17,-8-28,1 0,0 0,0-1,0 1,1 0,-1-1,1 0,0 0,0 0,1-1,-1 1,1-1,0 0,0 0,0-1,0 1,0-1,0 0,1-1,-1 1,1-1,-1 0,1 0,6-1,-10 0,1 0,0-1,0 1,0-1,-1 0,1 0,0 0,-1-1,1 1,-1 0,1-1,-1 0,3-1,25-27,-29 29,7-9,0 0,-1-1,0 0,-1 0,0-1,6-19,19-77,-30 107,1-7,5-18,-2 0,5-45,-10 64,0 0,0 0,0 0,-1 1,0-1,0 0,-1 1,1-1,-2 1,1-1,-1 1,0 0,0 0,0 0,-9-10,10 14,0 0,0 1,0-1,0 1,0-1,-1 1,1 0,0 0,-1 0,1 0,-1 0,1 1,-1-1,1 1,-1-1,0 1,1 0,-1 0,1 0,-1 1,0-1,1 0,-1 1,1 0,-1 0,1 0,0 0,-1 0,1 0,0 0,0 1,-1-1,1 1,0 0,0-1,1 1,-1 0,0 0,1 0,-1 1,1-1,0 0,-1 0,1 1,0-1,1 1,-2 3,2-5,0-1,0 0,0 1,0-1,-1 0,1 1,0-1,0 0,1 1,-1-1,0 0,0 1,0-1,0 0,0 1,0-1,0 0,0 0,1 1,-1-1,0 0,0 1,0-1,1 0,-1 0,0 0,0 1,1-1,-1 0,0 0,1 1,15 3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57.617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92 740,'-1'0,"-1"0,1-1,0 1,-1 0,1-1,0 1,-1-1,1 1,0-1,0 0,0 0,0 1,-1-1,1 0,0 0,0 0,1 0,-1 0,0 0,0-1,0 1,1 0,-1 0,1 0,-1-1,1 1,-1 0,1-1,-1-1,-1-8,0 1,1-1,-1-10,0-3,-4-12,1 14,2-1,-2-33,1-86,-2 82,0-14,-1-13,2 9,-2 22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57.987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0 20,'0'1,"1"-1,-1 1,0 0,0 0,1-1,-1 1,0 0,1-1,-1 1,1-1,-1 1,1-1,-1 1,1-1,0 1,-1-1,1 1,-1-1,1 0,0 1,-1-1,1 0,0 0,0 1,-1-1,1 0,0 0,-1 0,1 0,0 0,0 0,0 0,33 0,-24-1,246-10,-206 10,-42 2,0-1,0 0,0 0,0 0,0-1,0-1,0 1,-1-1,13-5,-8-1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58.575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173 96,'-7'8,"6"-8,1 0,0 0,0 0,0 0,0 0,0 1,0-1,0 0,0 0,0 0,0 0,0 0,0 1,0-1,0 0,0 0,0 0,0 0,0 0,0 1,0-1,1 0,-1 0,0 0,0 0,0 0,0 0,0 0,0 1,0-1,0 0,0 0,1 0,-1 0,0 0,0 0,0 0,0 0,0 0,0 0,1 0,-1 0,0 0,0 0,0 0,0 0,0 0,1 0,-1 0,0 0,0 0,0 0,0 0,0 0,0 0,1 0,-1 0,0 0,0 0,12 0,-12 0,3 0,-1 0,0-1,0 1,0-1,0 1,0-1,0 0,0 0,0 0,0 0,0 0,-1-1,1 1,0 0,-1-1,1 1,-1-1,1 0,-1 1,0-1,0 0,0 0,2-4,1-2,-1 0,0-1,0 0,2-14,-5 22,0 1,0-1,0 1,0-1,0 1,0-1,1 0,-2 1,1-1,0 1,0-1,0 0,0 1,0-1,0 1,-1-1,1 0,0 1,0-1,-1 1,1-1,0 1,-1-1,1 1,-1 0,1-1,0 1,-1-1,1 1,-1 0,1-1,-1 1,0 0,1 0,-1-1,1 1,-1 0,1 0,-1 0,0 0,1 0,-1 0,1 0,-1 0,0 0,1 0,-1 0,1 0,-1 0,0 0,-30 10,17-2,0 0,0 1,1 1,0 0,1 1,0 1,1-1,0 2,1-1,0 2,1-1,1 1,0 1,0-1,2 1,-9 29,14-41,0 1,0 0,0 0,0 0,1-1,0 1,0 0,0 0,0 0,0 0,1-1,0 1,0 0,0 0,0-1,0 1,1-1,0 1,0-1,0 1,0-1,0 0,0 0,1 0,0 0,-1-1,1 1,0-1,0 0,1 1,-1-1,0-1,1 1,-1 0,1-1,0 0,-1 0,1 0,0 0,0 0,5-1,13 1,0-2,1-1,-1-1,0-1,0-1,21-7,53-11,-83 21,0-1,0 0,-1-1,1 0,-1-1,0-1,-1 0,22-14,-16 8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59.106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299 17,'0'2,"1"0,-1 0,0-1,-1 1,1 0,0 0,0 0,-1-1,1 1,-1 0,0-1,1 1,-1 0,0-1,0 1,0-1,0 1,0-1,-1 1,-1 0,2-1,0-1,-1 1,1-1,-1 0,1 1,0-1,-1 0,1 0,-1 0,1 0,-1 0,1-1,0 1,-1 0,1-1,0 1,-1-1,1 1,0-1,-1 1,1-1,0 0,0 0,0 0,0 0,0 0,-2-1,0 1,-1-1,0 1,0 0,0 1,0-1,0 1,0-1,-1 1,1 0,0 1,-5 0,-6 0,6-1,-1 1,1 0,-1 1,1 0,-1 0,1 1,0 0,0 1,0 0,1 0,-1 1,1 0,0 1,1-1,-9 9,13-11,0 1,0 0,0 1,1-1,-1 0,1 1,0-1,0 1,1 0,-1 0,1 0,0 0,0-1,1 1,0 1,0-1,0 0,0 0,1 0,-1 0,1-1,1 1,2 7,-3-5,2 0,-1 0,1-1,0 1,1-1,-1 1,1-1,0-1,1 1,-1 0,1-1,0 0,1 0,-1-1,13 8,-14-10,1 0,0 0,0 0,0-1,0 0,0 0,0-1,1 1,-1-1,0 0,0-1,0 1,0-1,0 0,0 0,0-1,0 1,0-1,0 0,0 0,-1-1,1 0,-1 1,0-1,0-1,4-3,-4 3,1-1,-1 1,0-1,0 0,-1 0,1-1,-1 1,0-1,-1 0,1 1,-1-1,0 0,-1 0,0-1,0 1,0 0,0 0,-1-1,0 1,-1 0,-1-10,-20-56,9 33,12 35,-1 0,1 0,-1 0,0 0,-1 0,1 1,-6-7,7 8,0 1,0 0,-1 0,1 0,-1-1,1 1,0 1,-1-1,0 0,1 0,-1 0,0 1,1-1,-1 1,0-1,1 1,-1 0,0 0,0 0,0 0,-3 0,-57 8,41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5:59.497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68 664,'-2'0,"0"0,-1 0,1-1,0 1,-1 0,1-1,0 0,0 0,0 1,0-1,0-1,0 1,0 0,0 0,0-1,0 1,0-1,1 1,-1-1,1 0,-1 0,1 0,0 0,0 0,0 0,0 0,0 0,0 0,0 0,0-5,-2-6,1 0,1 0,0-1,1-16,0 16,-7-226,6 192,2-3,3-11,4-1,4 5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00.131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108 193,'1'0,"-1"0,0 0,1 0,-1 0,1 0,-1 0,0 0,1-1,-1 1,0 0,1 0,-1 0,0 0,1 0,-1-1,0 1,1 0,-1 0,0 0,0-1,1 1,-1 0,0 0,0-1,1 1,-1 0,0-1,0 1,0 0,0-1,0 1,1 0,-1-1,0 1,0 0,0-1,0 1,0-1,0 1,0 0,0-1,0 1,0-1,-7-21,1-1,7 19,-1 0,0 0,0 0,-1 0,1 0,-1 0,0 0,0 0,0 0,0 1,-1-1,0 0,0 1,0-1,0 1,0-1,-1 1,-5-5,8 7,-1 1,0-1,1 1,-1-1,0 1,0 0,1-1,-1 1,0 0,0 0,0 0,1-1,-1 1,0 0,0 0,0 0,0 0,1 1,-1-1,0 0,0 0,0 0,1 1,-1-1,0 0,0 1,1-1,-1 0,0 1,1-1,-2 2,0 0,-1 0,1 0,0 0,0 0,0 0,1 0,-1 0,-2 5,0 5,1 0,1 1,0-1,0 0,1 1,1-1,0 1,1-1,0 1,4 15,-3-20,0 0,1 1,0-1,1-1,0 1,9 13,-12-19,0 0,1 0,0 0,-1 1,1-1,0-1,0 1,0 0,0 0,1-1,-1 1,0-1,0 0,1 0,-1 0,1 0,0 0,-1 0,1-1,-1 1,1-1,0 0,-1 0,6 0,-6-1,0 1,1-1,-1 0,0 0,0-1,0 1,0 0,0-1,0 1,0-1,-1 1,1-1,-1 0,1 0,-1 0,1 0,-1 0,2-4,2-5,-1 0,5-20,-5 16,-1 1,-1 0,0 1,0-1,-2 0,0 0,0 0,-1 0,-1 0,-1 0,0 1,0-1,-11-24,13 36,0 0,0 0,0 0,0 0,0 0,-1 1,1-1,-1 0,1 0,-1 1,0-1,0 1,0 0,0 0,0-1,0 1,0 0,0 1,0-1,0 0,0 1,-1-1,1 1,0-1,-1 1,1 0,0 0,0 0,-1 0,1 1,0-1,0 1,-1-1,1 1,0 0,0 0,-2 1,-3 1,1 0,0 0,0 0,0 1,1 0,-1 1,1-1,0 1,0 0,0 0,-4 8,5-7,3-5,0 0,0 0,1 0,-1 0,0 0,1 0,-1 1,1-1,-1 0,1 0,0 0,-1 0,1 2,1-2,-1 0,1-1,-1 1,1 0,0-1,0 1,-1 0,1-1,0 1,0-1,-1 0,1 1,0-1,0 1,0-1,0 0,0 0,0 0,0 1,-1-1,3 0,18 4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00.643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248 49,'41'0,"-40"0,-1 0,0-1,1 1,-1-1,0 1,1-1,-1 1,0-1,0 1,1-1,-1 1,0-1,0 1,0-1,0 1,0-1,0 1,0-1,0 1,0-1,0 1,0-1,0 1,0-1,0 0,-2-13,0 13,0 0,1 0,-1 0,0 0,0 1,0-1,0 1,-1 0,1-1,0 1,0 0,-3 0,-27 3,16 2,-1 1,1 0,0 2,0 0,-25 17,27-16,4-3,0 1,1 0,0 0,0 1,-13 15,20-20,-1 0,1 1,-1-1,1 0,0 1,1-1,-1 1,0 0,1 0,0-1,0 1,0 0,0 0,1 0,0 0,0 0,0 0,0 0,0 0,2 4,-1-5,-1-1,1 0,0 0,1 1,-1-1,0 0,1 0,-1 0,1 0,0-1,-1 1,1 0,0-1,0 1,0-1,0 0,0 0,1 1,-1-2,0 1,1 0,-1 0,0-1,1 1,2 0,2 0,0-1,1 0,-1 0,0 0,1-1,-1 0,8-2,-9 1,0-1,0 1,0-1,0-1,0 1,-1-1,0 0,1-1,-1 1,-1-1,1 0,-1 0,0-1,0 1,0-1,-1 0,0 1,0-2,-1 1,1 0,1-8,-3 9,1-1,-1 0,0 0,-1 0,1 0,-1-1,-1 1,1 0,-1 0,-2-10,2 12,-1 1,1-1,-1 0,0 0,0 1,0-1,0 1,-1-1,0 1,1 0,-1 0,0 0,-1 0,1 1,0-1,-6-2,6 3,1 1,-1-1,0 0,0 1,0 0,0 0,0 0,-1 0,1 0,0 1,0-1,-1 1,1 0,0 0,-6 1,-3-1,0-3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01.262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56 1,'1'41,"0"-25,-1-1,0 1,-1-1,-1 0,-5 20,1-6,-6 60,-2 4,9-70,1 0,1 0,-1 26,5-20,3 3,6 3,5-5,-14-28,0 0,1 0,-1 0,0 0,1 0,-1-1,1 1,0-1,-1 1,1-1,0 1,0-1,0 0,4 1,-4-1,0-1,-1 0,1 0,0 0,0-1,0 1,0 0,-1-1,1 1,0-1,0 0,-1 1,1-1,0 0,-1 0,1 0,-1 0,2-2,10-9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01.622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0 329,'3'0,"0"1,-1-1,0 1,1 0,-1 0,1 0,-1 0,0 0,0 0,1 1,-1-1,2 3,-3-3,1 0,-1 0,1 1,-1-1,1 0,0 0,-1-1,1 1,0 0,0-1,0 1,-1-1,1 1,0-1,0 0,0 1,4-2,-5 0,0 0,0 0,1 0,-1 0,0 0,0 0,0-1,0 1,-1 0,1-1,0 1,-1-1,1 1,0-3,7-11,3 1,1 1,17-14,-16 16,0-1,20-26,-15 12,0 2,2 0,29-27,-35 39,-2-1,1-1,16-23,-28 33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01.995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61 1,'-5'4,"1"1,1-1,-1 1,1 0,0 1,-4 7,4-7,0 0,-1 0,0 0,-6 7,9-11,1-1,-1 0,0 1,0-1,1 0,-1 1,0-1,1 1,0-1,-1 1,1-1,0 1,0-1,0 1,0-1,0 1,0 0,0-1,0 1,1-1,-1 1,0-1,1 1,0-1,-1 0,1 1,0-1,-1 0,1 1,0-1,0 0,0 0,0 0,2 1,3 7,9 11,32 33,-41-47,1 0,0 0,0-1,1 0,0 0,0-1,0 0,16 5,-6-4,0 1,0 0,0 2,-1 0,0 1,-1 1,19 14,-27-18,1 0,0-1,12 6,0-2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12.74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14.16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391 80,'6'-7,"2"0,-1 0,1 0,0 1,0 0,1 1,-1 0,1 0,1 1,-1 0,0 0,1 1,0 0,0 1,0 0,0 1,13 0,15 1,-1 2,1 1,48 12,-63-11,-4-1,1 1,-1 1,0 1,-1 1,1 0,19 12,-31-16,0 1,11 18,-16-20,0 1,0 0,0 0,-1 0,1 0,-1 0,0 0,1 0,-2 0,1 1,0-1,0 0,-1 0,0 1,0-1,0 1,-1 5,0-4,0-1,-1 1,0 0,0-1,0 1,-1-1,1 0,-1 0,0 0,-6 7,-7 3,1-1,-2 0,1-1,-31 15,-123 54,103-52,54-23,1 0,-1 1,1 1,1 0,-14 12,24-20,1 0,0 0,0 0,-1 0,1 1,0-1,0 0,-1 0,1 1,0-1,0 0,0 0,0 1,-1-1,1 0,0 0,0 1,0-1,0 0,0 1,0-1,0 0,0 1,0-1,0 0,0 1,0-1,0 0,0 1,0-1,0 0,0 0,0 1,0-1,1 1,11 4,22-3,-32-2,20 0,-5-1,1 1,-1 1,0 0,24 6,-21 1,7 5,8 8,-14-4,25 28,-28-28,27 30,-36-38,-1 1,0-1,-1 2,0-1,0 1,-1 0,-1 0,5 14,-8-17,0 0,0-1,-1 1,-1 0,1 0,-1 1,0-1,-1 0,0 0,0 0,-1-1,0 1,-4 11,1-7,-1 0,0-1,0 0,-1 0,0-1,-1 0,0 0,-1-1,0 0,-1-1,1 0,-1 0,-1-1,-14 8,6-5,-1-1,0-1,0-1,-1 0,0-2,0 0,-35 3,-38-2,0-4,0-4,0-4,-111-22,176 23,1-3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14.75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15.79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74 757,'-9'-34,"0"-2,0 0,-6-74,7 11,1 41,0-15,7-18,2-2,-6 14,-3 31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16.35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1 343,'11'-14,"-2"0,1 0,12-28,-11 21,16-24,-22 39,-1 0,1 1,0-1,0 1,1 0,0 0,-1 1,9-5,8-5,34-28,-45 32,0 1,1 0,0 1,1 0,0 1,0 0,0 1,1 0,19-4,-27 8,23-1,-28 3,-1 0,1 0,0 0,-1 0,1 1,0-1,-1 0,1 0,0 1,-1-1,1 0,-1 1,1-1,-1 1,1-1,-1 0,1 1,-1-1,1 1,-1 0,1-1,-1 1,0-1,1 1,-1 0,0-1,0 1,1 0,-1-1,0 1,0 0,0-1,0 1,0 0,0-1,0 2,0 6,0 0,0 1,0-1,-1 0,0 1,0-1,-1 0,-4 14,-7 10,6-13,-1 0,-18 31,-61 102,65-115,3 0,-19 45,16-36,15-33,0 1,1 0,-6 19,10-28,0 4,-1 1,1-1,0 1,1 0,0 11,1-18,1 1,-1-1,1 0,0 1,0-1,0 0,1 0,-1 1,1-1,-1 0,1 0,0-1,0 1,1 0,-1-1,1 1,-1-1,4 3,19 11,5-3,11-2,18-2,8-2,-5-2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16.91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178 204,'23'-1,"1"-2,-1-1,0-1,0 0,34-15,0 2,-54 17,1-1,-1 1,0-1,1 0,-1 0,0 0,0 0,0 0,-1-1,1 1,0-1,-1 0,0 0,1 0,-1 0,0 0,-1 0,1 0,1-6,-2 6,0 1,0-1,-1 1,1-1,-1 1,0-1,0 0,0 1,0-1,0 1,-1-1,1 0,-1 1,0-1,0 1,1-1,-2 1,1 0,0-1,0 1,-1 0,1 0,-1 0,0 0,1 0,-1 0,0 0,-3-1,-1-1,0 1,1 0,-1 1,0-1,0 1,-1 0,1 1,0-1,-1 1,1 1,-1-1,1 1,-1 0,1 1,-9 1,-10 2,0 2,-36 13,43-13,2 1,-1 1,1 1,0 0,0 1,-16 13,24-16,0 1,0-1,0 1,1 0,0 1,0 0,1 0,0 1,1-1,0 1,-5 16,8-19,1 1,0-1,1 0,0 0,0 0,0 1,1-1,0 0,0 0,1 0,0 0,3 8,0-4,0 0,0 0,1 0,0-1,1 0,11 13,-14-19,0 0,0-1,1 1,-1-1,1 0,-1-1,1 1,0-1,0 0,0 0,7 1,7 1,36 3,-22-3,-26-3,21 3,41 0,-59-4,-1-1,1 0,-1 0,1-1,-1 0,1-1,-1 0,10-5,6-4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17.59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339 563,'2'0,"-1"0,0 0,0 0,1 0,-1 0,0 0,1 0,-1-1,0 1,0 0,1-1,-1 1,0-1,0 0,0 1,0-1,0 0,0 0,0 0,0 1,0-1,0 0,1-2,-1 1,0 0,-1-1,1 1,0 0,-1-1,0 1,1-1,-1 1,0 0,0-1,-1 1,1-5,-2 3,1 0,0 1,-1-1,0 0,1 0,-1 1,-1-1,1 1,-1-1,1 1,-7-5,3 2,0 0,-1 1,0-1,-13-6,11 8,0 1,0 0,0 0,-1 1,1 0,-1 1,1 0,-1 1,0 0,1 0,-1 1,1 0,-1 1,1 0,-1 0,1 1,0 0,0 1,0 0,1 1,-13 7,15-6,-1-1,1 1,1 0,-1 0,1 0,0 1,0 0,1 0,0 0,0 1,1-1,0 1,-3 13,3-11,0 0,2 1,-1-1,1 1,1-1,0 1,0-1,1 1,0-1,4 13,-3-16,0-1,0 0,1 0,0-1,0 1,1 0,-1-1,1 0,1 0,-1 0,1 0,-1-1,1 0,0 0,10 6,-11-8,1 0,0 0,-1 0,1 0,0 0,0-1,0 0,1 0,-1-1,0 1,0-1,0 0,0-1,1 1,-1-1,0 0,0 0,0 0,9-5,-8 3,1-1,-1 0,0 0,0 0,-1-1,1 0,-1 0,0 0,0-1,-1 0,1 0,-1 0,-1 0,1 0,-1-1,3-7,2-13,0 1,7-55,-6 31,-1-3,-3 0,-3 0,-6-94,3 21,2 58,12 299,-7-91,-1 32,-8 45,6-134,-3-71,-3-10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18.09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67 229,'0'0,"1"1,-1 0,0-1,0 1,0-1,1 1,-1-1,0 1,1-1,-1 1,0-1,1 1,-1-1,1 1,-1-1,1 0,-1 1,1-1,-1 0,1 1,-1-1,1 0,-1 0,1 0,-1 1,1-1,0 0,-1 0,1 0,-1 0,2 0,24 1,-20-1,11 0,-1-1,29-6,-39 6,1-1,-1 0,0 0,0 0,0-1,0 0,0 0,0 0,-1-1,7-5,6-7,-8 7,0-1,0 0,-1 0,0 0,9-16,-16 23,-1 1,0-1,0 1,0-1,0 1,-1-1,1 0,-1 0,0 1,1-1,-1 0,0 0,-1 1,1-1,0 0,-1 0,1 1,-1-1,0 0,0 1,0-1,-1 1,1-1,0 1,-1 0,0-1,1 1,-1 0,-3-2,2 0,-1 2,0-1,0 0,0 1,-1-1,1 1,-1 0,1 1,-1-1,0 1,1 0,-1 0,0 0,0 1,0 0,-8 0,-44 9,17 3,31-8,-1 1,1 0,0 0,0 1,0 0,1 0,0 1,0 0,1 1,0-1,0 1,1 1,0 0,0-1,1 2,0-1,1 0,-6 19,7-17,0-1,1 1,0 0,1 0,0 0,1-1,1 1,-1 0,2 0,2 15,-2-20,0 0,0-1,1 1,0-1,-1 1,2-1,-1 0,1 0,0 0,0 0,0-1,0 0,1 0,0 0,0 0,0-1,0 0,0 0,1 0,8 3,4 0,0-1,0-1,1 0,0-2,0 0,0-1,0 0,0-2,0 0,-1-2,1 0,34-10,-28 2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18.70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400 32,'-3'-3,"0"0,-1 1,0-1,0 1,1 0,-1 0,-1 0,1 1,0 0,0-1,-6 0,-51-3,46 4,-13 1,0 1,1 1,-1 1,1 2,-39 11,60-15,1 1,-1 0,1 0,0 1,-1-1,1 1,0 0,1 1,-1-1,1 1,-8 7,13-10,-1 0,1 1,-1-1,1 0,0 0,-1 0,1 0,0 0,0 0,0 0,0 0,0-1,0 1,0 0,0 0,0-1,0 1,2 0,-2 0,13 6,-1 0,1-1,0-1,1 0,-1-1,1 0,16 1,36 10,-40-7,-1 2,0 0,39 23,-60-30,0 1,-1 1,1-1,-1 1,0-1,0 1,0 0,-1 0,0 1,4 7,-7-12,1 0,-1 0,1 0,-1 0,1 0,-1 1,0-1,1 0,-1 0,0 1,0-1,0 0,0 1,0-1,0 0,0 1,0-1,0 0,-1 0,1 1,-1-1,0 2,0-1,-1 0,1 0,-1 0,0 0,1 0,-1 0,0 0,0-1,0 1,-4 1,0 0,0 0,0 0,0-1,-1 0,1 0,-1 0,-11 1,-41-2,0-2,-66-11,119 12,0-1,0-1,1 1,-9-4,12 4,1 1,-1-1,1 0,0 0,-1 1,1-1,0 0,-1 0,1-1,0 1,0 0,0 0,0 0,0-1,0 1,0-1,1 1,-1-1,0 1,0-4,0-7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34.01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158 11,'-6'2,"1"1,0 0,0 0,0 0,0 0,0 1,-5 5,8-7,0 1,0-1,0 1,1 0,-1 0,1-1,-1 1,1 0,0 0,0 0,0 1,1-1,-1 0,1 0,0 6,1 134,-1-128,-1 0,-6 27,6-33,0-4,1 0,1 0,-1 0,1-1,0 1,0 0,0 0,0-1,1 1,0-1,0 1,0-1,0 0,1 0,0 0,5 7,-2-5,-1 1,1-1,1 0,-1-1,1 1,0-1,0 0,14 6,-16-10,-1 0,0 0,1-1,-1 1,0-1,1 0,-1 0,0-1,1 1,-1-1,0 0,1 0,-1-1,0 1,0-1,0 0,0 0,-1 0,8-5,0-2,1 0,-1 0,0-1,17-21,-23 23,1 0,-2 0,1-1,-1 0,0 0,-1 0,0 0,3-19,-2 3,-2 0,1-31,-3 36,0 8,1 0,-2 0,0 0,0 0,-5-18,4 26,1 1,0 0,-1 0,0 0,0 0,0 0,0 0,0 0,0 1,-1-1,1 1,-1-1,0 1,0 0,0 0,0 0,0 1,0-1,0 1,-1 0,1 0,0 0,-7-1,-2 0,0 1,0 0,0 1,0 1,0 0,-1 0,1 1,0 1,1 0,-1 0,-17 9,9-3,0 1,1 0,0 2,1 0,-27 24,24-16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34.43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28 932,'0'-21,"0"-59,-14-116,1 46,13 93,0-7,1-13,13-151,-13 182,4 33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35.06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22 84,'-4'-13,"2"-1,-1 0,2 0,0-14,1 28,-5 73,2-56,2 0,0 1,0-1,2 0,5 35,-2-38,1 0,1-1,0 1,0-1,1 0,1 0,0-1,1 0,19 19,-26-29,0 0,0 0,1 0,-1-1,1 1,-1-1,1 0,-1 0,1 0,0 0,-1 0,1 0,0-1,0 1,0-1,4 0,-6 0,1-1,0 1,0 0,-1-1,1 0,0 1,-1-1,1 0,-1 0,1 0,-1 0,0 0,1 0,-1 0,0 0,1-1,-1 1,0 0,0-1,0 1,0-1,-1 1,1-1,0 0,-1 1,1-4,8-20,-4 11,-1-1,0 1,-1-1,0 0,1-23,5-130,-9 165,0-1,0 0,-1 1,1-1,-1 0,0 1,0-1,0 1,0-1,-2-3,3 7,-1 0,1 0,0 0,0 0,0 0,0 0,-1 0,1 0,0 0,0 0,0 0,-1 0,1 0,0 0,0 0,0 0,-1 0,1 0,0 0,0 0,0 0,0 1,-1-1,1 0,0 0,0 0,0 0,0 0,0 0,0 1,-1-1,1 0,0 0,0 0,0 0,0 1,0-1,0 0,0 0,0 0,0 1,-5 9,0 19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35.52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371 9,'29'51,"-27"-52,-1-6,-3-8,0 12,0 1,-1-1,0 0,1 1,-1 0,0 0,0 0,0 0,0 0,-1 0,1 1,0 0,-1 0,1 0,-1 0,-6-1,-2 0,1 1,0 0,0 1,-14 0,11 2,1 0,0 1,0 0,0 1,0 1,1 0,-14 7,7-1,0 1,1 1,-24 22,36-28,0 0,0 1,1 0,0 0,0 0,1 0,0 1,0 0,1 0,0 0,1 0,-3 17,5-24,1 0,-1-1,0 1,0-1,0 1,1-1,-1 1,1 0,-1-1,1 0,0 1,-1-1,1 1,0-1,0 0,0 1,0-1,0 0,0 0,3 2,27 19,-20-16,1 0,-1-1,1-1,0 1,1-2,23 5,0-4,39-1,10 1,-67-1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35.92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25 414,'-1'-84,"4"-149,-3 226,0 0,-1 0,0-1,-1 1,1 0,-1 0,-1 1,1-1,-7-11,4 3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36.31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32,'0'0,"0"-8,0 4,0-4,0 0,0 4,9 4,-6 0,5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36.70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205 3,'-29'-2,"-24"2,49 0,0 0,1 1,-1-1,1 1,-1 0,1 0,0 0,-1 1,1-1,0 1,-5 3,2 0,0 1,0 0,0 0,1 1,0-1,0 1,0 0,1 0,0 1,-5 15,5-9,0 0,2 0,-1 1,2-1,0 24,1-31,1 0,1 1,-1-1,1 0,0 0,1 0,0-1,0 1,0 0,1-1,0 0,0 0,1 0,-1-1,1 1,1-1,10 9,-10-9,1 0,0 0,0-1,0 1,1-2,-1 1,1-1,0 0,0-1,0 1,1-2,-1 1,0-1,1 0,11-1,-16-1,0 0,0-1,0 1,0-1,0 0,0 0,0 0,-1-1,1 1,-1-1,0 0,0 0,0 0,0 0,0 0,-1-1,1 1,2-7,0 2,-1 0,0 0,-1-1,0 1,0-1,0 0,1-16,-4 12,-1 0,0 0,-1 1,-1-1,0 1,0-1,-2 1,1 0,-1 0,-1 1,-7-12,8 17,1 0,-1 0,-1 1,1-1,-1 1,0 1,0-1,-10-5,12 7,-1 1,0 0,0 0,0 0,0 0,0 1,0 0,0 0,0 0,-1 1,1-1,-9 2,1 0,11-1,0 0,1 0,-1 0,0 0,0 0,0 1,0-1,0 1,1-1,-1 1,-2 1,-4 4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37.12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59 499,'-1'0,"0"0,0 0,-1 0,1-1,0 1,0 0,0-1,0 1,0-1,0 1,0-1,1 1,-1-1,0 0,0 1,0-1,0 0,1 0,-1 0,0 1,1-1,-1 0,1 0,-1 0,1 0,-1 0,1 0,-1-2,-5-36,3 18,-5-6,2-1,-5-48,10 64,1 0,1 0,0 0,0 0,1 0,1 1,0-1,0 1,6-12,6-7,20-32,-15 28,-19 32,0 0,1 0,-1 0,0 0,1 0,-1 0,1 0,0 1,-1-1,1 1,0-1,0 1,0 0,0-1,0 1,0 0,1 0,-1 1,0-1,0 0,1 1,-1-1,5 1,-4 0,0 1,0 0,0-1,1 1,-1 1,-1-1,1 0,0 1,0-1,0 1,-1 0,1 0,-1 0,1 0,-1 0,4 5,2 6,0 0,-1 0,0 0,-1 1,0 0,5 23,-5-18,14 52,-13-41,22 53,-20-66,6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37.74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344 123,'-1'-3,"1"1,-1-1,0 1,0-1,0 1,-1-1,1 1,0-1,-1 1,0 0,1 0,-1 0,0 0,0 0,0 0,0 1,-1-1,1 1,-5-3,-4-2,0 0,-23-9,19 10,1 1,-1 0,0 1,0 0,-18 0,27 3,1 0,-1 0,1 0,-1 1,1 0,-1 0,1 1,0-1,-1 1,1 0,0 0,0 1,1 0,-1 0,0 0,1 0,-5 5,4-2,0 0,0 0,0 0,1 1,0 0,1-1,-1 2,-2 10,4-15,1 1,0 0,0 0,1 0,-1 1,1-1,0 0,0 0,0 0,0 0,1 0,0 0,0 0,0 0,0 0,1 0,2 6,6 5,0-1,16 20,-22-30,-1-1,1 1,0-1,0 1,0-1,1 0,-1 0,1-1,-1 0,1 1,0-1,8 2,-1-2,0-1,0 0,0 0,0-1,13-1,-19 0,0 0,-1-1,0 1,1-1,-1 0,0 0,0 0,0-1,0 0,0 0,-1 0,8-7,-6 4,-1 0,0-1,0 0,0 0,-1 0,0 0,0-1,0 1,-1-1,-1 0,3-11,-1-1,-1-1,-1 0,0-29,-1 27,0 16,-1 1,0 0,0-1,0 1,-3-10,3 15,0 1,0 0,0 0,0 0,0 0,0 0,0 0,0 0,0-1,0 1,0 0,0 0,0 0,0 0,0 0,0 0,0 0,0 0,0-1,0 1,0 0,0 0,0 0,0 0,-1 0,1 0,0 0,0 0,0 0,0 0,0 0,0 0,0 0,0 0,-1 0,1 0,0 0,0 0,0 0,0 0,0 0,0 0,0 0,0 0,-1 0,1 0,0 0,0 0,0 0,0 0,0 0,0 0,0 0,0 0,-1 0,1 0,0 0,-6 9,-3 12,8-4,0-1,1 0,4 31,-1-19,-1 4,-1-10,0 1,2-1,1 0,12 42,7 5,-17-49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38.11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82 622,'0'-250,"-1"230,-1 0,-1-1,-1 1,-1 1,-8-23,-3-8,0-2,4 1,4 5,7 15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38.70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37 294,'0'1,"0"0,0 0,0 0,0 0,0-1,0 1,0 0,0 0,0 0,1 0,-1 0,0 0,1-1,-1 1,1 0,-1 0,1 0,-1-1,1 1,-1 0,1-1,0 1,-1-1,1 1,0 0,-1-1,1 0,0 1,0-1,0 1,0-1,-1 0,1 1,0-1,0 0,0 0,0 0,0 0,0 0,0 0,-1 0,1 0,1 0,1-1,0 0,-1 0,1-1,-1 1,1-1,-1 1,1-1,-1 0,0 1,0-1,0 0,0-1,0 1,0 0,-1-1,1 1,1-4,11-11,9-5,-13 14,0-1,-1 0,0-1,-1 0,0 0,-1 0,1-1,-2 0,6-13,-9 17,1-2,-1 1,0-1,-1 0,1 0,1-16,-4 23,0 0,0 0,-1 0,1 0,0-1,-1 1,1 0,-1 0,0 0,1 0,-1 0,0 0,0 0,-1 0,1 0,0 1,-1-1,1 0,-1 1,1-1,-1 1,0 0,1-1,-1 1,0 0,0 0,0 0,0 0,0 1,-3-2,-1 1,1 0,-1 1,0 0,0-1,0 2,1-1,-1 1,0 0,1 0,-1 1,0-1,1 1,-1 0,1 1,0 0,-6 3,0 3,1 0,0 0,1 1,-1 0,2 1,0 0,0 1,1-1,-6 15,10-21,1 0,0 1,0-1,0 1,1-1,0 1,0 0,1-1,-1 1,1 0,0 0,1-1,0 1,-1 0,2 0,-1-1,1 1,0-1,0 1,0-1,1 0,0 0,0 0,4 5,-1-2,1-1,0-1,1 1,-1-1,1 0,1-1,-1 0,1 0,-1 0,1-1,1-1,-1 0,0 0,1-1,-1 0,1 0,0-1,15 0,13-3,0 0,0-3,54-13,-86 17,11-2,27-7,-41 10,-1-1,1 0,0 0,-1 0,0 0,1-1,-1 1,0-1,1 1,-1-1,0 0,3-4,0-9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39.15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317 60,'0'-2,"0"0,1-1,-2 1,1 0,0-1,0 1,-1 0,1 0,-1-1,0 1,0 0,0 0,0 0,0 0,0 0,0 0,-1 0,1 0,-3-2,1 2,0 1,0-1,0 1,-1 0,1 0,0 0,-1 0,1 0,0 1,-1 0,1-1,-7 2,-60-3,28 0,-65 6,105-4,1 1,-1-1,0 0,0 0,1 1,-1-1,1 1,-1 0,1-1,-1 1,1 0,-1 0,1 0,-1 0,1 0,0 0,0 0,-1 1,1-1,-1 2,2-2,0 0,-1 0,1 0,0 0,0 0,0 0,0 0,0 0,0 0,1 1,-1-1,0 0,1 0,-1 0,0 0,1-1,-1 1,1 0,-1 0,1 0,0 0,-1 0,1-1,0 1,0 0,-1 0,1-1,0 1,0-1,0 1,0-1,0 1,1 0,6 3,1 0,0-1,15 4,14 7,3 7,22 11,-53-28,-1 0,1 1,-1 1,0 0,0 0,-1 1,13 11,-3 3,27 37,-43-56,0 1,-1-1,1 0,-1 0,0 1,0-1,0 1,0-1,0 1,-1-1,1 1,-1 0,1-1,-1 1,0 0,0-1,0 1,-1 0,1-1,-1 1,1-1,-1 1,0 0,0-1,0 0,0 1,0-1,-1 0,1 1,-1-1,1 0,-1 0,0 0,0 0,0-1,-3 4,-7 3,0 0,0 0,-1-1,0-1,-18 7,7-5,0-1,0-2,-1 0,-30 1,28-3,-46 8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41.45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28 109,'-18'0,"17"0,1 0,-1 0,1 0,-1 0,1 0,-1-1,1 1,0 0,-1 0,1-1,-1 1,1 0,0 0,-1-1,1 1,0 0,-1-1,1 1,0 0,0-1,-1 1,1-1,0 1,0-1,0 1,0 0,-1-1,1 1,0-1,0 1,0-1,0 1,0-1,0 1,0-1,0 1,0 0,1-1,-1 1,0-1,0-2,0 3,0 0,0 0,1 0,-1 0,0-1,0 1,0 0,0 0,0 0,1 0,-1 0,0-1,0 1,0 0,0 0,1 0,-1 0,0 0,0 0,0 0,1 0,-1 0,0 0,0 0,0 0,1 0,-1 0,0 0,0 0,0 0,0 0,1 0,-1 0,0 0,0 0,0 0,1 0,-1 0,0 0,0 1,0-1,0 0,1 0,-1 0,0 0,0 1,16 8,14-17,-9 9,0-1,31-3,-14 0,0-1,66-17,-35 7,-24 6,1 0,7 6,9-1,2 0,-3 3,-12 0,-8-1,-13-3,-4-2,-1-7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42.11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1,'4'0,"-1"1,1 0,-1 0,0 0,1 0,-1 1,0-1,6 4,12 6,175 73,-156-66,-32-14,1 1,0 0,-1 0,0 0,-1 1,1 1,-1-1,0 1,-1 0,1 1,-1-1,-1 1,0 0,0 1,0-1,-1 1,-1 0,1 0,-1 1,-1-1,2 12,-3-15,0 0,-1 0,0 0,0 0,0 0,-1 0,0 0,0 0,0 0,-1-1,0 1,0 0,0-1,-1 1,0-1,0 0,0 0,-7 8,6-8,-5 6,1 0,-20 17,-6-2,-11 8,-21 12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19.61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1130,'0'-33,"7"-159,2 10,-9 138,0-9,1-11,8-138,1-63,-10 256,0 1,1-1,1 1,-1 0,1 0,4-11,-5 17,0 0,0 1,-1-1,1 0,0 1,1-1,-1 1,0-1,0 1,1 0,-1-1,0 1,1 0,2-2,-3 3,1 0,-1-1,0 1,1 0,-1 0,1 0,-1 0,0 0,1 0,-1 0,1 0,-1 1,0-1,1 0,-1 1,0-1,1 1,-1-1,0 1,0 0,0 0,2 1,10 9,2 14,-2 19,66 271,15 49,-83-318,2 10,-11-52,0 0,0 0,0 0,0 0,0 0,1-1,0 1,0-1,0 0,4 5,0-2,-5-4,-1-1,0 1,1-1,-1 1,1-1,-1 0,1 1,0-1,0 0,-1 0,1 0,0-1,0 1,0 0,0-1,0 1,0-1,3 1,-4-2,0 0,-1 0,1 1,0-1,-1 0,1 0,-1 0,1 0,-1 0,0 1,1-1,-1 0,0 0,1 0,-1 0,0 0,0 0,0 0,0-2,1-24,-1 23,0-52,0 21,0-10,4-16,-19-240,2 142,11 96,4 21,6 11,5 10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20.17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122 273,'33'-17,"-11"6,-1 0,-1-1,25-20,-40 28,-1 0,1 0,-1 0,0-1,-1 1,1-1,-1 0,0 0,0 0,0 0,-1 0,0-1,0 1,0-1,-1 0,0 1,0-1,1-9,-3 11,1 0,-1 0,0 0,0 0,0 0,-1 0,1 1,-1-1,0 0,0 1,0 0,-1-1,1 1,-1 0,0 0,1 0,-1 1,-1-1,1 1,0-1,-1 1,1 0,-1 0,1 1,-1-1,0 1,0 0,0 0,0 0,0 0,-5 0,-2 3,0 0,0 1,0 0,0 1,0 0,1 1,-1 0,1 0,1 1,-1 0,1 1,0 0,1 1,-1 0,1 0,1 1,0 0,0 0,1 0,0 1,0 0,1 0,1 1,-1-1,2 1,0 0,0 0,1 0,-2 23,4-26,1 0,0 0,1 0,-1 0,1 0,1 0,0-1,0 1,0-1,1 0,0 0,0 0,1 0,0-1,0 0,1 0,8 8,-3-5,0-1,0 0,1 0,0-1,0-1,1 0,0-1,0 0,17 4,-16-9,-5-6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20.52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171 503,'-3'1,"0"-1,0 0,1 0,-1 0,0 0,1-1,-1 1,0-1,1 1,-1-1,0 0,1 0,-1 0,1 0,0-1,-1 1,1-1,0 1,0-1,0 0,0 0,0 0,0 0,0 0,1 0,-1-1,1 1,-2-3,-1-8,0-1,0 1,2-1,-1 1,2-1,-1-20,-3-31,-3 31,-12-34,-1-3,12 41,6 22,0 0,1 1,0-1,0 0,0-13,1 9,-3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20.87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0,'0'0,"8"0,0 0,13 0,-2 0,9 0,4 0,9 0,-6 0,2 0,-1 0,12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21.32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200 1,'-1'1,"1"-1,0 1,-1 0,1 0,-1-1,1 1,-1 0,1-1,-1 1,1 0,-1-1,0 1,1-1,-1 1,0-1,1 0,-1 1,0-1,0 0,1 1,-1-1,0 0,0 0,0 0,0 1,1-1,-1 0,0 0,0 0,-1-1,-41 2,15-1,25 0,0 1,1-1,-1 1,0 0,1 0,-1 1,1-1,0 0,-1 1,1-1,0 1,0 0,0 0,0 0,-2 2,-24 38,17-24,7-12,1 0,-1 1,2 0,-1-1,1 1,0 0,0 0,0 10,-1 56,3-66,0-2,0 0,1 0,0 0,0 0,0-1,0 1,1 0,0 0,0-1,0 1,1-1,0 0,-1 1,1-1,1-1,-1 1,1 0,-1-1,8 6,-6-6,0 1,1-1,-1 0,1-1,-1 1,1-1,0 0,0-1,0 1,0-1,0 0,0-1,0 1,1-1,7-1,-6 0,-1-1,1 1,-1-1,1 0,-1-1,0 0,0 0,0-1,-1 1,1-2,-1 1,7-6,-9 5,0 1,0-1,0 0,-1 0,1 0,-1-1,-1 1,1-1,-1 1,0-1,0 0,0 0,-1 0,0 0,0-11,0 10,-1 1,1-1,-1 1,-1-1,1 1,-1-1,-1 1,1 0,-1-1,0 1,0 0,-1 0,0 0,0 1,0-1,-1 1,0-1,0 1,0 0,0 1,-1-1,0 1,0 0,0 0,0 0,-12-5,-31-13,24 7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22.20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6 530,'0'-45,"-4"-102,2 126,2 0,1 1,0-1,1 0,2 1,0-1,1 1,1 0,1 1,0 0,2 0,0 0,13-19,-20 35,0 0,1 0,-1 0,1 0,-1 1,1-1,0 1,0-1,0 1,0 0,1 0,-1 0,7-2,-8 4,-1-1,1 1,0 0,-1 0,1 0,0 0,0 0,-1 0,1 1,0-1,-1 0,1 1,0-1,-1 1,1 0,-1-1,1 1,-1 0,1 0,-1 0,0 0,1 0,-1 1,0-1,0 0,0 1,0-1,0 0,0 1,0-1,0 1,0 2,6 13,-1 0,-1 1,0-1,-2 1,0 0,0 1,-2 19,7 40,-1-27,-6-35,1 1,0-1,2 0,0 0,0 0,2 0,13 28,-3-25,7-9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22.80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327 100,'0'-2,"-1"0,0 0,1 0,-1 0,0 0,0 1,0-1,0 0,0 0,0 0,0 1,-1-1,1 1,-1-1,1 1,-1 0,1-1,-1 1,0 0,0 0,1 0,-1 0,-2 0,-8-4,1 0,-18-3,26 7,-31-10,25 8,-1-1,0 2,0-1,-14 0,20 2,1 1,-1 1,1-1,0 0,-1 1,1 0,0 0,-1 0,1 0,0 0,0 1,0-1,0 1,0 0,0 0,0 0,-2 3,-4 4,1 0,0 0,1 1,0 0,1 0,0 0,0 1,1 0,1 0,-5 15,7-20,1 1,-1-1,1 1,0-1,1 1,-1 0,1-1,1 1,-1 0,1-1,0 1,1 0,-1-1,2 0,-1 1,0-1,1 0,0 0,7 9,-7-12,-1-1,1 1,-1-1,1 0,0 0,0 0,0 0,0-1,0 1,0-1,1 0,-1 0,0 0,1 0,-1 0,1-1,-1 0,1 1,-1-1,1-1,-1 1,1 0,-1-1,1 0,-1 0,0 0,1 0,4-3,-1 1,1 0,-1-1,0 0,0-1,0 0,-1 0,1 0,-1-1,0 0,-1 0,7-8,2-9,0 0,-2-2,-1 1,0-1,11-43,-19 56,7-32,-8 33,-6 18,-18 38,13-27,0 2,-10 30,8-10,-1 1,-13 81,25-118,0 1,0-1,0 1,1-1,0 0,0 1,0-1,1 0,-1 1,1-1,0 0,0 0,0 0,1-1,0 1,-1 0,1-1,0 0,1 0,-1 0,0 0,1 0,0-1,6 4,13-1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23.18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141 724,'-4'-4,"1"-1,0 1,0-1,0 0,0 0,1 0,0 0,-2-7,-11-48,12 45,-8-37,-30-120,29 126,4-4,-2-13,4-9,0-5,5 10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23.62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51 255,'0'1,"0"0,0 0,0 0,0 0,0 0,1 0,-1 0,0 0,1 0,-1 0,1 0,-1 0,1 0,-1 0,1 0,-1 0,1 0,0 0,0-1,-1 1,1 0,0-1,1 2,1-1,-1 0,0 0,1-1,-1 1,1 0,-1-1,1 1,-1-1,6 0,-1 0,0-1,0 0,0 0,0-1,0 0,0 0,6-3,-6 2,-1-1,1 1,-1-1,0-1,-1 1,1-1,-1 0,0 0,0 0,0-1,-1 0,7-9,-8 7,0 0,0 1,0-1,-1 0,0 0,-1-1,0 1,0 0,-1 0,1-1,-3-8,2 13,0 0,-1-1,0 1,0 0,-1 0,1 0,-1 0,1 0,-1 0,-1 1,1-1,0 1,-1-1,0 1,0 0,0 0,0 0,0 0,0 0,-1 1,1 0,-1 0,0 0,0 0,-7-2,6 2,0 1,-1 0,1 0,0 0,-1 1,1-1,0 1,-1 1,1-1,0 1,-1 0,1 0,0 0,0 1,0 0,0 0,0 0,0 1,1-1,-8 7,6-4,0 1,0-1,1 1,0 1,0-1,1 1,0-1,0 1,0 1,1-1,0 0,1 1,-1 0,1-1,1 1,0 0,0 0,0 0,1 0,0 0,1 0,-1 0,2 0,-1 0,1-1,0 1,1 0,0-1,0 0,0 1,1-1,0-1,1 1,-1 0,1-1,1 0,-1 0,1-1,0 1,0-1,1-1,-1 1,1-1,0 0,13 5,-3-3,1-1,0 0,1-1,-1-1,25 1,-19-6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24.06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293 88,'0'-11,"1"9,-1-1,1 1,-1 0,0 0,0 0,0-1,0 1,0 0,-1 0,1-1,-1 1,1 0,-1 0,0 0,0 0,0 0,0 0,0 0,0 0,-1 0,1 1,-1-1,-2-2,-3 0,-1 1,1-1,-1 2,0-1,0 1,0 0,-14-1,-62 1,52 3,32-1,0 0,-1 0,1 0,0 0,0 0,-1 0,1 0,0 0,0 0,0 0,-1 0,1 0,0 0,0 0,0 0,-1 0,1 0,0 0,0 1,0-1,0 0,-1 0,1 0,0 0,0 1,0-1,0 0,0 0,-1 0,1 0,0 1,0-1,0 0,0 0,0 1,0-1,0 0,0 0,0 0,0 1,0-1,0 0,5 13,14 12,-7-15,1-1,-1 0,2-1,-1 0,1-1,22 8,-14-6,-1 1,26 15,-42-21,1 0,-1 0,1 1,-1-1,0 1,-1 1,1-1,-1 0,0 1,-1 0,7 12,-9-15,-1 0,1 0,0 0,-1 0,1 0,-1 0,0 0,0 0,0 0,-1 1,1-1,-1 0,1 0,-1 0,0-1,0 1,0 0,-1 0,1 0,-1-1,1 1,-1-1,0 1,0-1,0 0,-1 0,1 0,0 0,-6 4,0 0,-1-1,0 0,0 0,-1 0,1-2,-1 1,-15 3,-84 11,98-17,0 0,-1-1,1-1,0 0,-1 0,1-1,-17-5,-4-7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25.53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602 96,'-2'-7,"-1"-1,1 1,-2-1,1 1,-1 0,-7-10,8 14,0 0,0 0,-1 1,1-1,0 1,-1-1,0 1,1 0,-1 1,0-1,0 1,0 0,0 0,-7-1,-2 0,0 1,0 0,-1 1,1 1,0 0,-14 3,0 2,-51 18,58-17,1 2,0 1,1 0,-19 15,1 3,-4 10,30-27,1 1,-11 18,11-14,0 1,-8 23,8-14,-9 45,14-46,0-1,1 33,3-40,1-1,1 0,0 1,6 17,-4-21,0-1,1 1,0-1,1 0,9 12,-7-11,2 0,0-1,1 0,13 11,-10-10,1-2,1 0,18 9,-7-5,37 13,32 2,1-2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26.11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443 114,'0'-3,"-1"0,0 0,0 0,-1 0,1 0,0 0,-1 1,0-1,0 1,0-1,0 1,0-1,0 1,0 0,-1 0,-4-3,-13-13,16 13,-1 1,0 0,0 0,0 0,0 0,-1 1,1 0,-1 0,0 0,0 1,0 0,0 0,0 1,0-1,0 1,-7 0,-2 1,0 0,0 1,0 1,0 0,-25 8,31-7,1 0,0 1,0 0,0 0,1 1,0 0,0 0,0 0,0 1,1 1,0-1,0 1,1 0,-8 12,4-4,0 1,1-1,1 2,1-1,0 1,-4 23,8-31,0-1,1 1,0-1,1 0,0 1,0-1,1 1,0-1,1 1,-1-1,1 0,1 0,0 0,0 0,1 0,6 10,12 20,-15-24,1-1,14 20,-19-30,0 0,0 0,0 0,0 0,0 0,1-1,-1 1,1-1,0 0,-1 0,1-1,0 1,8 1,-2-1,1-2,-1 1,0-1,0-1,0 0,0 0,0-1,0-1,0 1,0-2,-1 1,1-1,-1 0,0-1,0 0,-1-1,0 0,1 0,-2-1,1 0,-1 0,0-1,-1 0,0 0,0 0,6-12,-7 8,0 1,0-1,-1 0,0 0,-1 0,-1 0,2-16,-4 17,0 1,-1 0,0 0,-1 0,0 0,-1 0,1 1,-2-1,-6-13,4 11,-1 0,0 1,-1-1,0 1,-1 1,-17-16,19 19,0 0,-1 1,0 0,-1 1,1 0,-1 0,0 1,0 0,-19-5,19 8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26.57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4 448,'-1'-80,"-1"37,2 0,2 0,13-79,-13 115,0 0,0-1,1 1,0 0,0 0,1 1,0-1,0 1,1 0,-1 0,1 0,1 0,-1 1,1 0,10-7,-15 11,1 0,-1 0,1 0,-1 0,1 1,-1-1,1 0,0 1,-1 0,1-1,0 1,-1 0,5-1,-5 2,1 0,-1 0,1-1,0 1,-1 0,1 0,-1 0,0 0,1 1,-1-1,0 0,0 1,1-1,-1 0,1 3,12 21,0 0,-2 0,-1 1,13 48,6 11,18 33,-46-111,1 1,-1-1,1 1,1-1,-1 0,1 0,1-1,-1 1,1-1,0 0,0 0,1 0,11 9,-1-4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27.12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0 143,'1'3,"0"1,0 0,0-1,0 1,0-1,4 7,4 13,-1 9,-4-15,0 0,9 22,-2-14,-8-14,2 0,0-1,0 0,1 0,0 0,8 10,-3-7,-2 0,12 20,7 11,-3-8,-25-35,0-1,0 0,1 0,-1 0,0 0,0 0,0 0,0 0,0 0,0 0,0 0,0 0,0 0,0 1,0-1,1 0,-1 0,0 0,0 0,0 0,0 0,0 0,0 0,0 0,0 0,1 0,-1 0,0 0,0 0,0 0,0 0,0 0,0 0,0 0,0 0,0 0,1-1,-1 1,0 0,0 0,0 0,0 0,0 0,0 0,0 0,0 0,0 0,0 0,0 0,0 0,1-1,2-7,0-8,10-129,-8 88,6-46,-9 95,27-184,-29 190,0 1,0 0,0 0,0 1,0-1,0 0,0 0,0 0,0 0,1 1,-1-1,0 0,0 0,1 1,-1-1,1 0,-1 0,0 1,1-1,0 0,2 7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43.26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406 14,'-8'-3,"1"1,0 0,-1 0,1 0,-1 1,1 0,-1 0,1 1,-1 0,0 1,1-1,-1 1,1 1,-1 0,1 0,-1 0,1 1,0 0,0 0,1 1,-13 8,1 4,0 1,1 1,0 1,2 1,0 0,-21 41,16-24,1 8,2 12,-2 18,10-22,-3 94,12-46,16 170,-11-233,8-6,13 2,-18-26,0 0,18 12,-19-15,0 0,1-1,0 0,0 0,10 2,54 9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43.70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3,'0'1,"0"-1,0 1,0-1,0 1,0-1,0 1,0-1,0 1,1-1,-1 1,0-1,0 1,1-1,-1 1,0-1,1 1,-1-1,0 0,1 1,-1-1,1 0,-1 1,1-1,-1 0,1 1,-1-1,1 0,-1 0,1 0,-1 0,1 1,-1-1,2 0,21 0,-12-1,294 0,-246-1,1-2,1-1,3 2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44.12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17 1,'0'467,"0"-428,-3 7,-10 5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44.52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12,'460'3,"-399"-7,-27 0,6-3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45.17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2 367,'0'19,"-1"-33,1 5,-1 1,1-1,1 1,0 0,0-1,0 1,1 0,5-14,17-22,-19 37,-1 0,-1 0,1-1,-1 1,0-1,2-13,-2 4,1 0,1 1,0 0,1 0,1 1,1-1,0 1,12-17,-19 31,1 0,-1-1,0 1,1 0,-1 0,0 0,1 0,-1 1,1-1,-1 0,1 1,0-1,-1 1,1-1,0 1,-1 0,1 0,0-1,-1 1,1 1,0-1,-1 0,1 0,0 0,-1 1,1-1,0 1,-1 0,1-1,-1 1,1 0,-1 0,0 0,1 0,-1 0,0 0,1 0,-1 0,2 3,2 13,-5-15,1 1,-1-1,1 1,0-1,0 1,0-1,0 0,0 1,1-1,-1 0,3 3,8 9,-1 1,15 23,-8-9,-15-24,4 4,-5-9,-1-5,0 2,0 1,1-1,-1 1,1 0,0 0,-1 0,1 0,0 0,0 0,0 0,4-1,1-3,24-31,-26 29,1 0,0 1,13-12,-3 3,-13 12,1 0,0 0,0 1,1-1,-1 1,1 0,0 0,0 0,6-2,2 1,3 5,-13 0,1 1,0-1,-1 1,1 0,-1 0,0 0,0 1,1-1,-2 1,1 0,0-1,0 1,-1 0,0 1,1-1,1 4,-1-1,0-1,0 1,-1 0,0 0,0 0,0 0,0 0,-1 0,0 11,-2 13,-3 1,-9 45,4-32,-9 16,14-49,0 0,0 1,1 0,1 0,-2 21,4-31,0-1,0 1,0-1,0 0,0 1,0-1,1 0,-1 1,0-1,1 0,-1 1,1-1,0 2,3 2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45.73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158 70,'0'-1,"0"0,0 0,0 0,1 0,-1 0,-1-1,1 1,0 0,0 0,0 0,-1 0,1 0,0 0,-1 0,1 0,-1 0,1 0,-1 0,0 0,1 0,-1 0,-1-1,0 1,0 1,0 0,1 0,-1 0,0 0,0 0,0 1,1-1,-1 0,0 1,1-1,-1 1,0 0,-2 1,-7 1,0 2,0 0,0 0,1 1,0 0,-10 9,16-12,1 0,0 1,0 0,0 0,0-1,1 2,-1-1,1 0,0 0,0 1,1-1,0 1,-1-1,1 1,1 0,-1 0,1-1,0 8,0 5,0 1,1 0,4 17,-3-30,-1 1,1-1,0 1,0-1,0 0,1 0,0 0,0 0,0 0,1-1,-1 1,9 7,-10-11,0 1,0-1,0 0,0 0,0 0,0 0,0 0,0 0,1-1,-1 1,0-1,0 1,0-1,1 0,-1 0,0 0,1 0,-1 0,0-1,0 1,1-1,-1 1,0-1,0 0,4-2,-3 2,-1-1,1 1,0-1,-1 0,1 0,-1 0,0 0,0 0,0 0,0-1,0 1,0-1,-1 0,1 1,-1-1,1 0,0-4,5-31,-6 27,1 0,6-18,-7 25,1 0,0 0,0 0,0 0,1 0,-1 1,1-1,0 1,0 0,4-4,2 0,-1-1,0 0,0 0,-1-1,10-15,-15 21,0 0,0 0,-1 0,1-1,-1 1,0 0,0-1,0 1,0-1,-1 0,0 1,1-1,-1 1,-1-1,1 0,0 1,-1-1,0 1,1-1,-2 1,-1-6,2 5,-4-16,5 20,0 0,0 0,0 0,0 0,0 0,0-1,0 1,0 0,0 0,0 0,0 0,0 0,0 0,0 0,-1 0,1 0,0 0,0 0,0 0,0 0,0 0,0 0,0 0,0 0,0 0,0 0,0 0,0-1,0 1,-1 0,1 0,0 0,0 0,0 0,0 0,0 1,0-1,0 0,0 0,0 0,0 0,0 0,-1 0,1 0,0 0,0 0,0 0,0 0,0 0,0 0,0 0,0 0,0 0,0 0,0 0,0 0,0 0,0 0,0 1,0-1,0 0,0 0,0 0,0 0,0 0,0 0,0 0,0 0,0 0,-4 19,2 17,4 69,1-67,-6 72,-4-29,7-64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46.49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342 1,'-11'0,"4"-1,0 1,1 0,-1 1,0-1,1 1,-1 1,1-1,-10 4,1 2,6-3,0 1,0-1,0 1,0 1,1 0,-12 10,8-5,-22 25,32-34,1 0,-1 0,1 0,0 0,0 0,0 0,0 1,0-1,1 0,-1 1,1-1,-1 0,1 1,0-1,0 1,0-1,0 4,1-5,13 56,-13-54,1 1,-1 0,1-1,0 1,0-1,0 1,0-1,0 0,1 0,-1 0,1 0,5 4,-7-7,1 0,-1 1,1-1,-1 0,1 0,0 0,-1 0,1 0,-1 0,1 0,0 0,-1-1,1 1,-1 0,1-1,-1 0,1 1,-1-1,0 0,1 0,-1 0,0 1,2-3,36-30,-32 26,33-25,-28 22,1 0,19-21,-26 25,-1 0,1 1,0-1,0 1,1 1,0-1,-1 1,1 0,1 1,-1 0,1 0,-1 0,1 1,14-2,-18 3,0 1,0 0,0 0,1 0,-1 1,0 0,0-1,0 1,0 1,0-1,0 0,0 1,-1 0,1 0,0 0,-1 1,0-1,1 1,-1-1,0 1,0 0,-1 1,1-1,-1 0,1 1,-1-1,0 1,0 0,2 6,0 2,0-1,-1 0,0 1,-1 0,-1-1,1 1,-2 0,-1 20,-2-4,-2 0,-11 41,2-27,-4 5,-11 2,-13 8,25-37,-29 25,31-33,-1 0,-32 19,31-22,-1-1,-36 11,32-13,1-1,-32 3,45-7,-1 0,1-1,-1 0,1-1,-1 0,1 0,-12-4,15 3,1 0,0 0,-1-1,1 1,0-1,1 0,-1 0,0-1,-4-5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47.06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22 207,'-16'0,"11"0,11 0,13 2,38 11,-46-11,1-2,-1 1,0-1,0-1,0 0,0-1,0 0,0 0,16-7,-8 2,0-1,-1-1,-1-1,26-17,-40 25,0 0,0 0,-1-1,1 1,0 0,-1-1,0 0,0 1,0-1,0 0,0 0,-1 0,1 0,-1 0,0-1,0 1,0 0,0-1,0 1,-1-1,1 1,-1 0,0-1,0 1,-1-1,1 1,-1-1,0 1,-1-6,0-1,2 8,0 0,0 1,0-1,-1 0,1 1,0-1,-1 1,1-1,-1 0,1 1,-1-1,0 1,0 0,0-1,0 1,0 0,0-1,0 1,0 0,0 0,0 0,-1 0,1 0,0 0,-1 0,1 0,-3 0,-4 0,0 0,0 0,0 1,0 0,-1 1,1 0,0 0,0 1,1 0,-12 4,8-2,-1 1,1 0,1 1,-1 0,1 1,-13 10,5-2,11-10,0 0,0 1,1 1,-1-1,2 1,-1 0,1 0,-5 8,9-13,0 0,1 0,0 0,-1 0,1 0,0 0,0 0,0 0,0 0,1 0,-1 0,0 0,1 0,-1 0,1 0,0 0,1 3,22 34,-13-24,-6-7,2 0,-1 0,1-1,0 0,0 0,1 0,10 6,2 0,43 20,-55-30,1 0,0 0,0 0,1-1,-1-1,0 0,1 0,-1 0,17-3,-6-2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47.81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58 572,'29'-126,"-23"98,-6 23,1 0,-1 1,1-1,-1 0,-1 0,1 1,-1-1,1 0,-1 1,-1-1,-1-6,-3-1,0 0,-13-18,14 22,0 1,0-1,1 0,0-1,0 1,1-1,0 1,-2-10,3-22,-1-42,-1 44,0-17,3 52,1 7,-1 16,0 9,0-12,1-1,0 1,4 19,-1 3,6 65,-7-120,0 1,2-1,8-24,-1-2,-9 33,7-35,2 14,6 3,-15 24,0 0,1 0,-1 1,1-1,0 1,0-1,0 1,0 0,0 1,0-1,1 0,-1 1,5-2,-5 3,0-1,0 1,-1 0,1 0,0 0,0 1,-1-1,1 1,0-1,0 1,-1 0,1 0,0 0,-1 0,1 0,-1 1,0-1,4 4,2 1,0 1,-1 1,0-1,0 1,-1 0,0 1,0-1,-1 1,0 0,-1 1,5 13,-2-2,-2 1,0 0,-1 0,1 26,-1-16,-3-22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48.29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0 221,'8'0,"0"-1,0 1,-1-1,1-1,0 1,-1-1,1-1,-1 1,0-1,12-6,40-18,-33 17,33-19,-52 24,1 0,-1 0,0 0,0-1,-1 0,0-1,0 1,8-12,-13 16,0 0,0-1,0 1,0 0,-1 0,1-1,0 1,-1-1,0 1,0 0,1-1,-2-2,3-14,-2 19,0-1,0 0,0 1,0-1,0 0,-1 1,1-1,0 0,-1 1,1-1,0 1,-1-1,1 0,0 1,-1-1,1 1,-1-1,1 1,-1 0,1-1,-1 1,0-1,1 1,-1 0,1 0,-1-1,0 1,1 0,-1 0,0 0,1-1,-1 1,0 0,1 0,-1 0,-1 1,-30-2,22 2,0 1,0 0,0 0,1 1,-1 1,1 0,-1 0,1 0,-16 12,13-7,1 1,1 0,0 0,0 1,1 0,-12 18,18-24,1 0,-1 0,1 0,0 1,1-1,-1 0,1 1,0 0,0-1,1 1,0-1,0 1,0 0,0-1,1 1,3 10,1 21,-5-33,1-1,-1 0,1 1,0-1,0 0,1 0,-1 0,1 0,-1 0,1 0,0 0,0 0,0-1,0 1,1-1,-1 0,1 1,0-1,-1 0,1-1,0 1,5 2,-2-1,1-1,0 1,0-1,0 0,0-1,0 0,0 0,0 0,1-1,7-1,-11 0,1 0,-1 0,1 0,-1-1,1 0,-1 0,0 0,0 0,0-1,5-4,-2 2,0-1,-1-1,1 1,7-11,10-21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48.75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179 1,'28'117,"-28"-114,1-1,0 0,-1 1,1-1,1 0,-1 0,0 0,0 1,1-1,-1-1,1 1,0 0,0 0,3 2,-5-4,1 1,-1-1,0 0,1 0,-1 0,0 0,0 0,1 0,-1 0,0 0,1 0,-1 0,0 0,1 0,-1 0,0 0,1-1,-1 1,0 0,0 0,1 0,-1 0,0 0,0-1,1 1,-1 0,0 0,0 0,0-1,1 1,-1 0,0 0,0-1,4-19,-4 19,0-1,0 1,0-1,-1 1,1 0,0-1,-1 1,1 0,-1-1,1 1,-1 0,0 0,0-1,1 1,-1 0,0 0,0 0,0 0,0 0,0 0,-1 0,1 1,0-1,0 0,0 1,-1-1,1 0,0 1,-1 0,1-1,0 1,-1 0,1 0,-1-1,1 1,-1 0,-1 1,-9-1,-1 1,1 0,-20 5,9-2,3-2,1 2,-37 10,55-14,0 1,0-1,0 0,0 1,1-1,-1 0,0 1,0-1,0 1,1 0,-1-1,0 1,1 0,-1-1,0 1,1 0,-1 0,1 0,-1-1,1 1,-1 0,1 0,0 0,-1 0,1 0,0 0,0 0,0 0,0 0,0 0,0 0,0-1,0 1,0 0,0 0,1 0,-1 0,0 0,1 1,0 1,0-1,1 0,-1 0,0 0,1 0,-1 0,1 0,0 0,0 0,0-1,0 1,0-1,0 1,3 0,85 29,10 5,-91-32,0 0,0 1,0 0,-1 1,0 0,0 0,-1 1,8 8,-11-11,-1 0,0 1,0-1,0 1,0 0,-1 0,0 0,0 0,0 0,-1 1,1-1,0 8,-2-9,0 0,0 0,0 0,-1-1,1 1,-1 0,0 0,0 0,-1 0,1-1,-1 1,1-1,-1 1,0-1,-1 0,1 1,-3 2,-5 5,-7 6,-29 11,12-9,26-16,-1-2,-22 4,4-8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6:49.19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0,'5'0,"12"0,-1 0,26 5,-37-4,1 0,0 1,-1 0,1 0,-1 1,0-1,0 1,0 0,0 1,7 5,7 10,0 2,-1 0,-1 1,-1 1,-1 0,-1 1,16 36,-10-15,0 11,-5 11,-8-7,-2 1,-3 0,-6 64,1-92,-7 32,3-36,-12 35,9-38,-20 38,12-34,0-1,-2-1,-1-1,-34 34,-33 25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01.857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563 82,'4'-3,"1"0,-1-1,0 0,0 1,6-9,-9 10,1 1,-1 0,0-1,0 0,0 1,0-1,-1 1,1-1,0 0,-1 0,1 1,-1-1,1 0,-1 0,0 0,0 0,0 1,0-1,0 0,-1-3,0 4,0 0,0 0,0 0,0 0,0 0,0 0,-1 0,1 0,0 0,-1 1,1-1,0 0,-1 1,1-1,-1 1,1 0,-1-1,1 1,-1 0,1 0,-1 0,1 0,-1 0,-1 1,-39 5,4 6,0 2,1 1,-39 24,32-16,-48 34,77-47,2 1,-1 0,2 1,-1 1,2 0,-21 28,30-37,0-1,0 1,0 0,0 0,0 0,1-1,0 1,0 1,0-1,0 0,1 0,-1 0,1 0,0 0,0 1,1-1,-1 0,1 0,0 0,0 0,0 0,1 0,-1 0,1 0,0-1,0 1,1 0,-1-1,1 0,-1 0,1 1,0-1,0-1,1 1,-1 0,0-1,1 0,0 0,4 2,241 87,-57-24,-152-49,-33-14,0 1,0-1,11 11,-13-10,0 0,0 1,-1-1,0 1,4 7,-4-6,-1-1,0 1,-1-1,0 1,2 12,-2-12,-2 0,1 1,-1-1,0 0,-1 0,-1 9,0-8,0-1,0 0,-1 1,0-1,0 0,0-1,-5 8,-2-1,0 0,0 0,-1-1,-1-1,0 1,0-2,-18 12,9-9,0-1,-1-1,0-1,-29 9,-7-3,0-3,-1-2,-69 3,88-9,3 1,9 3,4-1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02.449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77 281,'10'-1,"0"0,1-1,-1 0,0-1,0 0,0 0,15-9,-13 6,1 1,0 1,20-6,-25 9,-1 0,1-1,-1 0,1 0,-1-1,0 0,0 0,0-1,0 0,-1 0,1-1,-1 0,0 0,-1 0,1 0,-1-1,0 0,0 0,6-11,36-51,-46 67,-1 0,1 0,0-1,-1 1,1 0,-1 0,1 0,-1 0,0-1,1 1,-1 0,0 0,0-1,0 1,0 0,0 0,0-1,0 1,0 0,0-1,-1 1,1 0,-1-2,0 1,-1 0,1 0,-1 0,1 1,-1-1,0 0,1 1,-1-1,0 1,0 0,-4-3,-2 1,0 0,1 0,-1 0,-1 1,1 1,-12-2,10 2,-1 2,0-1,0 2,0-1,0 1,1 1,-1 0,1 0,0 1,0 1,0-1,-17 13,8-4,1 1,0 1,1 1,1 0,-16 21,26-28,-1 1,1-1,0 1,1 0,1 0,-1 1,-3 14,3-4,0 1,-1 37,5-53,1-1,0 1,0 0,1 0,0-1,0 1,0 0,1-1,-1 1,1-1,1 1,-1-1,1 0,0 0,0 0,0-1,1 1,0-1,0 1,0-1,0 0,1-1,8 7,-1-4,-1 0,1 0,0-1,0-1,1 0,-1-1,1 0,-1-1,23 1,-4-1,1-2,50-5,-54 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03.148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80 472,'0'20,"-15"-46,-8-49,-7-29,26 86,1-1,0 0,2 0,0-31,2 40,1 0,0 0,0 1,1-1,0 1,0 0,1 0,0 0,1 0,10-14,-9 14,-3 4,0 1,1-1,-1 1,9-9,-11 13,-1-1,1 1,-1-1,1 1,0 0,-1-1,1 1,0 0,0-1,-1 1,1 0,0 0,0 0,-1-1,1 1,0 0,0 0,-1 0,1 0,0 0,0 1,-1-1,1 0,0 0,0 0,-1 1,1-1,0 0,-1 1,1-1,0 1,-1-1,1 1,0-1,-1 1,1-1,-1 1,1-1,-1 1,0 0,1-1,0 2,15 25,19 44,-21-41,20 33,-24-43,-9-17,0 0,1 0,-1 0,1 0,0 0,-1 0,4 2,-5-4,1-1,0 1,-1-1,1 0,0 1,0-1,-1 0,1 1,0-1,0 0,0 0,-1 0,1 1,0-1,0 0,0 0,0 0,-1-1,1 1,0 0,0 0,0 0,0-1,-1 1,1 0,0-1,0 1,-1 0,1-1,0 1,-1-1,2 0,8-8,0 0,0 0,-1 0,-1-1,1-1,8-15,-6 11,0 0,19-20,-7 16,5-2,-23 19,0 0,-1 0,1 0,0 0,6-1,-8 3,0-1,0 1,0 0,0 0,0 0,0 0,0 0,0 1,1-1,-2 1,1 0,0 0,0 0,0 0,0 0,4 3,-3 0,1-1,-1 1,1 0,-1 0,-1 1,1-1,0 1,3 7,0 1,0 2,-1-1,0 1,-1 0,5 31,8 109,-11-54,-6-77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03.720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268 37,'-44'-2,"28"1,1 0,-1 1,0 1,-22 4,32-4,1 2,-1-1,1 1,0 0,0 0,0 0,1 0,-1 1,1 0,0 0,0 0,0 1,1-1,-1 1,1 0,-3 6,-1 2,1 0,0 1,0 0,2 0,-4 18,6-24,0 1,0-1,1 1,1-1,-1 1,1-1,1 1,0 0,0-1,0 1,1-1,1 0,-1 0,1 0,1 0,-1 0,8 10,-10-17,0 0,0 1,0-1,0 0,0 0,0 0,1 0,-1 0,0 0,1 0,-1-1,1 1,-1 0,1-1,-1 1,1-1,-1 0,1 1,0-1,-1 0,1 0,-1 0,1 0,0 0,-1 0,1-1,-1 1,1 0,0-1,-1 1,1-1,2-1,1-1,1 0,-1-1,0 1,0-1,0 0,0-1,4-4,0-2,0 0,-1-1,-1 0,0 0,9-20,18-67,-11 27,-16 34,-7 34,0-1,1 1,-1-1,1 1,0-1,1 1,2-7,-7 19,1 0,0 0,0 0,1 1,0-1,1 1,-1-1,2 10,-1 15,-1 3,3 0,0 0,3 0,1-1,11 38,-8-45,3-3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04.219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1 579,'0'-345,"1"326,2 1,0-1,0 1,2 0,0 1,2-1,14-29,-20 44,12-21,7 5,-18 17,0 1,1-1,0 1,-1-1,1 1,0 0,0 0,0 1,-1-1,1 0,0 1,0 0,0-1,0 1,0 0,0 1,0-1,0 0,0 1,0 0,0 0,0 0,-1 0,1 0,0 0,3 3,-1-1,-1 1,0-1,1 1,-1 0,0 0,-1 0,1 1,-1 0,0-1,0 1,0 0,3 11,8 28,-3 0,-2 1,-2 0,-1 0,-2 89,2-72,-5-40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04.791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286 56,'-1'-2,"1"0,-1 1,0-1,0 0,0 0,0 1,-1-1,1 1,0-1,-1 1,1 0,-1-1,-2-1,-23-16,23 17,-1 0,1 0,-1 1,1-1,-1 1,1 0,-1 0,0 1,1-1,-1 1,0 0,0 1,0-1,1 1,-1-1,0 2,1-1,-1 0,-7 4,5-1,-1-1,1 1,0 1,0-1,0 1,1 1,-1-1,1 1,0 0,-6 9,9-9,-1 1,1-1,1 0,0 1,0-1,0 1,0 0,0 7,-7 28,0-18,5-16,1 0,0 1,1-1,0 1,0-1,0 1,1 0,1-1,0 1,1 14,0-16,0 1,1-1,0 0,1 1,0-1,0 0,4 7,-6-12,0-1,0 1,1 0,-1 0,1-1,-1 1,1-1,0 0,-1 1,1-1,0 0,0 0,0 0,0 0,0 0,0 0,0-1,0 1,0-1,0 1,0-1,1 0,-1 0,0 0,0 0,0 0,0-1,1 1,2-1,1-2,-1-1,1 1,-1-1,0 1,0-2,0 1,0 0,-1-1,0 0,6-9,11-9,-13 13,0 1,-1-1,0 0,0-1,-1 1,6-17,23-73,-14 36,-4 8,-17 56,0 0,0 0,0 0,0-1,0 1,0 0,0 0,0 0,0 0,0 0,0 0,0 0,0 0,0 0,0-1,0 1,0 0,0 0,0 0,0 0,0 0,0 0,0 0,0 0,0 0,0 0,1 0,-1 0,0-1,0 1,0 0,0 0,0 0,0 0,0 0,0 0,0 0,1 0,-1 0,0 0,0 0,0 0,0 0,0 0,0 0,0 0,0 0,0 0,1 0,-1 0,0 0,0 0,0 0,0 0,0 1,0-1,0 0,0 0,0 0,0 0,0 0,1 0,-1 0,0 0,0 0,4 10,2 15,15 328,-20-345,0 1,1 0,0-1,1 1,0-1,0 0,0 0,1 0,1 0,4 7,5 6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05.639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108 302,'0'0,"0"0,0 0,0 0,0 0,0 0,0 1,0-1,0 0,-1 0,1 0,0 0,0 0,0 0,0 0,0 1,0-1,-1 0,1 0,0 0,0 0,0 0,0 0,-1 0,1 0,0 0,0 0,0 0,0 0,-1 0,1 0,0 0,0 0,0 0,0 0,-1 0,1 0,0 0,0 0,0 0,0-1,0 1,-1 0,1 0,0 0,0 0,0 0,0 0,0 0,0-1,0 1,-1 0,1 0,0 0,0 0,0 0,0-1,-8-6,5 0,0 0,1-1,0 1,0 0,1-1,-2-12,-6-28,6 38,0 3,0-1,1 1,0 0,-1-11,2 17,1-1,0 0,0 0,0 0,1 1,-1-1,0 0,1 0,-1 1,1-1,-1 0,1 0,0 1,0-1,0 1,-1-1,2 1,-1-1,0 1,0 0,0-1,1 1,1-1,19-12,1 2,0 1,1 1,0 0,49-10,-63 17,1 1,-1 0,1 1,20 0,-26 1,0 0,0 1,0 0,0 0,0 0,0 0,0 1,0 0,0 0,0 0,-1 0,7 5,-9-5,-1 0,1 0,0 0,-1 0,0 1,1-1,-1 1,0-1,0 1,-1-1,1 1,0-1,-1 1,1-1,-1 1,0 0,0-1,0 1,0 0,-1-1,1 1,-1 0,0-1,1 1,-2 2,-3 7,1 1,-2-1,-11 20,-79 108,-8 8,9-15,76-102,0 1,-19 49,36-76,0 0,1 0,-1 0,1 0,1 0,-1 0,1 1,0-1,0 6,7 17,-5-24,0 0,0 0,0 0,1-1,4 6,27 19,17 1,21 0,19 8,5 9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07.173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 20,'317'0,"-253"-1,5-5,6 1,-8-1,-30 4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07.541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 0,'0'415,"1"-357,3 8,-1 4,2 5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08.135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334 31,'-15'-5,"0"0,0 1,0 1,0 0,-1 1,1 1,-1 0,-15 2,22 0,1 0,-1 0,1 1,0 0,0 1,0 0,0 0,0 1,1 0,0 0,0 0,0 1,0 0,0 1,1 0,-7 8,7-7,1 1,0 0,0 0,1 0,0 0,1 1,0-1,0 1,1 0,0 0,1 0,-1 0,2 0,-1 1,2-1,-1 0,1 0,0 0,1 0,0 0,0 0,1 0,0-1,7 13,-9-19,0 0,0 0,0 0,0 0,1 0,-1 0,1 0,-1 0,1-1,0 1,0-1,0 1,-1-1,1 0,1 0,-1 1,0-1,0-1,0 1,0 0,1 0,-1-1,0 0,1 1,-1-1,0 0,1 0,-1 0,0 0,1-1,-1 1,0-1,1 1,-1-1,0 0,0 0,3-1,0-1,1 0,-1 0,0-1,0 1,0-1,-1 0,1 0,-1-1,0 1,-1-1,1 0,-1 0,6-11,1-12,-2 0,-1 0,-1-1,-1 0,-2 0,0 0,-3-35,1 84,1 0,9 34,2 17,8 75,-14-120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08.616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16 668,'-2'-60,"1"31,1 0,4-42,-2 55,-1 0,-1 0,-3-21,1 16,2-30,1 15,-2-5,-3-8,1-10,-2-2,3 12,4 22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09.001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95 604,'0'-4,"0"0,-1 1,1-1,-1 1,0 0,0-1,-3-5,-3-15,3 3,0-1,-13-40,13 47,0-1,1 0,0 0,1 0,1-30,-2-24,-5 17,-2 1,4-4,-1 6,3 15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09.530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4 272,'17'0,"0"0,0-1,0-1,0-1,31-8,-32 4,-1 0,1-1,-2-1,25-17,-37 24,32-17,-27 16,0 0,0-1,-1 0,1 0,-1-1,6-5,-11 9,0 0,-1 0,1-1,0 1,-1 0,1-1,-1 1,0-1,1 1,-1-1,0 1,0 0,0-1,0 1,0-1,0 1,0-1,-1 1,1 0,-1-1,1 1,-1-1,0 0,-19-36,14 29,3 3,0 1,0 0,-1 0,0 0,0 1,0-1,0 1,-9-6,10 8,0 0,-1 0,1 1,0 0,-1-1,1 1,-1 0,0 1,1-1,-1 1,0 0,1 0,-1 0,0 0,-6 2,2 0,1 0,0 0,0 1,0 0,0 1,0-1,1 1,-1 1,1-1,0 1,1 0,-1 0,1 1,-9 12,6-7,1 0,0 1,0 0,1 0,1 1,0 0,-5 20,-2 17,4-23,-6 50,13-68,1 0,0-1,0 1,1 0,0-1,0 1,1-1,0 1,1-1,3 9,-2-9,-1-1,1 0,0 0,1 0,8 10,-10-14,0 0,1 0,-1-1,1 1,-1-1,1 0,0 0,0 0,0-1,0 1,0-1,6 1,-5 0,-1-1,1 0,0 0,0-1,0 1,0-1,0 0,0-1,0 1,0-1,-1 0,1 0,0-1,6-2,5-4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09.907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197 458,'0'-4,"0"1,1 0,-2 0,1 0,0 0,0 0,-1 0,0 0,1 0,-1 0,0 0,-3-4,2 2,0-1,0 1,0 0,0-1,0-6,-6-19,-4 2,-29-49,9 18,22 40,-32-72,15 33,22 53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10.249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0 26,'14'0,"14"1,1-2,0-1,0 0,55-14,-75 14,0 0,1 1,-1 0,0 1,1 0,-1 1,0 0,1 0,14 5,-13-4,1 0,-1 0,1-1,-1 0,1-1,13-1,14-9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10.696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0 0,'0'1,"0"0,0 0,0 0,0 0,0 0,0 0,0 0,0 0,1 0,-1 0,0 0,1 0,-1 0,0 0,1 0,-1-1,1 1,-1 0,1 0,1 1,-1-2,1 1,-1-1,1 1,-1-1,1 0,-1 1,1-1,0 0,-1 0,3-1,3 1,43 0,1 1,93 16,-141-16,25 5,33 2,-15-5,7-3,18-4,19-2,32 1,-50 4,0-4,93-17,-144 17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11.128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11 1,'-10'2,"12"3,16 5,40 6,-5-2,65 28,-113-40,101 48,-93-43,-1 1,1 0,-2 1,1 0,16 18,-26-24,0-1,-1 0,0 0,1 1,-1-1,0 1,0-1,0 1,-1-1,1 1,-1 0,1-1,-1 1,0 0,0-1,0 1,0 0,-1-1,1 1,-1 0,1-1,-1 1,0-1,0 1,0-1,-1 1,1-1,0 0,-1 1,-1 1,-6 7,1 0,-2-1,1 0,-17 13,-60 44,43-35,-55 53,91-78,0-1,0 0,-13 8,3-2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11.952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1 953,'0'-56,"12"-329,-7 346,2-6,0-15,-2-16,-3-7,-1 68,0 1,6-22,-7 33,1 1,-1 0,1-1,0 1,0 0,0 0,0 0,0 0,1 0,-1 0,0 0,1 0,3-2,-4 3,0 1,-1-1,1 1,0 0,0-1,0 1,0 0,0 0,0 0,0 0,0 0,0 0,0 0,0 0,0 0,0 0,0 0,0 1,0-1,0 0,0 1,0-1,0 1,0-1,0 2,7 3,-1 0,0 0,-1 1,1 0,-1 1,-1-1,1 1,-1 0,6 11,38 80,-22-37,84 170,-102-210,2-1,0 0,1 0,0-1,2 0,28 29,-34-39,14 12,-21-21,-1 1,1-1,-1 0,1 0,-1 1,1-1,-1 0,1 0,-1 0,1 0,0 0,-1 0,1 0,-1 0,1 0,-1 0,1 0,0 0,-1 0,1 0,-1 0,1 0,-1-1,1 1,-1 0,1 0,-1-1,1 1,-1 0,1-1,-1 1,0 0,1-1,-1 1,0-1,1 1,-1-1,0 1,1-1,-1 1,0-1,0 1,0-1,1 1,-1-2,12-32,-4 1,0-20,-1-21,1-138,-5 103,-2 7,-3 15,-4 27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12.635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149 703,'0'-8,"1"-28,-2 0,-1 1,-2-1,-11-46,5 41,-8-58,10 44,-6-8,0-5,10 52,0 0,-10-24,2 17,-17-26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13.254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1 126,'0'1,"0"0,0 0,1-1,-1 1,0 0,0-1,1 1,-1 0,0-1,1 1,-1-1,1 1,-1-1,1 1,-1 0,1-1,-1 0,1 1,0-1,-1 1,1-1,0 0,-1 1,1-1,0 0,-1 0,1 0,0 1,0-1,-1 0,1 0,0 0,-1 0,1 0,0 0,0-1,-1 1,1 0,0 0,1-1,32-8,59-32,84-30,-160 66,0 1,28-3,-38 6,0 1,1-1,-1 2,0-1,0 1,1 0,-1 0,0 1,8 3,-14-5,1 1,0 0,0 0,0 0,-1 0,1 0,0 0,-1 0,1 1,-1-1,1 0,-1 1,0-1,0 1,0 0,0-1,0 1,0 0,0 0,0-1,0 4,0-2,-1 0,0 0,0 0,-1 0,1 0,0-1,-1 1,0 0,0 0,0 0,0-1,0 1,-2 2,-4 7,-1-1,0-1,0 1,-1-1,-12 10,-79 75,96-91,0 1,0-1,1 1,-1 0,1 0,0 0,-3 6,5-10,0 1,1-1,-1 1,0-1,1 0,-1 1,1-1,-1 1,1-1,0 1,0-1,0 1,0 0,0-1,0 1,0-1,0 1,0-1,1 1,-1-1,1 1,-1-1,1 1,0-1,-1 0,1 1,0-1,0 0,0 0,1 2,-1-2,4 2,0 1,0-1,0 0,1 0,7 3,66 11,-78-17,33 9,13 8,8 11,-45-21,0-1,-1 2,14 12,-17-15,-1 1,-1 0,1 0,-1 0,0 0,5 13,-7-16,-1 1,0 0,0 0,0 0,-1 0,1 0,-1-1,0 1,0 0,0 0,0 0,-2 4,1-3,0-1,-1 1,0-1,0 1,0-1,-1 0,1 0,-1 0,-6 6,3-4,-1 1,0-1,-1-1,1 1,-11 5,-2-1,-1-1,-24 9,-76 18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25.68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26.92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660 584,'-45'-3,"-67"-11,29 2,5 2,-40-3,79 11,-5-1,-4-2,0-3,45 8,0-1,0 0,0 0,0 0,0 0,0-1,1 1,-1-1,-3-2,5 2,0 1,0 0,-1 0,2-1,-1 1,0-1,0 1,0-1,1 1,-1-1,1 1,-1-1,1 0,-1 1,1-4,0 1,0-1,1 1,-1 0,1 0,0 0,0-1,2-3,19-42,7-10,7-10,6-11,3 2,-35 63,21-26,-29 38,1 1,0 0,0 1,0-1,0 0,0 1,1 0,-1 0,1 0,-1 0,1 0,0 1,0 0,0-1,0 2,0-1,0 0,7 0,-8 2,0-1,0 1,0 0,0 0,0 0,0 0,0 0,0 1,0-1,0 1,-1 0,1 0,-1 0,1 0,-1 0,0 1,0-1,0 1,0-1,0 1,-1 0,1 0,-1 0,2 3,5 15,-1 0,-1 0,-1 1,0-1,-2 1,1 23,-5 138,0-147,-1 56,13 114,1-4,-11-156,3-6,4-4,-6-30,1 0,0 0,0-1,0 1,1-1,-1 0,1 0,7 6,18 7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27.30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28.31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169 764,'-1'-3,"0"0,0 1,0-1,-1 0,1 1,-1-1,0 1,0 0,0-1,-3-2,2 2,0 0,1 1,-1-1,1 0,0-1,0 1,0 0,0 0,-1-5,-9-47,9 38,0 1,-7-19,-7-7,6 17,1 0,-11-47,9 20,2-22,1-25,4 1,4 11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28.90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1 184,'7'0,"-6"0,-1 0,0 1,1-1,-1 0,1 0,-1-1,0 1,1 0,-1 0,0 0,1 0,-1 0,0 0,1 0,-1 0,0-1,1 1,-1 0,0 0,0 0,1-1,-1 1,0 0,0-1,1 1,-1 0,0 0,0-1,1 0,0-1,11-5,0 0,1 0,0 1,0 1,0 0,1 1,21-5,-17 5,-1 0,0-2,32-14,-15 0,-14 8,0 1,28-11,-37 18,2-1,0 0,0 1,1 1,25-4,-5 7,5 6,-34-4,0 0,0 1,0-1,0 1,7 5,-7-4,-1-1,0 1,1 0,-1 1,-1-1,5 6,-5-5,0 1,0 0,0 0,-1 0,0 0,2 9,-2-7,-1 1,0-1,-1 1,1-1,-2 11,-2 1,-10 34,-13 34,-10 5,-2 0,2 1,28-70,-7 41,13-53,0 1,2-1,-1 1,3 16,-1-21,1 0,0 0,1 0,-1 0,1-1,1 1,0-1,0 0,0 0,1 0,0 0,0-1,1 0,-1 0,1-1,1 1,-1-1,1 0,8 4,13 6,1-1,1-1,45 13,-61-21,-5-1,36 5,-14-5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29.44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137 194,'9'5,"-8"-4,1 0,0 0,0-1,0 1,0 0,0 0,0-1,0 0,0 1,0-1,0 0,0 0,2 0,10 0,0 0,0-1,0-1,15-4,-24 5,0 0,-1-1,1 0,-1 0,1 0,-1 0,0-1,0 0,0 0,0 0,-1 0,1-1,-1 1,0-1,4-5,-1 1,0-2,0 0,0 0,0-1,-2 1,6-14,-10 22,1 0,-1 0,1 0,-1 0,0 0,0 0,0 0,0 0,0 0,0 0,0 0,-1 0,1 0,-1 0,1 0,-1 0,0 0,0 0,0 0,0 1,0-1,0 0,-1 1,1-1,0 1,-1 0,1-1,-1 1,0 0,1 0,-1 0,0 0,0 0,1 0,-1 0,0 1,-3-2,-1 1,-1 0,1 0,0 0,-1 1,1 0,-1 0,1 1,0-1,-1 1,1 1,0-1,0 1,0 0,0 1,-7 3,-2 2,0 0,1 1,1 1,-22 19,18-13,0 1,2 1,0 0,1 1,-12 23,21-34,0 0,1 1,1-1,-1 1,1 0,1 0,-1 0,2 0,-1 0,1 1,1-1,-1 0,2 1,-1-1,4 14,-3-19,1 1,1 0,-1 0,1-1,0 0,0 1,0-1,0 0,1 0,0-1,-1 1,1-1,1 0,-1 0,0 0,1 0,0-1,7 3,7 2,0 0,0-2,28 5,-27-7,1 0,0-1,-1-1,1-1,0-1,0-1,-1-1,1 0,28-10,-10-2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30.25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419 582,'-75'-1,"-87"3,154-1,-1 0,1 1,0 0,0 0,0 1,0 0,1 1,-1 0,1 0,0 0,0 1,0 0,1 0,0 1,-8 8,8-7,0 1,0-1,1 1,0 0,1 0,0 1,0-1,1 1,0 0,0 0,1 0,0 0,0 13,2-9,1-1,0 1,1 0,0-1,1 1,0-1,1 0,9 17,-10-21,-1-3,0-1,0 0,1 1,-1-1,1 0,0 0,0 0,1 0,-1-1,1 0,0 1,0-1,0-1,0 1,9 4,-10-6,-1 0,1 0,0 0,0-1,0 1,0-1,0 1,0-1,0 0,0 0,0-1,0 1,-1 0,1-1,0 0,0 0,0 0,0 0,-1 0,1 0,-1-1,1 1,-1-1,1 0,-1 0,0 0,0 0,2-2,10-13,-1-1,-1 0,0-1,-2 0,0-1,-1 0,-1 0,-1-1,0 0,4-35,0-19,0-131,-10 154,-1-105,-3 108,-2 1,1 2,2 9,2 36,-1-2,1 0,0 0,0 0,1 0,-1 0,1 0,-1 0,1 0,0 0,2-6,-2 9,-1 0,0 0,1 1,-1-1,0 0,1 0,-1 0,0 0,1 0,-1 0,0 1,1-1,-1 0,0 0,0 0,1 1,-1-1,0 0,0 0,1 1,-1-1,0 0,0 1,0-1,1 0,-1 1,0-1,0 0,0 1,0-1,0 0,0 1,0-1,0 0,0 1,0-1,0 0,0 1,5 17,-1 9,0 36,-1-13,-1 131,-4-93,-1 56,1 56,14-18,-11-163,-1-9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30.76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0 176,'0'2,"0"0,0 0,0 1,0-1,1 0,-1 0,0 0,1 0,0 0,-1 0,1 0,0 0,0 0,0-1,0 1,0 0,1 0,-1-1,2 3,0-2,0-1,1 1,-1 0,0-1,1 0,-1 0,1 0,-1 0,1-1,-1 1,7-1,-3 2,-1 0,35-4,-27 1,0-1,25-7,10-3,-44 11,-1 0,0-1,0 0,0 0,0 0,0-1,0 1,-1-1,1 0,3-4,3-1,-2 1,0 1,-1-1,1-1,-2 0,1 0,9-16,-14 21,0 0,-1 0,1 0,-1 0,0-1,0 1,0 0,0-1,-1 1,1-1,-1 1,0-1,0 1,0-1,-1 1,1-1,-1 1,0-1,0 1,0-1,0 1,-1 0,1 0,-3-3,3 4,0 1,0-1,-1 1,1 0,0 0,-1-1,1 1,-1 0,1 0,-1 1,0-1,1 0,-1 0,0 1,0-1,0 1,1 0,-1-1,0 1,0 0,0 0,0 0,1 0,-1 1,0-1,0 0,0 1,-3 1,-4 1,-1 0,1 2,-16 8,24-12,-11 6,0 1,1 0,1 1,-1 1,2-1,-1 1,1 1,1 0,0 0,0 1,-11 23,11-17,1 0,1 0,1 1,0-1,2 1,0 0,1 1,0 19,2-34,1-1,-1 1,1 0,0 0,0-1,0 1,0-1,1 1,0-1,0 0,0 0,0 0,1 0,3 4,-2-3,1 0,1 0,-1 0,1 0,0-1,0 0,0-1,10 5,-1-2,1 0,0-1,0-1,0-1,0 0,0-2,23 1,6-3,7-6,6-4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31.61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336 0,'-215'0,"206"0,1 1,-1 0,1 0,-1 1,1 0,-14 5,19-6,0 0,0 0,0 1,1-1,-1 1,0 0,1 0,0 0,-1 0,1 0,0 0,0 0,0 1,0-1,0 1,1 0,-1-1,1 1,0 0,0 0,-1 4,2-6,0 0,0 1,0-1,1 0,-1 0,0 1,1-1,-1 0,1 0,-1 0,1 1,0-1,0 0,-1 0,1 0,0 0,0 0,0 0,0-1,2 2,25 18,-23-17,2 1,0-1,1 0,-1-1,1 0,0 0,0 0,14 0,5 2,156 37,-125-26,-40-11,0 0,1 1,-2 1,1 1,-1 1,0 0,18 12,-30-16,0 1,0 0,0 0,0 0,-1 1,0 0,0 0,-1 0,0 0,0 0,0 1,-1-1,0 1,0 0,0 0,-1 0,0 0,0 10,-2-14,0 0,0 0,0 0,-1 0,1 0,-1 0,0 0,0-1,0 1,0-1,0 1,0-1,-1 0,1 1,-1-1,1-1,-5 3,-2 2,0-1,-1-1,1 1,-12 2,-7 1,-1-2,0 0,0-2,-48 0,74-4,1 1,0-1,0 0,1 0,-1 0,0 0,0-1,0 1,1 0,-1-1,0 1,1-1,-1 0,-3-1,3-5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32.56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41 1124,'0'20,"-1"-24,1 1,-1 0,0 0,0 0,0 0,0 0,-1 0,-1-4,-10-24,10 15,1-1,1 0,0 0,3-25,0-2,-7-126,4 128,-1-8,2-25,-3-66,0 41,16-167,-11 248,2-18,-4 36,0-1,1 1,-1 0,0-1,1 1,0 0,-1 0,1-1,0 1,-1 0,1 0,0 0,0 0,0 0,0 0,0 0,0 0,0 0,0 1,3-2,-2 1,-2 1,1-1,-1 1,1 0,0 0,-1 0,1 0,-1-1,1 1,0 0,-1 0,1 0,0 1,-1-1,1 0,0 0,-1 0,1 0,-1 0,1 1,-1-1,1 0,0 1,-1-1,1 0,-1 1,1-1,-1 1,1-1,-1 1,0-1,1 1,11 13,5 19,6 18,80 205,-4-8,0 5,-88-223,-2 0,10 54,-17-77,0-7,-1-11,-12-36,6 23,0 1,1-1,2-1,0-31,0 1,2-17,9-129,0-112,-9 304,-1-1,0 1,-1 0,0 0,0 0,-1 0,0 1,0-1,-1 1,-1-1,1 1,-1 0,-7-8,12 16,0 0,0-1,-1 1,1 0,0-1,0 1,0 0,-1 0,1 0,0-1,0 1,0 0,-1 0,1 0,0 0,0-1,-1 1,1 0,0 0,0 0,-1 0,1 0,0 0,-1 0,1 0,0 0,0 0,-1 0,1 0,0 0,-1 0,1 0,0 0,-1 0,1 0,0 0,0 0,-1 0,1 1,0-1,0 0,-1 0,1 0,0 0,0 1,0-1,-1 0,1 0,0 1,0-1,0 0,0 0,-1 1,-6 10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33.13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180 313,'4'-3,"1"1,0-1,0 1,9-4,-10 5,0 0,0-1,0 1,-1-1,1 0,-1 0,1-1,-1 1,0-1,0 1,4-5,5-7,-1-1,0 0,15-27,-24 37,0 0,0 0,0 0,0 0,-1 0,0-1,0 1,0 0,-1-1,0 1,0-1,0 1,0 0,-1-1,0 1,0 0,-3-8,1 6,0 0,0 0,0 1,-1-1,0 1,-1 0,-5-7,8 11,-1 0,1 0,-1 0,0 0,1 0,-1 1,0-1,0 1,0 0,0 0,0 0,0 0,-1 0,1 1,0 0,0-1,0 1,-1 0,-3 1,-4 1,0 0,0 1,1 0,-1 1,1 0,0 1,1 0,-1 1,1-1,0 2,0-1,0 1,1 1,0 0,1 0,0 0,-7 11,7-10,1 1,0 1,0-1,1 1,0 0,1 0,0 0,1 1,0-1,1 1,0 0,1 0,0-1,1 1,3 21,-2-26,0 0,1 1,0-1,0 0,1 0,0 0,1-1,-1 1,1-1,0 0,1 1,-1-2,1 1,0-1,1 0,-1 0,1 0,0 0,0-1,1 0,-1-1,1 0,0 0,0 0,0-1,9 3,122 23,-114-24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33.64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4,'2'50,"17"90,-9-80,-6-44,1 1,0-1,2 0,0 0,1-1,15 24,4 7,-21-34,2 3,1-1,20 26,-14-22,1-2,-14-15,-1 0,0 0,1 0,-1 0,1 0,0 0,-1-1,1 1,0-1,0 1,-1-1,1 1,0-1,3 0,-4 0,0 0,0 0,0-1,0 1,-1 0,1-1,0 1,0-1,0 1,-1-1,1 1,0-1,-1 0,1 1,0-1,-1 0,1 0,-1 1,1-1,0-1,1-5,1 1,-1-1,-1 0,0 0,0 0,1-7,-1-2,3-31,-4-93,0 1,0 75,1-9,2 59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34.03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82 498,'-1'0,"-1"0,1 0,0 0,-1-1,1 1,0-1,0 1,-1-1,1 0,0 1,0-1,0 0,0 0,0 0,0 1,0-1,0 0,0-1,0 1,1 0,-1 0,0 0,1 0,-1-1,1 1,-1 0,0-3,-2-6,1 0,-2-20,0 4,-5-32,3 0,2 0,4-60,0 71,0 42,0 1,0-1,-1 0,1 1,-1-1,0 1,-1 0,1-1,-1 1,1 0,-4-5,3 9,-3 5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34.37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1,'0'12,"0"3,13-3,-2-8,10-1,6 2,1-1,7-1,-4 10,-3-8,4-2,-4 2,-4-5,3 0,-6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34.76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343 32,'0'-1,"0"0,0 0,0 0,0 0,0 0,0 0,0 0,-1 0,1 0,0 0,-1 0,1 0,0 0,-1 0,0 0,1 0,-1 0,1 0,-1 1,0-1,0 0,1 0,-1 1,0-1,-2-1,0 1,-1 0,1 0,-1 1,1-1,-1 1,-5-1,-4 0,-81 0,54 2,33-1,1 1,0-1,-1 2,1-1,0 1,-1 0,1 0,0 0,0 1,1 0,-1 0,1 1,-1 0,1 0,0 0,1 0,-1 1,1 0,-1 0,1 0,1 0,-1 1,1-1,0 1,0 0,1 0,-3 8,2-5,1 0,0-1,0 1,0 0,1 0,1 0,-1 0,2 0,-1 0,1 0,0 0,1 0,0 0,1 0,0-1,0 1,1-1,0 0,6 10,-3-9,1-1,0 1,1-2,-1 1,1-1,1 0,0-1,0 0,0-1,0 0,1 0,14 3,-16-5,-1-1,1 0,0 0,0-1,0 0,-1 0,1-1,0-1,0 1,0-2,0 1,0-1,-1 0,1-1,-1 0,13-6,-16 5,0 1,-1-1,1 0,-1-1,0 1,-1-1,1 0,-1 1,0-1,0-1,0 1,-1 0,0-1,0 1,0-1,-1 0,1 0,-1 1,-1-1,1-10,-1-4,0 0,-1 0,-2-1,-6-30,8 45,-1 1,1 0,-1 0,0 0,-1 0,1 0,-1 1,0-1,0 1,0-1,-1 1,1 0,-1 0,0 1,0-1,-9-5,-2 5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35.12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2 552,'0'14,"0"-20,0-23,0-36,-1-4,11-101,-7 151,2 0,0 0,1 1,1-1,1 1,0 1,15-23,-19 34,0 0,1 0,0 0,0 1,0 0,1 0,11-8,-16 13,1-1,-1 0,0 1,1-1,-1 0,1 1,-1 0,1-1,-1 1,1 0,-1 0,1 0,-1 0,1 0,0 0,-1 0,3 1,-2 0,0 0,-1 0,1 0,0 0,-1 1,1-1,-1 0,0 1,0-1,1 1,-1-1,0 1,0 0,0-1,0 1,-1 0,1 0,0 2,4 13,0 0,-1 1,-1-1,1 20,-2 75,-1-39,-1-33,0-19,0 0,2 0,0 0,1 0,7 21,-2-20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35.63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267 84,'0'-3,"-1"0,0 0,1 0,-1 0,0 0,-1 0,1 1,0-1,-1 0,1 1,-1-1,0 1,0-1,0 1,0 0,-1 0,1 0,-5-3,1 1,1 0,-1 1,0 0,-1 0,1 0,0 0,-1 1,-7-1,8 1,-1 1,1 1,-1-1,1 1,-1 0,1 0,-12 3,14-2,1 0,0 0,0 1,0-1,0 1,0 0,1 0,-1 0,0 0,1 0,-1 0,1 1,0-1,0 1,0 0,0-1,-2 6,-8 13,2-3,-16 39,24-49,0-1,0 0,0 1,1 0,0-1,1 1,0 0,0-1,1 10,1-9,-1 0,1 0,1 0,0 0,0-1,0 1,1-1,0 0,0 0,1 0,0 0,0-1,0 0,1 0,0 0,1-1,-1 1,1-2,0 1,9 4,-12-7,-1-1,0 0,1 0,-1 0,1 0,0 0,-1-1,1 1,0-1,-1 0,1 0,-1-1,1 1,0-1,-1 0,1 0,-1 0,1 0,-1-1,0 1,1-1,-1 0,0 0,4-3,-1 1,0-1,0 0,-1 0,0 0,0-1,0 0,0 0,-1 0,0 0,-1-1,5-8,6-23,-2 5,14-55,-14 42,-12 46,0 0,0 0,0 0,0 0,0 0,0 0,0 0,0 0,0 0,0 0,-1 0,1 0,0 0,0 0,0 0,0 0,0 0,0 0,0 0,0 0,0 0,0 0,0 0,0 0,0 0,0 0,0 0,0 0,-1 0,1 0,0 0,0 0,0-1,0 1,0 0,0 0,0 0,0 0,0 0,0 0,0 0,0 0,0 0,0 0,0 0,0 0,0 0,0-1,0 1,0 0,0 0,0 0,-5 8,1 7,0 1,1-1,1 1,0 0,2 0,-1 0,2 0,0 0,4 19,1-9,0-1,2 1,0-1,22 43,-15-46,5-3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35.99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68 838,'-2'-41,"-11"-64,-1-28,13 72,1-8,1-15,-1-13,-6-9,-7 20,9 73,0 0,-8-16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36.36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105 241,'15'1,"-6"-1,1 1,-1-1,11-2,-19 2,1 0,-1-1,0 1,1 0,-1 0,0-1,0 1,0-1,1 1,-1-1,0 1,0-1,0 0,0 0,0 1,0-1,0 0,0 0,0 0,-1 0,1 0,0 0,0 0,-1-1,1 1,-1 0,1 0,-1 0,1-2,7-169,-8 170,0 1,1-1,-1 0,0 0,0 1,0-1,-1 0,1 1,0-1,-1 0,1 1,-1-1,1 0,-1 1,0-1,1 1,-1-1,0 1,0-1,0 1,-1 0,1-1,0 1,-2-2,1 3,-1-1,1 0,0 1,0-1,0 1,-1 0,1 0,0 0,0 0,0 0,-1 0,1 1,0-1,0 1,0-1,0 1,-1 0,-2 2,-4 1,1 0,0 1,0 0,0 0,1 1,0 0,0 0,0 1,1 0,0 0,0 1,1-1,-6 11,4-3,0-1,1 1,1 0,1 1,0-1,1 1,-1 16,3-25,1 0,0 0,1 0,-1-1,1 1,1 0,-1 0,1-1,1 1,-1-1,1 0,0 1,0-1,1-1,0 1,0 0,7 6,-4-4,1 0,0-1,1 0,0 0,0-1,0 0,1-1,0 0,0-1,13 5,1-2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36.78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337 64,'-16'-7,"-29"-9,8 4,8 4,-1 1,0 1,0 2,0 1,-60 2,129 29,-27-20,0-1,0 0,1-1,0-1,0 0,0 0,1-1,0-1,14 1,21 7,-22-4,-1 1,0 1,36 18,-56-24,1 0,-1 1,0-1,-1 1,1 1,-1-1,0 1,0 0,0 0,0 0,-1 1,0 0,0 0,-1 0,0 0,0 0,0 1,0-1,0 8,-2-12,-1 0,0 1,0-1,-1 0,1 0,0 0,-1 1,1-1,-1 0,0 0,0 0,0 0,0 0,0 0,0 0,0-1,-1 1,1 0,-1 0,1-1,-1 1,-3 1,-4 4,0-1,-1 1,-12 4,7-3,4-2,0 0,-1 0,1-1,-1-1,0 0,-1-1,1 0,-1-1,1 0,-1-1,0 0,-12-2,12-2,12-1,18-5,2 2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37.17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397 941,'-1'-11,"-1"-1,1 1,-2-1,1 1,-2 0,-6-17,-7-20,6 13,-2 1,-1 0,-27-47,19 34,-5-9,-5-17,-20-75,27 71,-51-108,76 184,-1-1,1 1,-1-1,1 1,-1 0,0-1,1 1,-1 0,0-1,0 1,0 0,0 0,0 0,0 0,-1 0,1 0,0 0,0 0,-1 1,1-1,-1 0,1 1,0-1,-4 0,-11 10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37.65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0 205,'21'0,"-19"-1,0-1,0 1,0-1,0 0,0 1,0-1,-1 0,1 0,-1 0,3-4,2-3,4-1,1 1,0 0,0 1,14-7,7-6,-9 6,1 2,0 1,1 1,49-15,-71 26,40-14,7 6,-42 7,1 1,-1 0,1 0,11 3,-15-2,0 0,0 1,0-1,0 1,-1 1,1-1,8 6,-8-4,-1 0,0 1,0-1,0 1,-1 0,1 0,-1 0,0 0,-1 0,1 1,-1-1,0 1,-1 0,1 0,-1 0,0 0,-1 0,1-1,-1 11,-1 11,-2 0,-10 52,12-74,-5 19,-2 0,0 0,-2-1,0-1,-15 24,8-14,-4 14,-2 5,19-41,1 1,0 0,-2 12,4-17,1-1,-1 0,1 1,0-1,1 1,-1-1,1 0,2 7,-1-7,0 0,1 1,-1-1,1 0,0-1,1 1,-1 0,5 3,4 5,2-1,-1 0,1-1,1-1,26 14,-10-8,65 22,-68-29,0-1,1-1,51 6,-48-12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38.15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118 241,'3'-1,"0"-1,1 0,-1 1,1-1,-1 1,1 0,0 0,-1 1,1-1,0 1,0 0,0 0,-1 0,7 1,21-2,-4-3,-6 2,-1-1,1-1,-1 0,0-2,0 0,32-16,-41 16,-1 1,-1 0,0-1,-1 0,0 0,12-12,-19 17,1-1,-1 1,0-1,0 0,1 0,-1 0,0 0,-1 1,1-1,0-1,-1 1,1 0,-1 0,1 0,-1 0,0 0,0 0,0 0,0-1,0 1,-1 0,1 0,-1 0,1 0,-1 0,0 0,1 0,-1 0,0 0,-1 0,1 1,0-1,-2-2,-2-1,1 0,-1 1,0-1,0 1,-1 0,1 1,-1-1,0 1,0 0,0 0,0 1,-1 0,1 0,-1 0,-7 0,0 0,0 0,-1 2,1 0,-1 0,-28 5,29-1,-1 0,1 1,0 1,1 0,-1 0,1 2,1 0,-1 0,-15 15,16-13,0 1,1 0,0 0,1 2,1-1,0 1,0 0,-11 27,16-31,1 0,0 0,0 0,1 1,1-1,0 1,-1 14,3-19,-1-1,1 1,0 0,0-1,0 1,0-1,1 1,0-1,0 1,0-1,1 0,-1 0,1 0,0 0,0-1,6 6,3 2,1-2,0 0,0 0,1-1,0-1,0 0,1-1,0-1,25 6,-21-7,0-1,0-1,0 0,0-1,0-2,0 0,30-5,-8-1,6 2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38.57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473 104,'0'-7,"0"5,0 0,1 0,-1 0,0 0,-1 0,1 0,0-1,-1 1,1 0,-1 0,1 0,-1 1,0-1,0 0,0 0,0 0,-1-1,-3-3,-1 1,1 0,-1 1,0-1,0 1,-1 0,1 1,-1-1,0 1,0 1,0-1,0 1,0 0,-1 1,1 0,-8 0,-7-2,0 2,0 0,0 2,0 0,0 2,-25 5,37-5,1 0,-1 0,1 1,0 0,0 1,1 0,-1 0,1 1,0 0,0 1,1-1,0 2,0-1,1 1,-11 16,13-18,1 0,0 0,0 1,1-1,0 1,0-1,0 1,1 0,0 0,0 0,1 0,0 0,0-1,1 1,0 0,0 0,0 0,1 0,0-1,0 1,1-1,0 0,0 1,0-1,1-1,0 1,0 0,1-1,-1 0,1 0,0 0,0-1,1 1,9 5,8 2,0 0,0-1,1-1,1-1,-1-2,1 0,1-2,-1 0,1-2,0-1,26-1,-16-1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39.10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63 13,'0'0,"0"-1,0 1,0-1,-1 0,1 1,0-1,0 1,0-1,0 1,-1-1,1 1,0-1,-1 1,1-1,0 1,-1-1,1 1,0 0,-1-1,1 1,-1 0,1-1,-1 1,1 0,-1-1,1 1,-1 0,1 0,-1 0,1-1,-1 1,0 0,1 0,-1 0,1 0,-1 0,0 0,-17 3,17-1,-1-1,0 1,1-1,0 1,-1-1,1 1,0 0,0 0,0 0,0 0,0 0,0 0,0 0,1 0,-1 0,0 3,-2 39,2-31,0 14,-3 13,3-1,1 1,2 0,8 46,-5-69,1-1,0 0,1 0,1 0,0-1,1 0,1-1,0 0,17 16,6 0,-31-28,0-1,0 1,0-1,0 0,0 0,0 0,0 0,0 0,0 0,0 0,0-1,1 1,-1-1,0 0,1 0,3 0,0-2,0 0,0 0,0-1,0 0,-1 0,1 0,-1-1,0 0,0 0,-1 0,1-1,-1 1,0-1,0 0,0-1,-1 1,6-12,-3 2,0-1,-2-1,1 1,-2 0,2-31,-3 20,0-1,-2 0,-7-50,5 65,-1 0,0 1,0 0,-1 0,-1 0,0 0,-1 1,0 0,-1 0,-13-17,20 27,-1 0,0 0,1 0,-1 1,0-1,0 0,0 0,0 1,1-1,-1 1,0-1,0 1,0-1,0 1,-2-1,2 1,1 0,0 0,-1 0,1 0,0 1,-1-1,1 0,0 0,0 0,-1 1,1-1,0 0,0 0,-1 1,1-1,0 0,0 0,0 1,0-1,-1 0,1 1,0-1,0 0,0 1,0-1,0 0,0 1,0-1,0 0,0 1,0-1,0 3,0 0,0 0,0 0,0 0,1 0,-1 0,1 0,0 0,2 4,3 2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39.47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55 545,'0'-247,"-2"221,0 0,-12-49,0 7,-8-20,24 77,-2 10,0 1,0 0,0 0,1 0,-1 0,0-1,0 1,0 0,0 0,0 0,0 0,0-1,0 1,1 0,-1 0,0 0,0 0,0 0,0 0,0 0,1-1,-1 1,0 0,0 0,0 0,0 0,1 0,-1 0,0 0,0 0,0 0,1 0,-1 0,0 0,0 0,0 0,1 0,-1 0,0 0,0 0,0 0,0 0,1 1,-1-1,0 0,0 0,0 0,0 0,0 0,1 0,-1 0,0 1,0-1,0 0,0 0,0 0,0 0,1 1,2 6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39.83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0,'0'1,"0"1,0-1,1 0,-1 0,0 0,1 0,-1 0,1 0,-1 1,1-1,-1 0,1 0,0-1,0 1,-1 0,1 0,0 0,0 0,0-1,0 1,0 0,0-1,0 1,0-1,0 1,0-1,0 0,0 1,1-1,-1 0,1 0,6 2,0-1,0-1,12 0,-13 0,52 0,-4-2,101 12,-125-5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40.23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62 480,'-4'-5,"0"0,0 0,1 0,0-1,0 1,0-1,0 0,-2-8,-11-53,12 51,0-12,1 0,1 0,2-40,1 26,0 24,6-34,-4 34,2-33,-5 51,0 0,0 0,0-1,0 1,0 0,0 0,0-1,0 1,0 0,0 0,0 0,0-1,0 1,0 0,0 0,-1-1,1 1,0 0,0 0,0 0,0 0,0-1,-1 1,1 0,0 0,0 0,0 0,0 0,-1-1,1 1,0 0,0 0,0 0,-1 0,1 0,0 0,0 0,-1 0,1 0,0 0,0 0,0 0,-1 0,1 0,0 0,0 0,-1 0,1 0,0 0,0 0,0 0,-1 0,1 1,0-1,0 0,0 0,-1 0,1 1,-7 2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40.61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1,'14'0,"-1"0,1 0,0 1,-1 0,23 6,0 0,0-1,0-2,0-2,41-2,-71 0,12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40.96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1 186,'34'1,"14"0,0-1,75-10,-110 6,1 0,-1 0,0-1,0-1,-1 0,0-1,0-1,0 0,-1 0,11-11,-20 18,-1 0,0 0,0 0,0-1,0 1,0 0,0 0,0-1,0 1,-1 0,1-1,0 1,-1-1,1 1,-1-1,0 1,1-1,-1 1,0-1,0 1,0-1,0 1,0-1,0 0,-1 1,1-1,0 1,-1-1,1 1,-1-1,0 1,1 0,-1-1,0 1,0 0,0-1,0 1,0 0,0 0,0 0,0 0,-1 0,-1-1,-3-3,0 1,-1-1,1 1,-1 1,0-1,-1 1,-10-3,9 4,0 1,-1 0,1 1,-1-1,1 2,0 0,-1 0,-17 5,5 0,0 0,-31 16,45-18,0 0,1 1,-1-1,1 2,0-1,1 1,-1 0,1 0,1 1,-1 0,1 0,0 0,0 1,1 0,-6 15,8-18,0 0,1 0,0 0,0 0,1 0,-1 0,1 0,0 0,1 0,-1 0,1 0,0 0,0 0,0 0,1 0,0-1,0 1,0 0,0-1,1 1,0-1,0 0,0 0,0 0,1-1,-1 1,1-1,6 5,11 6,1 0,0-2,1 0,38 13,-33-16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41.32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0 341,'0'-108,"1"102,0 0,0-1,1 1,-1 0,2 0,-1 0,0 0,1 1,6-10,6-12,-10 15,1 1,0 0,1 1,1 0,-1 0,1 0,1 1,0 0,20-15,-25 22,0-1,0 1,0 0,0 0,1 0,-1 0,1 1,-1 0,1 0,0 0,-1 0,9 1,-9 0,0 1,0-1,0 1,0 1,-1-1,1 0,0 1,-1 0,1 0,-1 0,1 0,-1 0,0 1,0-1,0 1,-1 0,4 4,1 2,0 0,-1 0,-1 1,0 0,0 0,6 17,13 68,-20-70,2-1,1 1,14 31,-14-42,16 27,-3-19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41.70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390 1028,'-1'0,"0"0,0 0,0-1,0 1,0 0,0-1,0 1,0-1,0 1,1-1,-1 0,0 1,0-1,0 0,1 0,-1 0,0 1,1-1,-1 0,1 0,-1 0,1 0,-1 0,1 0,0 0,-1 0,1 0,0 0,0-1,-4-35,3 31,-2-16,-2 0,0 0,-9-21,7 22,0 0,2 0,-4-26,8-39,2 80,1-40,-2-8,-3-11,-4-121,-3-53,10 236,0-1,0 0,0-1,-1 1,0 0,0 0,0 0,0 0,-3-6,-11-5</inkml:trace>
  <inkml:trace contextRef="#ctx0" brushRef="#br0" timeOffset="1">0 478,'8'0,"0"1,0 0,0 0,11 4,18 3,314 5,-334-13,31 0,11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42.16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70 217,'16'-1,"1"-1,-1 0,0-2,0 1,-1-2,1 0,-1-1,0 0,0-1,-1-1,0 0,-1-1,15-12,-21 15,-1-1,1 0,-1 0,-1 0,1 0,-1-1,0 0,-1 0,6-15,-10 22,1 0,-1 0,0 0,0 0,0 0,1 0,-1 0,0 1,0-1,0 0,0 0,-1 0,1 0,0 0,0 0,0 0,-1 0,1 0,-1 0,1 1,-1-1,1 0,-1-1,-1 1,1-1,-1 1,1 0,-1 0,0 0,0 0,1 0,-1 0,0 0,-3-1,-2 1,0-1,1 1,-1 0,0 1,-10-1,4 3,1-1,1 2,-1-1,0 2,0-1,1 2,0-1,0 2,0-1,-18 14,11-4,0 0,0 0,2 2,-25 31,38-44,0-1,1 1,-1 0,1 0,0 0,0 0,1 0,-1 0,1 0,0 1,0-1,0 1,1-1,-1 0,1 1,0-1,0 1,1-1,-1 1,1-1,0 1,0-1,1 0,-1 0,3 5,0-2,0-1,1 1,-1-1,1 0,0 0,1-1,-1 0,1 0,0 0,1 0,-1-1,1 0,11 5,2-2,0 0,0-1,33 6,-33-8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42.59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262 65,'0'-2,"0"0,0-1,0 1,-1 0,1 0,-1 0,1-1,-1 1,0 0,0 0,0 0,0 0,0 0,0 0,-1 1,1-1,-1 0,1 0,-1 1,0-1,0 1,1 0,-1 0,0-1,0 1,0 0,0 1,-3-2,-6-1,0 0,0 1,0 0,-18 0,15 1,-79 1,92-1,0 1,0 0,0 0,0 0,1 0,-1 1,0-1,0 0,0 0,0 0,0 1,1-1,-1 1,0-1,0 0,0 1,1-1,-1 1,0 0,1-1,-1 1,0 0,1-1,-1 1,1 0,-1-1,0 2,1 0,-1 0,1 0,0 0,0 0,0 0,0 0,0 0,0 0,0 0,0 0,1 0,0 2,1 3,1 1,0-1,1 0,-1 0,9 11,-7-12,1 0,0 0,0-1,1 0,13 8,16 14,56 55,-83-75,-1 0,0 1,12 17,-17-21,0-1,-1 1,0 0,1 1,-2-1,1 0,0 0,-1 1,0-1,0 1,1 9,-3-12,1 0,-1 1,1-1,-1 1,0-1,0 0,0 1,0-1,0 0,-1 0,1 0,-1 0,1 0,-1 0,0-1,0 1,0 0,1-1,-2 1,-2 1,-3 2,0-1,0 0,0-1,-13 4,-12 1,-2-2,1-1,-48 0,53-4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44.46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429 12,'-11'-3,"0"0,1 1,-1 0,0 1,0 0,0 1,0 0,0 1,0 0,0 1,0 0,0 1,1 0,-1 0,1 1,0 1,0 0,1 0,-1 1,1 0,0 0,1 1,-1 0,1 1,1 0,-1 0,2 1,-1 0,-8 14,-24 50,22-35,-3 8,3 15,2 21,-5 133,17-107,8-4,11-1,5-12,3-2,68 165,-86-242,0 1,1-2,13 20,-16-26,1-1,-1 1,1 0,0-1,0 0,0 0,0-1,1 0,8 5,14 4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45.16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415 1,'-14'0,"1"1,0 1,0 0,0 0,0 2,-15 5,-3 4,-30 17,28-12,14-8,0 0,1 2,0 0,1 1,1 1,0 1,-20 23,33-34,0 0,1 0,-1 1,1-1,0 0,0 1,-2 7,4-10,-1-1,1 0,0 1,-1-1,1 0,0 1,0-1,0 1,0-1,0 0,0 1,0-1,1 0,-1 1,0-1,1 0,-1 1,1-1,0 0,-1 0,1 1,0-1,0 0,-1 0,1 0,0 0,0 0,0 0,0 0,2 0,13 6,1 0,34 7,7 2,187 76,-234-87,0 0,0 1,0 0,17 14,-23-17,-1 1,0 0,1 0,-2 1,1-1,0 1,-1 0,0 0,0 0,-1 0,1 0,1 8,-3 3,-8 0,-13 0,-17 0,-22 1,-23 1,-13-2,17-6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45.69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69 202,'1'-2,"1"0,0-1,0 2,0-1,1 0,-1 0,0 1,1-1,-1 1,0 0,1 0,0-1,-1 2,1-1,0 0,-1 1,1-1,4 1,8-2,1 2,18 1,-8 0,-14-1,-1 0,1-1,-1-1,1 1,-1-2,0 0,0 0,0-1,0 0,-1-1,0 0,0-1,18-13,-14 9,-11 9,-1 0,1-1,-1 1,0-1,0 0,0 0,0 0,0 0,0 0,0 0,-1 0,1-1,-1 1,0 0,1-1,-1 0,0 1,-1-1,2-4,1-17,-3 22,0 1,-1 0,1 0,0 0,-1 0,1 0,-1 0,0 0,1 0,-1 0,1 0,-1 1,0-1,0 0,0 0,1 1,-1-1,0 0,0 1,0-1,-2 0,-6-3,0 1,0-1,-1 2,1-1,-1 2,1-1,-1 1,0 0,1 1,-1 1,0-1,0 1,1 1,-1 0,-11 4,0 1,1 0,0 2,1 1,0 0,-33 24,43-27,0 1,1 0,0 1,1-1,0 1,0 1,1-1,0 1,0 0,1 1,1-1,0 1,0 0,1 0,0 0,-1 14,4-21,0 0,0 1,0-1,1 0,0 0,-1 1,1-1,1 0,-1 0,1 0,-1 0,1 0,1-1,-1 1,0 0,1-1,-1 0,1 1,0-1,0 0,1-1,-1 1,1 0,-1-1,1 0,0 0,0 0,0 0,0-1,7 3,2-1,0 0,0-1,1 0,-1-1,1 0,-1-1,0-1,24-4,3-5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46.34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429 86,'-29'-11,"24"9,3 1,1 0,0 0,-1 0,1 0,0 0,-1 0,1 0,0 0,0 0,0-1,-1-1,-13-12,1 9,1 0,-1 0,0 2,-18-5,5 2,21 5,0 1,0 0,0 1,0-1,0 1,0 0,0 1,0-1,0 1,-6 2,-7 2,-32 15,35-13,10-5,0 1,1 0,-1 1,1-1,0 1,0 0,0 0,0 1,0 0,1-1,0 1,0 1,1-1,-1 1,1-1,0 1,1 0,-1 0,1 0,1 0,-1 1,1-1,-1 10,2-10,0 0,1-1,0 1,0-1,1 0,0 1,-1-1,2 0,-1 0,0 0,1 0,0 0,0-1,1 1,-1-1,1 0,6 6,-5-6,0 0,1 0,-1-1,1 1,0-1,0 0,0-1,0 1,0-1,0 0,1-1,-1 0,1 0,8 0,-9-1,1-1,-1 0,1 0,-1 0,0-1,1 0,-1-1,0 1,0-1,-1 0,1 0,-1-1,1 0,-1 0,0 0,0-1,-1 1,1-1,4-8,4-4,-2-2,0 1,-1-1,11-32,-16 20,-4 27,-1 1,0 0,1-1,-1 1,1 0,0-1,0 1,2-4,-11 70,1-1,4 1,5 94,2-108,1 1,3 7,1 6,6-5,4-25,-19-33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46.83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1,'0'40,"5"117,-3-136,2-1,0 0,2 0,0 0,15 32,0-3,25 45,-45-92,0 1,1-1,-1 0,1 0,0 0,-1 0,1 0,0 0,0 0,0-1,0 1,1-1,-1 0,0 1,1-1,-1 0,0 0,1 0,4 0,-6-1,1 0,0 0,0 0,0-1,-1 1,1 0,0-1,0 1,-1-1,1 0,-1 0,1 1,0-1,-1 0,1 0,-1-1,0 1,1 0,-1 0,0-1,0 1,0-1,0 1,0-1,0 1,0-1,0 1,0-3,6-14,0-1,-1 0,-1-1,4-35,-1-82,-4 53,-1 52,-1 22,-1 1,0-1,-1 0,0 1,-1-1,-1-13,1 15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47.29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106 295,'154'0,"-151"0,0 0,0 0,0-1,0 1,0-1,-1 0,1 0,0 0,0 0,-1 0,1-1,-1 1,1-1,-1 0,0 1,3-4,-2 2,1-1,-1 0,0 0,0 0,-1-1,0 1,1-1,-1 0,1-4,-1 2,0 1,-1 0,1-1,-1 0,-1 1,1-1,-1 1,-1-1,1 0,-1 1,0-1,0 1,-1-1,0 1,-3-7,0 4,0 0,-1 0,0 0,0 0,-1 1,0 0,0 1,-1 0,0 0,-17-11,20 15,0 1,0 0,0 0,-1 0,1 0,0 1,-1 0,1 0,-1 0,0 1,1 0,-1 0,1 0,-1 1,1 0,-1 0,1 0,-1 1,1 0,0 0,-9 5,4-2,0 0,1 1,0 0,1 0,-1 1,1 0,0 1,1-1,-8 11,12-13,0-1,1 1,0-1,-1 1,2 0,-1 0,0 0,1 0,0 0,0 0,1 1,-1-1,1 0,0 0,1 1,-1-1,1 0,0 0,0 0,3 8,0-4,0 0,0 0,0-1,1 0,1 0,-1 0,1 0,0-1,1 0,0 0,0-1,0 0,1 0,0 0,0-1,1-1,12 6,3-1,0-1,0-2,0 0,1-2,35 2,-39-2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47.78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1 436,'0'19,"0"-30,0-31,-1-32,3-88,-1 150,0 0,1 1,1-1,0 0,0 1,8-16,-9 22,0 0,0 1,1-1,0 1,0 0,0 0,0 0,1 0,-1 1,1-1,0 1,0 0,1 0,-1 0,0 1,1-1,7-2,-10 5,0 0,-1 0,1 0,-1 0,1 0,0 0,-1 0,1 0,-1 1,1-1,-1 1,1-1,-1 1,1 0,-1-1,1 1,-1 0,0 0,1 0,-1 0,0 0,0 0,0 0,0 1,2 1,3 6,0 0,9 18,-8-13,0 1,0 0,-1 1,0-1,-1 1,-1 0,-1 0,0 1,0 20,-1 20,-8 62,1-4,5-58,0-33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48.49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452 6,'0'1,"0"-1,1 1,-1 0,0 0,0 0,0 0,0-1,0 1,0 0,0 0,-1 0,1-1,0 1,0 0,-1 0,1-1,0 1,-1 0,1 0,-1-1,1 1,-1 0,1-1,-1 1,0 0,-1-1,0 0,1 0,-1 0,1-1,-1 1,0 0,1-1,-1 0,1 1,-1-1,-1-1,-2 0,-5-2,0 1,0 0,0 1,0 0,-1 0,-12 1,-67 2,73 0,10 0,-1 0,1 1,-1 0,1 0,-1 0,1 1,0 0,-10 6,-54 39,52-33,14-12,1 1,1 0,-1 0,0 0,1 0,0 1,0-1,0 1,0 0,1 0,0 0,-3 8,0 6,1 1,-3 21,6-34,0-1,1 1,-1-1,1 0,1 1,-1-1,1 0,0 1,0-1,1 0,-1 0,2 0,-1 0,1 0,-1 0,2-1,-1 1,1-1,-1 0,1 0,1 0,-1 0,1-1,0 0,0 0,0 0,0-1,1 1,7 2,2 1,-1-1,1-1,1 0,-1-1,1-1,0 0,-1-1,1-1,0-1,21-1,-6-1,-11 1,1-1,35-8,-11-1,-18 9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48.90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60 640,'8'12,"0"5,-3-5,-2-16,-6-4,-5-9,-8-3,3-4,5-13,4 6,1-5,-2 0,5-9</inkml:trace>
  <inkml:trace contextRef="#ctx0" brushRef="#br0" timeOffset="1">24 45,'-3'-8,"-5"8,3-4,2 1,-2-6,5 1,0 5,0-1,0-1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49.39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323 33,'-8'-5,"-1"1,0 0,0 0,0 1,0 0,-1 1,-17-2,-70 1,73 3,20 0,0 0,-1 1,1-1,0 1,-1 0,1 0,0 1,0-1,0 1,0 0,0 0,0 1,1-1,-1 1,1-1,-1 1,1 0,0 0,0 1,1-1,-5 7,3-3,1 0,-1-1,2 1,-1 0,1 1,0-1,0 0,1 0,0 1,0-1,1 1,1 10,-1-14,1 0,1 0,-1 0,0 0,1 0,0-1,0 1,0-1,0 1,1-1,-1 0,1 0,0 0,0 0,0 0,0-1,0 1,0-1,1 0,-1 0,1 0,0 0,0-1,0 0,-1 0,1 0,0 0,0 0,1-1,-1 1,0-1,0 0,0-1,0 1,0-1,0 0,0 1,7-4,-3-1,-1 0,1 0,-1 0,0-1,0 0,-1 0,0-1,0 0,0 0,-1 0,0-1,-1 0,0 0,0 0,0 0,-1 0,0-1,-1 0,0 0,0 1,0-18,0 15,0-1,-2 12,0 0,0-1,0 1,0 0,-1-1,1 1,0 0,0 0,0-1,-1 1,1 0,0 0,-1-1,1 1,0 0,0 0,-1 0,1-1,0 1,-1 0,1 0,0 0,-1 0,1 0,0 0,-1 0,1 0,0 0,-1 0,1 0,0 0,-1 0,0 0,0 1,0-1,1 0,-1 1,0-1,0 1,1-1,-1 1,1 0,-1-1,0 1,1-1,-1 1,1 0,-1 0,1-1,0 1,-1 0,1 0,0-1,0 1,-1 0,1 0,0 0,0 0,0-1,0 2,-3 30,3-27,-5 56,-1 66,6-107,2 0,0 0,1 0,6 24,-2-20,-6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50.02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304 34,'0'-1,"-1"0,1 0,-1 0,1-1,-1 1,0 0,1 1,-1-1,0 0,0 0,0 0,0 0,0 1,0-1,0 0,0 1,0-1,0 1,-1-1,-26-10,4 8,-1 1,-45 2,32 0,32 0,-1 0,0 1,1 0,-1 0,1 1,-1-1,1 1,-8 4,11-5,1 0,0 1,0-1,0 1,0-1,0 1,0 0,0-1,0 1,0 0,1 0,-1 0,1 0,0 1,-1-1,1 0,0 1,0-1,1 0,-1 1,0-1,1 1,0 0,-1 4,3-5,-1-1,1 1,0 0,-1-1,1 1,0-1,0 1,0-1,0 0,0 0,1 0,-1 0,4 1,2 2,80 39,5 3,-74-35,5 3,-1 0,22 19,-39-28,0 0,-1 0,1 0,-1 1,-1 0,1 0,-1 0,0 1,-1-1,1 1,-1 0,3 10,-5-13,-1 0,0 0,0 0,0-1,0 1,0 0,-1 0,0 0,0 0,0 0,0-1,-3 8,0-5,1 1,-1-1,0 1,0-1,-10 10,7-10,1-1,-2 1,1-1,0-1,-1 1,0-1,0-1,0 0,-1 0,1 0,-14 2,0-2,0 0,0-1,-33-2,21-3,-1-2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51.02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546 1,'-2'0,"0"1,0-1,0 0,0 1,0 0,0 0,0 0,0 0,0 0,0 0,1 0,-1 0,0 1,1-1,-1 1,1-1,-1 1,1-1,0 1,0 0,-1 0,0 2,-3 7,0-1,-6 21,8-23,-61 173,27-97,16-31,-4 15,-38 119,27-90,-3 2,-1 8,1 5,5 0,-38 178,60-227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51.84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328 67,'1'-9,"-1"-17,0 26,0-1,0 0,0 0,0 0,0 0,-1 0,1 0,0 0,0 0,-1 0,1 1,0-1,-1 0,1 0,-1 0,1 1,-1-1,-1-1,-10-1,0-1,0 2,-1 0,1 0,-1 1,0 1,-17 1,8 0,13-1,1 0,-1 1,0 1,1 0,0 0,-1 0,1 1,0 0,0 1,-9 5,16-9,0 1,1-1,-1 1,0-1,0 1,1-1,-1 1,0-1,1 1,-1 0,1-1,-1 1,1 0,-1-1,1 1,-1 0,1 0,0 0,-1-1,1 1,0 2,0-3,0 1,0 0,0 0,1-1,-1 1,0 0,1-1,-1 1,1 0,-1-1,1 1,-1 0,1-1,-1 1,1-1,-1 1,1-1,0 1,0-1,6 4,0-1,1 0,13 4,-12-4,34 15,-2 2,64 41,-55-31,-36-22,-1 0,-1 0,0 2,22 19,-29-23,-1 0,1 0,-1 1,0-1,0 1,-1 0,0 0,0 0,-1 0,0 0,3 14,-4-16,-1 0,1 0,-1 0,1 1,-2-1,1 0,0 0,-1 0,0 0,0 0,-1 0,1 0,-1 0,0-1,0 1,-1 0,0-1,1 0,-1 0,-1 0,1 0,0 0,-1 0,0-1,-6 5,-3 0,0 0,-1 0,0-2,0 1,-1-2,-20 6,-6-2,-49 5,43-11,-2-2,-2-4,-3-10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52.38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85 166,'14'0,"-1"0,0-1,0 0,15-5,-23 5,0-1,0 0,-1 0,1 0,-1 0,1-1,-1 0,0 0,0 0,0 0,-1-1,1 0,-1 0,3-4,4-4,-9 11,0 0,1 0,-1-1,0 1,0-1,0 1,0-1,0 1,0-1,0 1,0-1,-1 0,1 1,-1-1,1 0,-1 0,0 1,1-1,-1 0,0 0,0 0,0 0,-1 1,1-1,0 0,-1 0,1 1,-1-1,0 0,1 1,-1-1,-1-1,1 0,-1 0,0 0,0 0,0 0,0 1,0-1,0 1,0 0,-1-1,0 1,1 0,-1 0,0 1,0-1,0 1,0-1,0 1,0 0,0 0,0 0,-1 0,1 1,0 0,-1-1,1 1,0 0,-1 1,1-1,0 0,0 1,-1 0,-4 2,-5 2,0 0,0 1,1 1,0 0,1 0,-16 14,22-17,1 1,-1-1,1 1,0-1,1 1,-1 1,1-1,0 0,0 1,1-1,0 1,0 0,0 0,0 0,1 0,0 0,0 0,1 0,0 0,0 0,0 1,1-1,0 0,0 0,1 0,-1 0,1 0,1-1,-1 1,1 0,0-1,0 0,0 0,1 0,5 6,-1-3,0-1,1 1,0-1,0-1,1 0,-1 0,1-1,1 0,-1-1,1 0,14 3,-11-4,1 0,-1-1,0-1,1 0,-1-1,1 0,0-2,18-3,-8-3,-4-3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52.76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49 366,'-2'-1,"0"0,1 0,-1 1,1-1,-1-1,1 1,0 0,0 0,-1 0,1-1,0 1,0-1,0 1,0-1,0 1,1-1,-1 1,0-1,0-2,-13-39,10 14,0-1,2 0,2-1,0 1,6-31,-5 57,0-1,0 1,1 0,-1-1,1 1,0 0,1 0,-1 1,0-1,1 0,0 1,0-1,6-4,-6 5,0 1,0 0,0-1,0 1,0 1,1-1,-1 0,0 1,1 0,-1 0,1 0,0 0,-1 0,1 1,0 0,-1-1,6 2,-7-1,0 1,0 0,0 0,0-1,0 1,0 1,0-1,-1 0,1 0,0 1,-1-1,1 1,-1-1,0 1,1-1,-1 1,0 0,0 0,0 0,1 3,3 6,-2-1,5 18,-7-25,1 10,0-1,-1 1,0 0,-1-1,-1 1,0-1,-1 1,-5 19,-3 29,15-6,-7-50,-4-2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53.15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17,'0'3,"8"1,0 0,11-4,14 0,-1 0,13-4,-9-3,8 2,-1-3,-2 8,-6-4,1 4,-4 0,1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53.75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296 35,'-1'-1,"1"0,-1 0,0 0,1 0,-1 0,0 0,0 0,0 0,1 0,-1 0,0 0,0 0,0 1,0-1,-1 0,1 1,0-1,0 1,-2-1,-26-9,18 7,0 1,0 1,-1 0,1 1,0 0,-1 0,1 1,0 1,-11 3,15-3,0 0,0 0,0 1,1 0,-1 1,1-1,0 1,0 1,0-1,1 1,0 0,0 0,0 0,-8 12,9-11,1-1,0 0,0 1,1 0,0-1,0 1,0 0,0 0,1 0,0 0,0 13,1-15,1 0,-1-1,1 1,0 0,0 0,0-1,1 1,-1-1,1 1,0-1,0 1,0-1,0 0,1 0,-1 0,1 0,0-1,-1 1,2-1,3 4,-4-5,0 1,0-1,-1 1,1-1,0 0,0 0,0 0,1-1,-1 1,0-1,0 1,0-1,0 0,0 0,5-1,-1-1,-1 1,0-1,1 0,-1-1,0 0,11-6,-1-1,-2-1,0-1,0 0,18-21,-24 23,0 0,-1 0,0-1,0 0,-1 0,-1 0,7-22,-12 33,0 0,0 0,0 0,0 0,1 1,-1-1,0 0,0 0,0 0,0 0,0 0,0 0,0 0,0 0,0 0,1 1,-1-1,0 0,0 0,0 0,0 0,0 0,0 0,0 0,1 0,-1 0,0 0,0 0,0 0,0 0,0 0,0 0,1 0,-1 0,0 0,0 0,0 0,0 0,0 0,0 0,1 0,-1 0,0 0,0-1,0 1,0 0,0 0,0 0,0 0,0 0,1 0,-1 0,0 0,0-1,0 1,0 0,0 0,0 0,-10 139,9-124,2-1,-1 1,2-1,0 0,1 0,0 1,1-2,1 1,0 0,1-1,0 0,1 0,1-1,8 12,-4-7,-3 3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54.22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147 611,'-2'0,"1"0,0-1,0 1,0-1,0 1,-1-1,1 1,0-1,0 0,0 1,0-1,0 0,0 0,1 0,-1 0,0 0,0 0,1 0,-1 0,0 0,1 0,-1 0,1 0,0-1,-1 1,1 0,0 0,-1 0,1-2,-5-44,5 39,-2-7,0 0,-2 0,1 1,-11-25,7 22,1-1,-6-33,0-43,2 47,-5-4,5-5,-2 3,4 10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54.68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87 246,'67'0,"-63"-1,-1 0,1 0,-1 0,1 0,-1-1,0 1,1-1,-1 0,5-4,15-8,6 4,-23 8,0 1,0-1,-1 0,1-1,-1 1,1-1,-1 0,0-1,0 1,0-1,0 0,-1 0,7-7,-6 3,-1 0,1 0,-1 0,5-17,-8 21,0 0,0 0,-1-1,0 1,1 0,-2 0,1 0,0-1,-1 1,0 0,0 0,-3-8,3 10,0 0,-1 0,1 0,0 1,-1-1,1 0,-1 1,0-1,1 1,-1-1,0 1,0 0,0 0,0 0,0 0,0 0,0 0,0 0,-4 0,-6-2,0 1,-18 0,21 1,-6 0,-1 1,1 1,0 1,0 0,-1 0,1 2,-17 5,25-7,0 1,1-1,-1 1,1 1,-1-1,1 1,0 0,1 0,-1 1,1 0,0 0,0 0,0 1,1-1,0 1,0 0,-6 11,10-14,-1 0,0-1,1 1,0 0,0-1,0 1,0 0,0-1,0 1,1 0,-1-1,1 1,0-1,-1 1,1-1,0 1,1-1,-1 1,0-1,1 0,-1 0,1 0,0 0,0 0,0 0,3 2,3 3,0 0,1-1,0-1,0 0,13 6,-6-4,66 26,-70-29,0-1,0 0,0-1,0 0,15 0,-4-2,-1 4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55.42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193 50,'0'-7,"0"6,0 0,0 0,0 0,0 0,0-1,1 1,-1 0,0 0,1 0,-1 0,1 0,-1 0,1 0,0 0,-1 0,2-1,-1 0,3-2,-25-3,3 3,0 1,-36 0,48 3,1 0,0 0,0 1,0 0,0 0,0 0,0 1,0 0,0 0,0 0,1 0,-1 1,1 0,0-1,-6 6,9-6,-8 10,9-11,1-1,-1 1,1 0,-1-1,1 1,-1-1,1 1,0 0,-1-1,1 0,0 1,-1-1,1 1,0-1,0 0,-1 1,1-1,0 0,0 0,0 0,0 0,0 0,35 12,0 0,-1 3,0 0,-2 3,35 23,-64-38,0 0,0 1,0 0,-1 0,1 0,-1 0,-1 0,1 1,0-1,-1 1,0 0,0 0,0 0,-1 0,0 0,0 0,0 0,0 6,0-5,-1-1,0 1,0-1,0 0,-1 1,0-1,0 0,0 1,-1-1,0 0,0 0,0 0,0 0,-1-1,0 1,0 0,-4 4,-6 2,0-1,0-1,-1 0,0-1,-1-1,0 0,0-1,0-1,-1 0,0-1,0 0,0-2,-29 2,44-4,0 0,1 1,-1-1,0 0,0 0,0 0,1 0,-1 0,0 0,0 0,0-1,1 1,-1 0,0 0,0-1,1 1,-1 0,0-1,1 1,-1-1,0 1,1-1,-1 1,1-1,-1 1,1-1,-1 1,1-1,-1 0,1 1,-1-1,1 0,0 0,-1-1,1 1,0-1,1 1,-1 0,1-1,-1 1,1-1,-1 1,1 0,0 0,-1-1,1 1,0 0,0 0,0 0,0 0,0 0,2-2,12-9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55.81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282 41,'-50'-41,"49"45,0-1,1 1,-1-1,1 1,0-1,0 6,0 18,-2 1,0-1,-2 0,-13 52,-5 10,10-36,-6 12,-5 14,-42 131,38-107,6-5,19-87,-3 15,-3 31,7-31,5 40,-4-66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56.23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1 134,'73'-3,"109"-19,-120 13,-31 3,55-18,-29 6,2-1,1 3,-1 5,-16 6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56.60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36 0,'-17'23,"16"-22,-1 1,0-1,1 1,0 0,-1-1,1 1,0 0,0 0,0 0,0 0,0 0,0 0,1 0,-1 0,1 0,-1 1,1-1,0 0,0 2,3 18,2-1,7 23,4 13,-3-5,-3-12,-2 0,4 47,-10-46,6 0,7 1,6 0,6-2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57.07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1 176,'67'1,"86"-2,-136-1,-1 0,1-1,-1 0,1-1,-1-1,26-12,-35 13,1-1,-1 1,10-10,-14 12,-1-1,1 1,-1-1,1 0,-1 1,0-1,0 0,0 0,-1-1,1 1,1-4,-3 5,0 1,0-1,0 0,0 0,0 0,0 0,0 0,-1 0,1 1,-1-1,1 0,-1 0,0 1,1-1,-1 0,0 1,0-1,0 1,-1-1,1 1,0-1,0 1,-3-2,0 0,1 0,-1 1,0-1,0 1,0 0,0 0,0 1,-6-3,-2 1,0 1,-1 0,1 0,-1 1,0 1,1 0,-1 1,1 0,-1 1,1 0,-1 1,1 0,0 1,1 1,-1 0,1 0,-1 1,2 1,-18 12,21-13,-4 3,1 0,-1 0,2 1,-14 17,21-24,0 0,1 0,-1 0,1 0,-1 0,1 0,0 0,0 0,0 0,0 1,1-1,0 0,-1 1,1-1,0 1,1-1,-1 0,1 1,-1-1,1 0,0 0,0 1,0-1,2 3,1 0,-1 0,1-1,0 1,1-1,-1-1,1 1,0 0,0-1,1 0,-1 0,1-1,0 1,0-1,0-1,0 1,0-1,1 0,-1 0,7 0,15 2,0-1,0-1,36-3,-24 0,-20 1,0-2,36-7,-22 4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57.41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1,'0'4,"1"0,0 0,0 0,0 0,0-1,1 1,0 0,0 0,0-1,0 1,0-1,0 0,4 4,41 40,-39-40,117 100,-103-91,0-2,0 0,1-1,32 12,44 18,-97-42,0 0,1 0,-1-1,1 1,-1-1,1 0,-1 1,1-1,-1 0,6-1,0-2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57.83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209 28,'0'-22,"0"22,0 0,0-1,0 1,-1 0,1-1,0 1,0 0,0 0,-1-1,1 1,0 0,-1 0,1-1,0 1,0 0,-1 0,1 0,0-1,-1 1,1 0,0 0,-1 0,1 0,0 0,-1 0,1 0,0 0,-1 0,1 0,0 0,-1 0,1 0,-1 0,1 0,0 0,-1 1,-1-1,-50 0,51 0,0 0,0 0,0 0,1 0,-1 1,0-1,0 0,1 1,-1-1,0 0,0 1,1-1,-1 1,0-1,1 1,-1 0,1-1,-1 1,1-1,-1 1,1 0,-1 0,1-1,0 1,-1 1,-7 25,2-6,-43 71,45-84,-37 98,37-90,0-1,0 1,2 1,-2 30,4-43,0 0,0 0,1 0,0 0,-1-1,1 1,0 0,1-1,-1 1,1 0,0-1,-1 0,1 1,1-1,-1 0,0 0,1 0,0 0,0-1,0 1,0-1,4 3,2 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58.18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135 712,'0'-51,"-2"-1,-12-71,-10 18,6 41,2-4,-3-2,-1 2,2 10,17 54,0 0,0 0,1-1,-1 1,1 0,0-7,1 10,-1-1,0 1,1 0,-1 0,1 0,-1 0,1 0,-1-1,1 1,0 0,0 1,1-3,-2 3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58.57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1,'0'1,"0"0,0-1,0 1,0 0,1 0,-1-1,0 1,0 0,1 0,-1-1,0 1,1 0,-1 0,1-1,-1 1,1-1,-1 1,1 0,-1-1,1 1,0-1,-1 1,2 0,21 5,28-10,-50 4,26-4,4-1,1 1,0 1,1 1,57 6,-53 2,4 0,55 2,-40-4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7:58.95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422 1,'-337'0,"334"0,-1 1,1-1,-1 1,1 0,-1 0,1 0,0 1,-1-1,1 1,0 0,0 0,0 0,0 0,0 0,1 1,-1-1,1 1,-1 0,1-1,0 1,0 0,1 1,-1-1,0 0,1 0,-2 5,1-2,0 0,1 0,-1 0,1 0,0 0,0 1,1-1,0 0,0 0,0 1,1-1,0 0,0 0,4 9,-2-5,2-1,-1 0,2 1,-1-1,1-1,0 1,1-1,0 0,0-1,1 0,0 0,0 0,0-1,1 0,13 6,-4-3,1 0,0-2,0 0,1-1,0-1,0 0,0-2,0 0,1-2,20 0,-36-1,0-1,-1 1,1-1,0 0,-1 0,1-1,-1 0,1 1,-1-1,0-1,0 1,0-1,0 1,0-1,0 0,-1-1,4-3,-5 4,0 0,0 0,-1 0,1 0,-1 0,0 0,0 0,0 0,0 0,-1-1,1 1,-1 0,0-1,0 1,0 0,0-1,-1 1,1 0,-1 0,0-1,0 1,0 0,0 0,-1 0,-2-5,0 1,-1 0,0 0,0 0,0 1,-1 0,0 0,0 0,-1 1,1 0,-11-6,0 2,-2 0,1 1,-24-7,23 10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8:00.01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0,'4'2,"1"0,-1 0,1 0,-1-1,1 0,-1 0,1 0,0-1,6 0,-9 1,-1-1,1 0,0 1,0-1,-1 1,1-1,0 1,-1 0,1 0,-1-1,1 1,-1 0,1 1,-1-1,2 1,3 3,15 11,12 7,-1 2,0 1,-2 2,42 51,-44-40,1 7,0 16,1 22,-2 21,-4 7,-9-1,-8 8,-3 2,-6-41,-14 88,-3-48,1-3,-9-5,-6 0,-10-8,-4-9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08:50.24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1 177,'68'-1,"72"3,-86 3,-23-1,56-2,-49-4,1 2,7 2,12-1,191-5,-166 3,6-3,15 0,4-1,119-10,-119 8,-51 4,92-7,-54-4,166-11,-188 21,0 3,1-3,5 0,-4 0,1-1,-3-1,35 1,45-2,-128 6,2-2,-2 2,-1 1,-4 0,-4-1,8-3,-2 3,6 1,-20-1,1 0,0-1,0 0,-1 0,1-1,13-6,3-1,-2 2,14 0,-27 8,1 1,81-2,-97 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1:36.333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0 1,'0'0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1:37.309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0 116,'8'-4,"-1"0,0 0,1 0,12-3,-10 4,-1-1,17-9,-19 10,-1 0,0 1,1-1,-1 1,1 0,0 1,11-1,48-1,43 12,-73-9,6 2,14-5,16-2,286-22,-289 22,-6 2,-14 3,-9-1,-13-2,-26 3,0 0,-1 0,1 0,0 0,-1-1,1 1,-1 0,1 0,0 0,-1-1,1 1,-1 0,1-1,0 1,-1 0,1-1,-1 1,1-1,-5-10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1:37.899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 1,'1'0,"0"0,0 0,0 1,0-1,0 0,0 1,0-1,0 1,-1-1,1 1,0 0,0-1,0 1,0 0,0 1,14 8,0-6,1-1,0-1,0-1,-1 0,1-1,20-2,13 0,-4 3,0 1,1 3,50 11,-40-2,-3 1,1 3,-46-15,0 1,-1 0,1 1,8 7,-12-9,0 1,0-1,0 1,-1 0,1 0,-1 0,5 9,-7-10,0 0,0 0,0 1,0-1,0 0,0 1,-1-1,0 0,0 1,0-1,0 0,0 1,-1 3,-1 0,0 0,0 0,-1-1,0 1,0-1,-8 12,-1-1,-29 29,-35 27,-12-1,0-8,4-6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1:38.646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452 74,'0'-1,"-1"1,1-1,0 1,0-1,-1 1,1-1,0 1,-1-1,1 1,-1-1,1 1,-1-1,1 1,-1-1,1 1,-1 0,1-1,-1 1,1 0,-1 0,0-1,1 1,-1 0,1 0,-2 0,-23-5,14 3,-63-21,53 16,-1 0,0 1,0 1,-30-2,38 6,0 1,0 0,0 1,0 0,-26 7,35-7,0 1,1 0,-1 0,0 0,1 1,0-1,0 1,-1 0,2 0,-1 1,0-1,1 1,-1 0,1 0,0 0,0 0,1 1,-1-1,-1 7,3-10,1 0,-1 1,1-1,0 1,0-1,-1 1,1-1,0 1,0-1,1 1,-1-1,0 1,0-1,1 1,-1-1,1 0,-1 1,1-1,0 0,0 1,-1-1,1 0,0 0,0 1,0-1,0 0,0 0,0 0,1 0,-1-1,3 2,4 3,0 0,1-1,16 6,-17-7,77 36,-31-13,-31-16,116 46,-119-48,-1 0,0 2,0 0,-1 1,0 1,-1 0,-1 1,0 1,0 1,-2 0,0 1,23 34,-34-45,0-1,-1 0,0 1,0 0,0-1,0 1,-1 0,0 0,0 0,0 0,-1 0,1 0,-1 0,0 0,-1 0,1 0,-1 0,0 0,-3 8,-7 12,9-21,-1 0,0-1,0 1,-1-1,-5 5,2-2,0-1,-1-1,-12 7,3-4,1 0,-25 5,7-5,-42 5,45-10,-57-2,67-2,0 0,0-2,-25-7,21 2,-38-19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1:39.195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1 136,'24'1,"-1"2,31 6,-40-6,0 0,0-1,0 0,0-1,0 0,1-2,-1 1,0-2,23-5,-10-1,5-1,-1-2,37-17,-63 24,0 0,0 0,0-1,0 0,-1 1,0-2,0 1,0 0,6-12,-10 16,0 1,1-1,-1 1,0-1,0 1,1-1,-1 0,0 1,0-1,0 1,0-1,0 0,0 1,0-1,0 1,0-1,0 0,0 1,0-1,0 1,-1-1,1 0,0 1,0-1,-1 1,1-1,0 1,-1-1,1 0,-2 0,1 0,-1 0,1 0,-1 0,0 0,1 0,-1 1,0-1,1 0,-3 1,-9-3,1 2,-18-1,20 1,-12 0,-1 1,1 0,-34 6,46-4,-1 0,1 1,-1 0,1 1,0 0,0 1,1 0,-1 1,-12 9,12-7,0 0,1 1,0 0,0 1,1 0,0 0,1 0,-7 13,12-19,1 0,-1 0,0 1,1-1,0 0,0 0,0 1,1-1,0 1,-1-1,2 0,-1 1,0-1,1 1,0-1,0 0,0 1,0-1,1 0,0 0,0 0,0 0,0 0,0-1,1 1,5 6,0-2,0 0,1-1,0 1,0-2,1 1,-1-1,1-1,0 0,1 0,13 3,-5-2,1-2,-1 0,1-1,0-1,21-1,0-1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1:39.937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2 358,'0'-23,"-1"18,1-1,0 1,0-1,0 0,0 1,1-1,0 1,1-1,-1 1,1-1,0 1,0 0,0 0,1 0,3-6,89-118,-80 108,-10 16,5-9,0 1,1 1,13-12,-21 21,0 1,0-1,0 1,0 0,0 0,0 1,0-1,0 1,1-1,-1 1,1 0,-1 0,1 0,-1 1,1-1,-1 1,1 0,0 0,-1 0,5 1,-6 0,0 0,0 0,-1-1,1 1,0 0,0 0,-1 1,1-1,-1 0,1 1,-1-1,1 0,-1 1,0 0,0-1,0 1,0 0,0 0,0-1,0 1,-1 0,2 3,0 6,0-1,0 0,-1 14,1-1,5 14,2 0,19 52,-25-78,-2-9,-1 0,1 0,0 0,-1 0,1-1,0 1,0 0,0-1,0 1,1-1,-1 1,0-1,1 1,-1-1,1 0,2 3,-2-4,-1 0,0 1,0-1,1 0,-1 0,0 0,1 0,-1 0,0 0,0 0,1 0,-1 0,0-1,0 1,1 0,-1-1,0 1,0-1,2 0,4-4,-1 0,1-1,-1 0,0 1,11-15,15-27,-15 21,3-9,8-4,8 1,-31 33,0 1,0 0,0 1,1-1,9-4,-12 7,0 0,0 0,0 0,0 1,0-1,0 1,0-1,0 1,0 0,0 0,6 1,-7 0,0-1,0 1,1 0,-1 0,0 0,0 0,0 1,0-1,0 1,-1-1,1 1,0-1,-1 1,1 0,0 2,2 1,-1 1,0-1,0 1,-1 0,1 0,0 7,10 57,-1 21,16 6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1:40.432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296 100,'-9'-1,"1"-1,-1 0,0 0,1-1,-1 0,1 0,0-1,-9-5,8 4,0 1,0 0,0 0,-1 1,1 0,-11-1,16 4,1-1,-1 2,1-1,-1 0,1 1,-1-1,1 1,0 0,-1 0,1 0,0 1,0-1,0 1,0 0,0 0,0 0,0 0,1 0,-1 1,1-1,-5 6,2 1,-1-1,1 1,0 0,1 1,0-1,-6 21,-3 8,11-31,-1 0,2 0,-1 0,1 0,0 0,0 0,1 10,0-14,0 0,0 0,1 0,-1-1,1 1,-1 0,1 0,0 0,0-1,0 1,1 0,-1-1,1 1,-1-1,1 1,0-1,0 0,0 0,4 4,-4-5,0-1,0 1,0 0,0 0,0-1,1 1,-1-1,0 0,0 0,1 0,-1 0,0 0,0 0,1 0,-1-1,0 1,0-1,0 0,0 0,1 0,-1 0,0 0,2-1,5-5,1 1,-1-1,10-10,-15 13,34-34,-1-2,-1-1,42-67,-38 60,-43 53,1 1,0 0,1 0,-1 0,1 0,-1 10,-6 29,-1-13,2 1,1-1,1 1,2 1,1-1,1 0,7 53,-2-58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1:42.653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23 462,'-10'-54,"6"41,1 0,1 0,0 0,1-1,1 1,0 0,2-19,5-7,2 0,23-66,-30 99,1 0,-1 0,1 1,0-1,1 1,0-1,-1 1,1 0,1 0,-1 1,1-1,0 1,0 0,0 1,1-1,-1 1,1 0,0 0,0 1,0-1,0 1,0 1,0-1,1 1,8-1,-10 2,-1 1,1-1,0 1,-1-1,1 1,-1 1,0-1,1 1,-1-1,0 1,0 1,0-1,6 5,-4-2,-1-1,0 1,-1 1,0-1,1 1,-2-1,1 1,3 8,1 4,-2 1,0-1,-1 1,-1 0,3 31,-1-4,2-1,25 79,-24-109,6-9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1:43.211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260 61,'1'-3,"-1"-1,0 1,0 0,-1-1,1 1,-1 0,1-1,-1 1,0 0,-1 0,-1-4,2 5,-1 1,1-1,-1 1,0 0,1-1,-1 1,0 0,0 0,0 0,0 0,0 1,0-1,0 0,0 1,0 0,0-1,-1 1,1 0,-3 0,-2 0,1 0,-1 0,0 1,0 0,0 0,0 0,1 1,-1 0,0 0,1 1,0 0,0 0,-10 7,8-4,0 1,0 0,1 0,0 0,0 1,1 0,0 0,-8 17,7-13,2 0,0 1,0-1,1 1,1 0,0 1,1-1,0 0,1 1,0-1,1 1,1-1,0 0,5 22,-5-32,0 1,0-1,0 0,1 0,-1 0,1 1,0-1,0-1,0 1,0 0,0 0,1-1,-1 1,1-1,0 0,0 0,0 0,0 0,0 0,0-1,0 1,0-1,6 1,-4-1,0 0,0-1,0 1,0-1,0-1,0 1,0-1,0 0,0 0,0 0,0-1,0 1,0-1,-1 0,7-5,15-9,-1-2,0-1,-2-1,0 0,-1-2,-1-1,-2-1,18-26,51-63,-84 105,-7 10,-8 14,-1 15,2 0,1 1,-8 56,10-29,2 71,7-82,-2-43,1 1,0-1,0 0,0 0,1 0,-1 0,4 6,2 1,1 0,12 14,-20-26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1:44.128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2 208,'-1'-10,"1"4,0 0,0 0,0 0,2-10,2 9,0 0,0 0,-1 0,3-9,-2 6,0 1,10-17,-13 23,1 0,0 1,0-1,1 1,-1-1,1 1,-1 0,1 0,-1 0,1 0,0 1,0-1,4-1,25-6,-1 0,1 3,0 0,1 2,-1 2,49 1,-78 2,0-1,0 0,0 1,0-1,0 1,0 0,0 0,3 2,-6-3,1 0,-1 1,1-1,-1 0,0 1,1-1,-1 1,0-1,1 1,-1-1,0 0,0 1,1-1,-1 1,0 0,0-1,0 1,0-1,0 1,0-1,0 1,0-1,0 1,0-1,0 1,0-1,0 1,0 0,0-1,-1 1,1-1,0 1,0-1,-1 0,1 1,0-1,0 1,-1-1,1 1,-1-1,1 0,0 1,-2 0,-13 14,-1 0,0-1,-1 0,-1-2,0 0,0-1,-34 15,51-26,0 1,-1-1,1 1,0 0,0-1,0 1,-1 0,1 0,0 0,0 0,0 0,1 0,-1 0,0 0,0 0,0 0,1 0,-1 0,1 1,-1-1,1 0,-1 0,1 1,0-1,-1 0,1 1,0-1,0 1,0-1,0 0,0 1,1-1,-1 0,0 1,0-1,1 0,-1 0,1 1,-1-1,1 0,0 0,0 0,-1 0,1 1,0-1,0 0,0 0,0-1,0 1,0 0,0 0,0 0,1-1,-1 1,0-1,0 1,1-1,-1 1,2-1,84 17,18 3,-52-8,-25-3,-24-7,-1 0,1 0,0 0,-1 0,0 1,4 2,-3-1,0 0,-1 1,0-1,0 0,0 1,3 5,-3-4,-1 0,0 0,0 1,0-1,-1 0,1 9,-1-4,-1 0,-1 0,-2 19,1-17,-1 0,-1 0,-6 17,3-13,-2-1,-16 26,14-27,0 0,-1-1,-16 15,10-13,-1-1,-27 16,-47 23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1:44.735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0 128,'8'-1,"0"-1,0 1,0-1,-1 0,1-1,12-5,11-5,35-4,85-11,-132 25,55-9,12 0,136-5,-99 11,-7 5,-12 7,-13 7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1:45.111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0 0,'1'19,"1"-1,1 1,6 24,4 23,11 44,-12-63,0 23,-4 15,0 17,-6-77,15 129,-13-131,0 0,2-1,1 0,15 35,-1-22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1:45.658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273 113,'-29'-1,"20"0,-1 1,0 0,0 0,1 1,-1 0,0 0,1 1,-1 1,-9 3,2 2,2 1,-26 16,36-21,1 1,-1-1,1 1,-1-1,1 1,1 1,-1-1,1 0,0 1,-5 11,5-8,0 0,0 0,1 1,0-1,-1 18,3-23,0 1,0 0,1 0,0 0,0 0,0 0,1 0,-1-1,1 1,0-1,0 1,6 7,-1-1,2 1,0-1,20 19,-25-27,0 0,0 0,0 0,1 0,-1-1,1 0,0 0,-1 0,1 0,0-1,0 0,0 0,0 0,9-1,-7 0,1 0,-1-1,0 0,0 0,0-1,0 1,0-2,0 1,-1-1,1 0,10-7,-7 3,-1-1,1 0,-2-1,1 1,-1-2,8-12,-3 5,-1-2,0 1,-2-2,0 1,-1-1,9-30,31-96,-47 138,0-1,0 1,-1-1,0-17,-22 76,2 18,3 1,-13 121,29-182,0-1,0 0,1 1,-1-1,1 0,1 0,0 0,0 1,0-2,1 1,5 9,-6-11,1 0,0-1,0 1,0-1,1 0,0 0,-1-1,2 1,-1-1,0 0,0 0,1 0,0 0,-1-1,1 0,7 3,11-1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1:46.026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67 719,'-3'-4,"-1"0,1 0,0 0,0 0,1 0,-1-1,1 0,0 1,0-1,0 0,1 0,-2-8,-1-9,0-35,3 45,-1-41,-9-83,4 81,3-2,5-8,11-9,-8 56,11-29,-12 40,0 0,0 0,1 1,5-7,8-4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1:46.400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40 735,'0'-20,"0"-98,-16-125,9 180,3-8,2-5,3 2,-2 57,-2 0,-5-18,8 35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1:46.758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103 185,'-3'12,"1"-5,0 0,0 0,1 1,0-1,0 9,1-14,0-1,0 1,0-1,1 1,-1-1,0 1,1-1,-1 1,1-1,-1 0,1 1,0-1,0 0,0 1,0-1,-1 0,2 0,-1 0,0 0,0 0,0 0,0 0,1 0,-1 0,0-1,1 1,-1-1,0 1,1-1,-1 1,3 0,3 0,0 0,1 0,-1-1,1 0,-1 0,1-1,-1 0,0 0,1 0,-1-1,0 0,0-1,0 0,0 0,-1 0,1-1,-1 0,0 0,0 0,0-1,-1 0,1 0,-1-1,0 1,-1-1,1 0,-1 0,0-1,-1 1,0-1,5-13,-4 9,-1 0,1-1,-2 1,0-1,0 1,-1-1,-1-12,0 21,0 1,0-1,0 0,-1 1,1-1,-1 1,1-1,-1 0,0 1,0 0,0-1,-1 1,1 0,-1-1,1 1,-1 0,0 0,1 0,-1 0,0 1,0-1,0 0,-1 1,1-1,0 1,-1 0,1 0,0 0,-1 0,0 0,1 1,-1-1,1 1,-1-1,0 1,1 0,-4 0,-1 1,-1 0,1 0,0 1,0-1,0 2,0-1,1 1,-1 0,1 0,-1 1,1 0,-8 6,-8 8,-36 37,54-50,-7 6,2 0,-1 1,2-1,0 2,0-1,1 1,0 1,-4 14,8-21,1 1,0-1,0 1,1 0,0-1,1 1,-1 0,1-1,1 1,0 0,0-1,0 1,1 0,0-1,0 0,1 1,4 7,-4-10,1 1,-1-1,1 0,1 0,-1-1,0 1,1-1,0 0,0 0,0 0,1-1,-1 0,1 0,0 0,0-1,0 0,0 0,11 2,-5-2,0-1,0 0,1-1,-1-1,0 1,0-2,0 0,0 0,12-4,21-9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1:47.146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2 567,'0'-65,"-1"-3,2-1,18-115,-14 160,0 7,-2 0,0 0,-1 0,-1-31,-1 46,0 0,-1 0,1-1,-1 1,1 0,-1 0,0 0,0 0,0 1,0-1,0 0,0 0,0 0,-1 1,1-1,-1 1,-2-3,-7-1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1:47.507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0 0,'13'0,"-1"8,7 0,7-4,6 0,9 0,2-4,4 0,7 0,-7 0,4 0,-4 0,-2 0,-1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1:47.912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 27,'153'-13,"-34"1,-45 10,6 3,21 2,10 4,1-3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1:48.285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 1,'10'0,"174"7,-162-4,0 0,0 2,0 0,-1 2,0 0,22 12,-29-12,41 23,-50-27,-1 1,1-1,-1 1,0-1,0 1,-1 1,1-1,5 9,-5-6,0 1,-1-1,0 0,0 1,-1 0,0 0,0 0,1 11,-3-15,0 0,-1 0,1 0,-1 0,0 0,0 0,0 0,0 0,-1 0,1 0,-1 0,0-1,0 1,-1-1,1 1,-1-1,-5 5,-5 4,0-1,-1-1,-1 0,0-1,0 0,-1-1,-22 7,9-4,0-2,-1-2,-39 6,60-12,0-1,-1 1,1-2,-10 0,15 0,1 1,-1-1,1 0,0 0,-1 0,1 0,0 0,0-1,-1 1,1-1,0 0,1 0,-4-3,-4-13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1:49.031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1 936,'8'0,"-7"0,1 0,-1-1,0 1,1 0,-1-1,0 1,1-1,-1 0,0 1,0-1,0 0,1 0,-1 0,0 1,0-1,0 0,-1-1,1 1,0 0,0 0,0 0,-1 0,1-1,-1 1,1 0,0-3,1-2,0-1,-1 1,0 0,0-9,1-19,-1 7,1 1,7-31,-3 24,-2-1,0-36,1-11,-1 44,1-8,-3-11,-1-9,-1 10,0 55,0 0,0 0,0 1,0-1,0 0,1 0,-1 0,0 0,0 0,0 0,0 0,0 0,0 0,0 0,0 0,0 0,1 0,-1 0,0 0,0 0,0 0,0 0,0 0,0 0,0 0,0-1,0 1,1 0,-1 0,0 0,0 0,0 0,0 0,0 0,0 0,0 0,0 0,0 0,0 0,0 0,0-1,0 1,0 0,0 0,0 0,0 0,0 0,0 0,0 0,0 0,0 0,0-1,0 1,0 0,0 0,0 0,0 0,0 0,0 0,0 0,0 0,0 0,0-1,0 1,0 0,0 0,0 0,0 0,0 0,6 10,13 31,-6-14,-9-20,1 1,0-1,0 0,1 0,0-1,0 0,1 0,-1 0,1-1,0 0,1 0,-1 0,1-1,0-1,0 1,1-1,13 3,5-4,1-10,-22 6,-1-1,1 0,-1 0,7-6,-5 2,-1 1,1-1,7-11,7-16,-1 0,-2-2,-1-1,16-51,1-1,-30 76,-4 11,1 1,-1-1,1 0,0 0,-1 0,1 1,0-1,0 0,0 1,0-1,1 1,-1-1,0 1,1-1,-1 1,0 0,1 0,2-1,-2 1,0 1,0 1,0-1,0 0,0 1,0-1,0 1,0-1,-1 1,1 0,2 1,-1-1,0 0,1 1,-1-1,0 0,1-1,-1 1,0 0,6-1,19-3,-28 3,1 0,-1 0,1 0,-1 0,0 0,1 0,-1 0,1 0,-1 1,0-1,1 0,-1 0,0 0,1 1,-1-1,0 0,1 1,-1-1,0 0,1 0,-1 1,0-1,0 1,1-1,-1 0,0 1,0-1,0 0,0 1,0-1,1 1,-1-1,0 1,0-1,0 0,0 1,0-1,0 1,0-1,-1 0,1 1,0-1,0 1,0 2,1-1,0 0,0 0,0 1,0-1,-1 0,1 0,-1 0,1 1,-1-1,0 0,0 1,0 2,-2 4,-8 2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1:51.121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1 109,'8'12,"1"-1,0-1,0 0,21 17,-17-16,-1 0,22 27,-19-17,4 5,32 34,-24-32,3 2,7 6,11 7,12 6,9 0,-52-37,30 15,-42-25,0 0,0 0,0 0,0-1,0 1,1-1,-1-1,9 1,-12-1,-1 0,1 0,0 0,-1-1,1 1,0-1,-1 1,1-1,-1 0,1 1,0-1,-1 0,0 0,1 0,-1 0,0 0,1-1,-1 1,0 0,0-1,1-1,1-2,-1-1,0 1,0 0,-1-1,1 1,-1-1,0-6,1-13,-1-1,-1 1,-6-49,-22-77,20 118,-1 0,-2 1,-2 0,-26-51,25 54,12 16,5 11,-2 1,10-3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1:51.530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108 655,'0'-1,"-1"-1,1 1,0-1,-1 1,1-1,-1 1,0 0,0-1,1 1,-1 0,-1-2,0 1,1 0,-1 0,1-1,0 1,-1-1,1 1,-1-6,-2-23,0-41,3 43,0 1,-9-40,-4 12,-8-43,16 45,-2-5,-5 1,8-1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1:52.095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0 87,'7'0,"-5"1,0-1,-1 0,1 0,0-1,-1 1,1 0,-1-1,1 1,0 0,-1-1,1 0,-1 1,1-1,-1 0,0 0,1 0,-1 0,0 0,1 0,0-2,0 1,-1 1,1 0,-1-1,1 1,-1 0,1 0,0 0,0 0,0 0,2-1,52-14,-33 11,-1-2,31-13,-48 18,0 0,0 0,1 0,-1 1,1 0,-1 0,1 1,-1-1,1 1,8 1,-11-1,0 1,0-1,0 1,0-1,-1 1,1 0,0 0,-1 0,1 1,-1-1,1 1,-1-1,1 1,-1 0,0 0,0 0,0 0,0 0,0 0,-1 1,3 2,-2 0,0-1,0 1,-1-1,1 1,-1-1,0 1,-1 0,1-1,-1 1,0 0,0 0,0-1,-1 1,1 0,-1-1,-1 1,1 0,0-1,-1 1,0-1,0 0,0 0,-1 1,0-2,1 1,-5 4,-5 6,-1 0,-19 16,18-17,1 0,-16 18,22-19,7-10,-1-1,0 1,1-1,-1 1,0-1,0 1,0-1,-1 0,1 0,0 1,0-1,-1 0,-2 2,40-13,1 2,64-6,-84 14,-1 0,1 1,0 1,16 3,-10 1,5 11,-25-15,0 1,0 0,0 0,0 0,-1 1,4 5,-3-5,-1 1,-1-1,1 1,0-1,-1 1,0-1,0 6,0-4,-1 1,0 0,0 0,-1 0,-2 9,1-8,0 0,-1 1,0-1,-7 12,5-10,-1-1,0 1,-1-1,-11 11,-37 28,43-39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3:16.46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1831 121,'-7'-4,"-17"-11,-1 2,0 1,-1 1,-31-10,-28 0,36 9,-10 2,-14 9,-31 5,-13 9,-6 10,-125 42,132-22,46-13,-77 45,54-18,5 4,61-40,-26 26,26-19,0 1,2 2,-35 55,48-67,2 0,0 1,1 1,1-1,1 1,1 1,1-1,-3 26,7-42,1 1,0 0,0 0,1-1,1 8,0-5,0 0,1-1,6 14,-2-9,0-1,1 0,0 0,0 0,1-1,19 16,28 19,-36-33,38 18,38 7,17-2,16-5,23-3,482 34,-123-45,-409-8,49 1,-123-9,0-1,1-1,35-9,-22-1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3:17.21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317 0,'-13'1,"0"0,0 1,0 0,0 1,0 1,1 0,-1 1,1 0,0 1,1 0,0 0,0 2,0-1,0 1,1 1,1 0,0 0,0 1,1 0,0 1,0 0,-6 13,-6 12,-1 6,17-32,1 0,0 0,-3 16,5-17,0 1,1-1,0 0,0 0,3 12,-1-12,0 0,0 0,1 0,0-1,8 15,-6-15,0-1,0-1,0 1,1-1,0 0,0 0,0 0,1-1,0 0,0 0,0-1,1 0,-1 0,1-1,0 0,0 0,1-1,-1 0,0 0,1-1,-1 0,1-1,-1 0,13-1,-8 0,1-1,-1 0,0-1,1-1,-1 0,-1-1,1 0,-1-1,1 0,-2-1,1 0,-1-1,0 0,15-16,-16 14,-1-1,-1-1,0 1,-1-1,0-1,-1 1,0-1,-1 0,0-1,3-16,-7 22,1 1,-1-1,0 0,-1 1,0-1,0 0,0 0,-1 1,0-1,-1 1,0-1,0 1,-1 0,1-1,-2 1,1 0,-1 1,0-1,0 1,-7-8,-41-30,41 37,0 0,-1 1,1 1,-1 0,0 1,0 0,0 0,-19-1,30 4,-1 1,1 0,-1 0,1 0,-1 0,1 0,-1 0,1 1,0-1,-1 0,1 1,-1 0,1-1,-3 2,-7 8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3:17.83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1 423,'0'-3,"-1"-31,2 0,1 0,1 0,12-46,-5 38,-6 21,13-33,-16 49,1 0,1 0,-1 1,1-1,-1 1,1 0,0 0,1 0,-1 0,1 1,0-1,4-2,-3 2,1 0,0 1,0-1,0 1,0 1,1-1,-1 1,13-2,-14 4,0 0,0 0,0 0,-1 1,1-1,0 1,0 1,0-1,-1 1,1-1,-1 1,8 5,-5-3,-1 0,-1 1,1 0,0 0,-1 0,0 0,0 1,-1 0,0 0,0 0,0 0,0 1,-1 0,0-1,2 11,2 9,-1 0,4 50,-9-62,2 30,-5 59,2 21,1-115,0 0,1 0,0 0,1 0,0 0,0-1,1 1,8 13,1-2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3:18.25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101 1199,'1'0,"0"0,-1 0,1 0,0 0,-1-1,1 1,0 0,0 0,-1-1,1 1,-1 0,1-1,0 1,-1-1,1 1,-1-1,1 1,-1-1,1 1,-1-1,1 1,-1-1,0 0,1 0,5-24,-8-23,-9-44,-11-65,11 106,5-7,-2-8,-1-17,-26-194,25 195,4 4,5-4,7-8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3:18.65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61,'4'4,"0"-1,1-1,-1 1,1-1,-1 0,1 0,0 0,0 0,0-1,0 0,0 0,0 0,0-1,0 0,7 0,9-1,0-1,28-6,194-39,-197 38,7-2,10 3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3:19.15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128 133,'0'1,"1"0,-1-1,0 1,1 0,-1 0,0-1,1 1,-1 0,1-1,-1 1,1-1,-1 1,1 0,0-1,-1 0,1 1,0-1,-1 1,1-1,0 0,0 1,-1-1,1 0,0 0,0 1,-1-1,1 0,0 0,0 0,0 0,1 0,34 0,-26-1,25 2,-19 0,0-1,26-3,-38 3,-1-1,0 0,0 0,0 0,0-1,0 1,0-1,0 1,0-1,-1 0,1 0,-1-1,1 1,-1 0,0-1,0 1,0-1,0 0,-1 0,1 0,1-3,-2 3,0 1,0-1,0 1,-1-1,1 0,-1 1,1-1,-1 0,0 1,0-1,-1 0,1 1,0-1,-1 0,1 1,-1-1,0 1,0-1,0 1,0-1,-1 1,1-1,-1 1,1 0,-4-3,2 2,-1 0,1 0,-1 0,0 1,0-1,0 1,0 0,0 0,0 1,-1-1,1 1,-1 0,1 0,-1 1,1-1,-1 1,1 0,-1 0,0 1,1-1,-1 1,-4 1,-9 3,1 1,-1 1,1 0,-17 11,28-15,-2 2,0 0,1 1,-1 0,1 0,1 0,-1 1,1 0,-5 8,-1 2,1 1,-14 29,21-39,1 1,0 0,0 0,1 0,0 0,1 0,0 0,0 0,1 1,0-1,1 0,0 0,0 0,5 17,-3-19,-1 0,1 0,0 0,1 0,0-1,0 0,0 1,1-1,0-1,0 1,1-1,-1 0,1 0,0-1,0 1,1-1,-1-1,12 6,3-1,0-2,0 0,0-1,27 3,-36-7,-1 0,1-1,0 0,0-1,0 0,0-1,-1 0,1-1,15-6,5-7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3:20.33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92 565,'-1'-1,"0"1,0-1,0 1,-1-1,1 1,0-1,0 1,0-1,0 0,0 0,0 0,-1-1,-3-4,-5 0,9 5,0 0,-1 0,1 0,0 0,0 0,0 0,-1 0,1 0,0 0,0-1,0-1,-20-26,18 26,1-1,-1 1,1-1,-1 1,1-1,0 0,1 1,-1-1,0 0,1 0,0-1,0 1,0 0,1 0,-1-5,3-14,0 1,2 0,9-35,-2 12,-3 19,0 2,2-1,1 1,0 1,18-27,-19 33,7-11,4 4,-15 21,-1 0,0 0,1 1,0-1,0 1,-1 1,1-1,0 1,1 0,-1 0,0 0,0 1,0 0,0 1,0-1,1 1,-1 0,0 0,0 1,-1 0,1 0,0 0,0 1,8 5,14 14,-17-10,0-1,-1 1,0 1,0 0,-2 0,1 1,-2 0,0 1,0-1,-2 1,0 0,4 20,50 228,-35-160,-23-101,-1 0,1 0,0 0,0 0,0-1,0 1,0 0,0-1,0 1,1-1,-1 1,0-1,1 0,-1 1,1-1,0 0,-1 0,1 0,0 0,2 1,-4-2,12 7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3:20.72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0 150,'0'16,"0"0,0-8,0-4,0 0,0-16,0-4,0-9,0-3,8-4,-4-7,4-6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3:21.08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29 145,'0'-8,"-8"0,0-7,3 3,2 3,-2-3,5 5,0-10,0 2,0-3,0 6,0 4,0 4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3:21.52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292 585,'-19'-1,"0"2,1 0,-28 6,39-5,1 0,-1 0,1 0,-1 1,1 0,0 1,1-1,-1 1,0 0,1 1,0-1,-8 11,0 0,2 0,0 1,1 0,1 1,0 0,2 1,0 0,0 0,2 0,0 1,1-1,1 1,1 0,1 1,1 26,2-30,-1 3,9 35,-9-49,0 0,1 0,-1-1,1 1,1 0,-1-1,0 0,1 0,0 1,0-2,0 1,7 6,-8-9,-1 0,1 1,0-1,0 0,0 0,0 0,0-1,0 1,0 0,0-1,0 1,0-1,1 0,-1 0,0 1,0-2,0 1,1 0,-1 0,0-1,0 1,0-1,0 1,0-1,0 0,0 0,0 0,0 0,0 0,-1-1,1 1,0 0,1-3,6-5,0 0,-1-1,0 0,9-17,-13 21,12-22,-1 0,-2-1,-1-1,-1 0,11-47,-3 9,20-96,3-205,-32 248,-6 66,-5 44,-1 1,-2 0,0 21,0 25,0 150,1-28,-5 382,8-486,4 7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3:22.03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326 86,'0'-14,"0"8,0 0,0 0,0-1,-2-8,1 14,1-1,-1 1,1-1,-1 1,1-1,-1 1,0 0,0-1,0 1,0 0,0 0,0 0,0 0,0 0,0 0,0 0,-1 0,1 0,0 0,-1 1,1-1,-3 0,-2-1,1 1,-1 0,0 0,0 1,0 0,1 0,-1 0,0 1,0 0,0 0,1 0,-1 1,-9 3,7-1,0 0,0 0,1 0,-1 1,1 0,0 1,0 0,-9 10,1 0,1 1,1 0,0 0,1 2,1-1,1 1,1 1,-12 37,16-39,2 0,0 0,1 1,0 26,3-34,0 0,0 0,1 0,1 0,0 0,0-1,1 1,9 16,-8-17,1 0,0 0,1-1,0 0,0 0,1-1,18 15,-19-18,0-1,0 1,1-1,0-1,0 0,0 0,0 0,0-1,0 0,1-1,11 1,-1-1,0-1,-1-1,1-1,0-1,0-1,-1 0,0-1,0-1,0-1,-1 0,0-1,0-1,-1-1,26-20,-10 4,-1-2,-1-2,-2 0,-1-2,37-56,-56 77,-1-1,0 0,0 0,-2-1,1 0,-1 0,-1 0,-1 0,4-23,-6 10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3:22.95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0,'2'1,"0"0,0 0,0 0,0 0,0 1,0-1,0 0,-1 1,1 0,0-1,-1 1,1 0,1 3,5 4,-8-9,14 13,18 25,-28-34,-2 1,1-1,0 0,-1 1,0-1,0 1,0 0,-1 0,1 0,-1 0,0 6,4 151,-4-106,0 6,6 16,0 20,-3 13,0 7,1 9,2 12,6 32,4 11,24 137,-27-199,11 54,-9-98,-14-66,0 4,1 0,7 20,-3-18,1-1,16 22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3:23.70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190 942,'0'65,"0"-38,0-22,0-7,0-46,1-34,-16-129,-1 100,8 53,-2-6,-3-7,-10-13,-8 0,-8 13,9 18,29 52,1-1,-1 0,0 1,1-1,-1 0,1 0,-1 0,1 1,0-1,0 0,0 0,0 0,0 0,0 1,0-1,2-3,-2 4,1-1,0 1,0-1,0 1,1-1,-1 1,0 0,0 0,1 0,-1 0,1 0,-1 0,1 0,-1 0,1 1,3-2,6-2,0 1,0 1,13-2,203-15,-133 13,27-2,145 9,-246 2,-10 1,-10-4,0 0,1 0,-1 0,0 0,0 0,0 0,0 0,0 0,0 0,0 0,0 0,1 1,-1-1,0 0,0 0,0 0,0 0,0 0,0 0,0 0,0 1,0-1,0 0,0 0,0 0,0 0,0 0,0 0,0 1,0-1,0 0,0 0,0 0,0 0,0 0,0 0,0 1,0-1,0 0,0 0,0 0,0 0,0 0,0 0,-1 0,1 0,0 1,-11 6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3:24.06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77,'58'0,"135"-3,-152 0,0-2,64-15,-55 7,2 0,1 2,-11 4,-27 5,-24 8,-17 4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3:24.44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51,'394'0,"-340"-1,12-4,18-2,278-23,-297 24,2 5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3:24.85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1,'1'4,"-1"-1,1 1,0 0,0 0,0-1,0 1,1-1,0 1,-1-1,1 0,0 0,1 0,3 5,11 17,-6-4,13 38,-2-4,32 90,-37-104,1 7,8 7,10 10,9-1,-40-58,0 0,0 0,1-1,-1 0,11 7,-15-12,0 1,0 0,-1-1,1 0,0 1,0-1,1 1,-1-1,0 0,0 0,0 0,0 0,0 0,0 0,0 0,0 0,0 0,0 0,0 0,0-1,0 1,0 0,0-1,0 1,0-1,0 1,0-1,0 1,1-2,1-1,-1 0,1-1,-1 1,1-1,-1 1,1-5,-2 7,10-23,-2-1,0-1,-1 1,4-30,11-108,-21 137,-1-1,-2 0,0 0,-1 0,-2 0,-1 1,-9-28,10 36,2 10,0 0,0 0,-1 0,0 1,-5-8,8 15,0 0,0 0,0 0,0 0,0 0,0 0,0 0,0 1,0-1,0 0,0 0,-1 0,1 0,0 0,0 0,0 0,0 0,0 0,0 0,0 0,0 0,-1 0,1 0,0 0,0 0,0 0,0 0,0 0,0 0,0 0,-1 0,1 0,0 0,0 0,0 0,0 0,0 0,0 0,0 0,0 0,-1 0,1 0,0 0,0 0,0-1,0 1,0 0,0 0,0 0,0 0,0 0,0 0,-4 8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3:25.44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349 126,'12'11,"-11"-10,0 0,0 0,0 0,0 0,0 0,0 0,0-1,0 1,0 0,0 0,1-1,1 1,-2-1,-1-1,1 0,0 0,-1 1,1-1,-1 0,1 0,-1 0,0 0,1 0,-1 0,0 0,0 0,0 0,0 0,1 0,-1 0,-1 0,1 0,0 0,0 0,-1-1,1-2,0 1,-1-1,0 1,0 0,0-1,0 1,0 0,-1 0,1 0,-1 0,0 0,0 0,0 0,0 0,-1 1,1-1,-1 1,0 0,1 0,-1 0,0 0,0 0,0 0,0 1,-7-2,-2-2,0 1,-1 1,1 0,-1 1,-22-2,23 3,0 1,0 1,0 0,0 0,0 1,0 0,-14 6,21-6,-1 0,0 1,1 0,-1 1,1-1,0 1,0 0,1 0,-1 0,1 1,0-1,0 1,0 0,1 1,-6 10,3-4,0 1,1 0,0 0,1 1,1-1,0 1,0 0,2 0,0 0,0 0,3 17,-2-27,1 0,0-1,0 1,1 0,-1-1,1 0,0 1,-1-1,2 0,-1 0,0 0,0 0,1 0,0 0,0-1,-1 1,1-1,1 0,-1 0,0 0,0 0,1-1,-1 1,1-1,0 0,-1 0,1 0,0-1,-1 1,1-1,0 0,0 0,-1 0,1 0,0-1,0 0,-1 1,1-1,0-1,-1 1,1 0,-1-1,0 0,1 0,4-4,12-10,33-36,-4 3,-39 40,0-1,0 0,-1-1,-1 0,0-1,0 0,8-18,10-15,-17 31,-1-1,8-18,-2 8,-17 46,0 0,2 0,1 21,-3 42,0-54,1 1,1-1,5 44,-2-63,0 1,0-1,1 0,1 0,0 0,0 0,1-1,1 1,0-1,0-1,0 1,11 10,3 0,-1-3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3:25.80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60 1158,'1'-2,"0"0,0 0,0 0,-1 0,1-1,-1 1,1 0,-1 0,0 0,0 0,0-1,0 1,0 0,-1 0,1 0,0 0,-1 0,-1-4,-2-16,-22-170,18 148,0-5,0-9,2-15,4-21,2 42,6-213,2 181,4 7,4 14,-10 23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3:26.36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48 29,'-4'-2,"1"0,0-1,0 0,0 1,0-1,0 0,-3-5,5 6,1 36,-2-11,-6 37,5-44,1 0,0 0,1 0,1-1,2 22,21 63,-6-35,-8-28,7 7,8-1,-18-34,0-1,0 0,9 9,-11-14,-1 0,1 0,-1 0,1 0,0-1,0 0,1 1,-1-2,0 1,1 0,-1-1,1 0,-1 0,1 0,0 0,-1-1,1 0,0 0,5-1,-5 0,0 0,0-1,0 1,0-1,0 0,-1-1,1 1,-1-1,1 0,-1 0,0 0,0 0,-1-1,1 0,-1 0,1 0,4-8,2-6,-1-1,0 0,-2 0,0 0,-1-1,-1 0,5-40,-7 29,-2-1,0 1,-2-1,-8-48,6 68,1 0,-2 0,1 0,-2 1,1-1,-2 1,-9-16,14 26,1 0,0 0,-1 0,0 1,1-1,-1 0,1 0,-1 0,0 1,0-1,0 0,1 1,-1-1,0 0,0 1,0-1,0 1,0 0,0-1,0 1,0 0,0-1,0 1,0 0,0 0,0 0,0 0,0 0,0 0,0 0,0 0,0 1,0-1,0 0,0 1,0-1,0 1,0-1,0 1,0-1,0 1,0-1,1 1,-1 0,0 0,0-1,1 1,-1 0,0 1,-7 17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3:27.03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208 313,'3'-4,"-1"0,1 0,-1 0,1 0,-1-1,2-6,1-3,1-2,-2 0,0 0,-1-1,0 0,-2 0,0 0,-1-17,-1 30,1 0,0 0,-1 0,0 0,0 0,0 0,-1 0,1 0,-1 1,0-1,0 0,0 1,-4-5,0 1,-1-1,0 1,-1 0,-10-7,16 13,0-1,0 1,-1 0,1 0,0 0,0 0,-1 0,1 0,-1 1,1-1,-1 1,1 0,-1-1,1 1,0 0,-1 1,1-1,-5 1,3 0,-1 1,1 0,-1 0,1 0,-1 0,1 1,0 0,0 0,-4 3,1 1,0 0,1 0,-1 1,1 0,1 0,0 0,0 0,0 1,-3 9,0 14,1-1,-4 54,10-72,0 0,1-1,0 1,1 0,0 0,2 0,-1 0,1-1,1 0,0 1,1-1,0-1,1 1,0-1,1 0,14 17,-19-25,0-1,1 1,0-1,-1 0,1 0,0 0,0 0,0 0,0-1,1 1,-1-1,0 0,1 0,-1 0,0-1,1 1,-1-1,1 0,-1 0,1 0,-1 0,1 0,-1-1,1 0,-1 0,1 0,-1 0,0 0,4-3,0 1,-1 0,0-1,-1 0,1 0,-1-1,0 1,0-1,0 0,0-1,-1 1,0-1,0 0,-1 0,4-7,9-22,23-33,-24 43,-1-1,-1 0,15-41,-21 41,5-28,-13 64,0 0,-1-1,0 1,0 0,-5 12,-5 20,4-8,1 2,2-1,2 1,1 39,3-55,-1 10,2 0,1 0,1-1,16 56,-19-81,0-1,1 1,-1-1,1 0,0 1,0-1,0 0,0 0,0-1,1 1,-1 0,1-1,0 1,0-1,0 0,0 0,0 0,0 0,0-1,1 1,-1-1,1 0,-1 0,1 0,-1 0,8 0,30 2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3:27.78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485 256,'0'-5,"-1"1,1 0,-1-1,0 1,0 0,0-1,-1 1,1 0,-1 0,0 0,0 0,-4-4,-7-15,-3-17,12 28,-1 1,0 1,-8-15,8 18,4 3,-1 1,0-1,0 1,-1 0,1 0,-1-1,1 2,-1-1,0 0,0 1,0-1,-1 1,1 0,-1 0,1 0,-1 0,-7-2,-12 0,5-1,-1 2,-35-2,47 5,1 0,-1 1,1 0,-1 0,1 0,0 1,0 0,-1 0,1 0,1 1,-1 0,-9 7,2-2,1 2,0-1,1 2,0 0,1 0,0 1,0 0,1 0,1 1,0 0,1 1,-7 17,12-19,0 1,1 0,0-1,1 1,0 0,1 0,0-1,1 1,1-1,0 1,8 21,-2-13,1-1,1 0,1-1,1 0,0-1,1 0,1-1,1-1,1 0,31 23,-36-31,0-1,0 0,0-1,1 0,0-1,0-1,0 0,0-1,20 3,-9-4,0 0,1-2,-1 0,36-7,-44 4,0-2,-1 0,0-1,0 0,0-1,-1-1,0 0,19-15,-17 15,-14 7,-1 1,1-1,0 0,0 0,-1 0,1 0,0 0,-1 0,1 0,1-2,-3 3,0-1,0 1,0 0,1 0,-1 0,0-1,0 1,0 0,0 0,0 0,0-1,0 1,0 0,0 0,0 0,0-1,0 1,0 0,0 0,0 0,0-1,0 1,0 0,0 0,0 0,0-1,-1 1,1 0,0 0,0 0,0 0,0-1,0 1,-1 0,1 0,0 0,0 0,0 0,0 0,0 0,0 0,0 0,-1 0,1 0,0 0,0 0,0 0,0 0,0 0,0 0,0 0,0 0,-1 0,1 0,0 0,0 0,0 0,0 0,0 0,0 0,0 0,0 0,0 0,-1 0,1 0,0 0,0 0,0 0,0 1,0-1,0 0,0 0,0 0,0 0,0 0,0 0,0 0,0 0,0 0,0 1,0-1,0 0,0 0,0 0,0 0,0 0,0 0,0 0,0 0,0 1,0-1,0 11,-16-212,14 182,1-34,4 17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3:28.15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23 119,'0'-5,"-1"1,1 0,-1 0,0 0,0 0,0 0,0 0,-4-6,2 5,1 0,0 0,1 0,-3-10,4 14,0-1,1 0,-1 1,0-1,0 0,1 1,-1-1,1 0,0 1,-1-1,1 1,0-1,0 1,0-1,1-1,3-4,-5 6,1 1,-1-1,0 1,0 0,1-1,-1 1,0 0,1-1,-1 1,1 0,-1 0,0-1,1 1,-1 0,1 0,-1 0,1-1,-1 1,0 0,1 0,-1 0,1 0,-1 0,1 0,-1 0,1 0,-1 0,1 0,-1 0,1 0,-1 0,0 1,1-1,-1 0,1 0,-1 0,1 1,-1-1,0 0,1 0,-1 1,0-1,1 0,-1 1,0-1,1 1,-1-1,0 0,0 1,1-1,-1 1,0 0,1 0,0 0,1 0,-1 0,1-1,0 1,-1 0,1 0,0-1,0 1,3-1,10 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3:28.53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420 128,'-6'0,"3"0,1 1,-1-1,0 0,0 0,0 0,1-1,-1 1,0-1,1 1,-1-1,0 0,1 0,-1 0,1 0,-1-1,1 1,0-1,-5-3,1-3,-1-1,-1 1,-16-13,20 18,1 1,-1-1,0 1,0 0,0 0,-1 0,1 1,0 0,-1-1,1 2,-1-1,1 0,-5 1,-18 1,-44 9,65-8,1 0,-1 0,1 0,-1 0,1 1,0 0,0 0,1 0,-1 1,0 0,1 0,0 0,0 0,0 0,-4 8,-4 6,1 1,-15 34,21-40,0-1,2 1,0-1,0 1,1 0,0 1,2-1,-1 0,2 0,-1 0,2 0,0 0,0 0,1 0,1 0,0-1,9 17,-8-19,1 0,0-1,1 0,0 0,0-1,1 0,0 0,0-1,1 0,0 0,0-1,0 0,1-1,0 0,0 0,1-1,-1 0,1-1,0-1,0 1,0-2,0 1,0-2,16 0,-20-2,0 0,1 0,-1-1,0 0,0 0,-1-1,1 1,-1-2,1 1,-1-1,-1 0,1 0,-1 0,0-1,0 0,0 0,-1 0,0-1,0 1,-1-1,4-8,-1-4,0-1,-2 0,0 0,-1 0,-1 0,-1-1,0 1,-6-39,4 44,-2 0,0 1,-1-1,0 1,-1 0,-1 0,0 0,-1 1,0 0,-1 0,-1 1,-19-22,21 27,0 1,0 1,-1-1,0 1,0 1,0-1,-1 1,1 1,-1 0,0 0,0 0,0 1,0 1,0 0,-1 0,1 0,0 1,0 1,-13 1,4 5,6 2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3:28.99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1 469,'2'4,"1"0,-1 0,1 0,0-1,0 1,0-1,0 0,1 0,-1 0,1 0,0 0,0-1,0 1,0-1,6 2,-9-4,-1 0,1 0,-1 0,1 0,-1 0,1 0,-1 0,1 0,-1 0,1 0,-1 0,1-1,-1 1,0 0,1 0,-1 0,1-1,-1 1,1 0,-1 0,0-1,1 1,-1 0,0-1,1 1,-1-1,0 1,1 0,-1-1,0 1,0-1,1 1,-1-1,0 1,0-1,0 1,0-1,8-30,-1 3,1 11,1-3,11-35,-5 5,13-55,-25 92,0 1,0-1,1 1,1 0,0 0,0 1,1 0,1 0,14-19,-7 11,-12 15,0 0,0 1,0 0,1 0,-1 0,1 0,0 0,0 0,0 1,0-1,0 1,1 0,-1 0,1 0,0 0,4-1,-7 3,-1-1,1 1,0 0,0 0,-1 0,1 0,0 0,0 0,-1 0,1 0,0 0,0 0,-1 0,1 0,0 0,0 1,-1-1,1 0,0 1,-1-1,1 0,0 1,-1-1,1 1,-1-1,1 1,0-1,-1 1,1 0,-1-1,0 1,1 0,-1-1,0 1,1 0,-1-1,0 1,0 0,1 0,-1-1,0 1,0 0,0 0,0-1,0 2,3 10,8 23,-2 1,6 47,-7-29,4 16,-7-31,22 75,-22-87,-5-26,0-1,0 1,0 0,0-1,1 1,-1 0,0-1,0 1,0-1,0 1,0 0,-1-1,1 1,0 0,0-1,0 1,0-1,-1 1,1 0,0-1,-1 1,1-1,0 1,-1-1,1 1,-1-1,1 1,-1-1,1 1,-1-1,1 0,-1 1,0-1,-4-1,2-6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3:29.36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11 431,'-1'0,"1"0,0 0,-1 0,1 0,-1 0,1 0,-1 0,1 0,0 0,-1 0,1-1,-1 1,1 0,0 0,-1-1,1 1,-1 0,1 0,0-1,0 1,-1 0,1-1,0 1,-1 0,1-1,0 1,0-1,0 1,-1 0,1-1,0-17,11-18,-2 20,0 1,1 0,1 1,0 0,1 0,0 2,22-18,-11 8,28-31,-23 18,4 1,4-8,8-12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0:03.689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1 1,'0'0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0:05.795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1567 27,'-2'-2,"1"1,-1-1,0 0,0 1,0 0,0-1,0 1,0 0,0 0,0 0,0 0,0 1,-1-1,1 0,-4 1,-3-3,-4 1,1 0,-1 1,0 0,0 1,0 0,0 1,1 1,-18 4,-37 3,-100 9,127-10,-5 2,-16-1,-214 35,187-32,4 0,-2 0,40-5,-220 38,245-42,15-3,1 1,0 0,0 0,0 0,0 0,-6 3,2-2,3 1,8 6,3 4,0 1,-1-1,-1 1,-1 1,3 26,-5-34,1 0,0 0,0 0,1 0,0-1,5 12,-4-12,-1 1,1-1,-2 1,1 0,-1 0,2 12,-4 8,-3 30,1-26,1 10,-1 0,-7 133,11-95,-4-6,-2 1,-2 8,-1 3,0 4,0 8,-4 11,0 3,0-2,-7 91,14-108,-3 78,3-89,-1 3,5 2,2 8,5-3,-1 8,-1 1,0 1,0 1,-1-8,-2 82,-1-100,5 62,-2-76,0 14,6 63,-8-109,2 1,1-3,-1-4,-2-5,4-3,3-6,4-2,4 0,-12-6,-1 0,1 0,0 0,0-1,0 1,0-1,1 0,-1 0,0-1,7 1,2-1,43 1,-33-1,0 0,0 2,42 8,-33-3,12-2,18-1,275 0,-266-8,5 0,10-1,16 2,1 3,-99 0,157 9,-109 2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0:11.667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622 679,'-18'1,"0"-2,-1 0,1-1,-1 0,1-2,0 0,1-1,-21-9,-103-41,41 17,66 23,-2 1,-4-4,7 3,32 14,-1 1,1-1,0 1,0-1,0 1,0-1,0 0,0 0,0 1,0-1,0 0,0 0,0 0,1 0,-1 0,0 0,0-2,1 2,0 1,0-1,0 0,0 1,0-1,1 1,-1-1,0 1,0-1,1 1,-1-1,0 1,1 0,-1-1,1 1,-1-1,0 1,1 0,-1-1,1 1,-1 0,1 0,-1-1,1 1,-1 0,2 0,7-3,0 0,0 1,13-1,-14 1,-1 0,0 0,-1-1,1 0,-1 0,0-1,0 1,0-1,-1-1,0 1,1-1,-1 0,-1 0,1-1,-1 1,0-1,0 0,4-9,-7 10,0 0,0 1,0-1,-1 0,0 0,0 0,0 0,-1 0,1 0,-3-7,-3-4,-5-5,-10-7,-9-8,-2-3,-1 0,3 3,8 8,7 7,11 5,8 3,-3 12,0 0,0 0,0 0,0 1,0-1,1 0,-1 1,0-1,0 0,0 1,1-1,-1 1,2-1,36 0,17 6,3 6,0 0,-6-4,33 5,-52-11,6-2,-35-2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0:12.491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0 349,'1'4,"-1"0,1 0,-1 0,1 0,1-1,-1 1,0 0,1-1,0 1,0-1,0 1,0-1,0 0,1 0,-1 0,1 0,0 0,0 0,6 3,7 5,1-1,-1-1,20 7,3 3,34 19,86 32,-139-63,1-1,30 6,1 5,-48-15,0 1,-4-14,-10-176,0 1,12 137,4-4,4-3,9 2,4 9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0:20.755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1464 106,'-1'-2,"1"1,-1-1,0 1,1 0,-1-1,0 1,0 0,0-1,0 1,0 0,0 0,-1 0,1 0,0 0,-1 0,1 0,0 1,-1-1,-1 0,-32-7,19 5,8 1,1-1,-1 0,1 0,-12-7,-19-7,33 16,0 0,0 0,0 0,0 1,-7 1,-20-3,-10-7,19 3,-1 1,0 1,-1 1,-43 1,35 7,-11 2,-13 2,-29 5,-149 27,173-29,9-3,5-1,0 1,-3 2,4 0,7-3,11-3,6 3,5-4,2-2,7 4,5 4,0 6,1 8,7 13,2 11,2 12,1 53,-8 147,-1-216,4-1,-4 4,-18 169,11-138,-17 155,16-160,0 1,3 5,-6 1,-1 2,4 1,0 3,4 5,0 3,3 7,-1-6,1-3,-3 1,2 7,-4 1,2 3,0 7,3 12,-1 5,1 9,-3 21,4-1,0-10,0-18,4-18,0-5,0 6,0 199,0-227,-3 4,2 5,5 5,0-6,0-7,-1-6,-2-4,2 2,-2 6,-1 2,1 3,3 0,4 0,7-8,-5-7,-9-5,-4-8,4-7,3-5,5 61,3 19,-12-119,-3-8,-1 1,1-1,0 1,-1-1,1 1,-1-1,0 1,1-1,-1 1,0-1,0 1,0-1,0 1,0 1,0 4,2-2,-1 2,-1-2,0 0,3-2,2 1,41 33,-34-28,-9-7,1 1,0 0,0-1,0 0,0 0,6 3,12 3,-16-5,0-1,0 0,0 0,9 1,-7 0,-5-2,0 0,-1 0,1 0,-1-1,1 1,0-1,0 0,-1 0,1 0,0 0,4-1,144-3,-96 0,27 0,9-1,17 7,15 1,14 2,20 4,7 9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0:24.487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556 48,'-4'0,"-31"0,-17 0,-13 0,-2 0,-1 0,5-9,-2-3,18-4,2 13,0-5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0:25.152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140 577,'1'1,"-1"0,0 0,0 0,0 1,0-1,0 0,0 0,-1 0,1 0,0 0,-1 0,1 0,0 1,-1-1,1 0,-1 0,0-1,1 1,-1 0,0 0,1 0,-3 1,1-1,0 0,0-1,0 1,-1-1,1 0,0 0,-1 1,1-1,-4-1,-6 1,10 0,0-1,-1 1,1-1,0 1,0-1,-1 0,1 0,0 0,0 0,0 0,0 0,0 0,0-1,0 1,0-1,1 0,-1 1,1-1,-1 0,-1-4,-3-4,0 0,1 0,-4-12,2 5,3 8,1-1,1 0,-1 0,1 0,1 0,-1-19,7-66,-2 56,-2 31,0 0,1 0,0 0,0 0,0 0,1 1,6-11,34-50,-11 18,-16 22,2 5,-14 19,0 1,-1 0,1 0,0 0,5-2,-2 1,1 1,-1 0,15-3,-12 4,1 0,0 1,13 0,-12 1,-1 1,0 0,0 1,13 3,-8-1,0 2,0 0,0 1,0 0,-1 2,0-1,-1 2,0 0,-1 1,0 0,0 1,-1 0,-1 1,0 0,12 21,-14-18,-1 1,-1 0,0 0,7 33,-6-11,2 45,-10-82,0 1,0-1,1 1,-1-1,1 1,-1-1,1 1,0-1,0 0,0 1,2 2,1 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20:25.986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0 115,'8'0,"-8"0,1 0,-1 0,0 0,0 1,1-1,-1 0,0 0,1 0,-1 0,0 1,0-1,1 0,-1 0,0 1,0-1,1 0,-1 0,0 1,0-1,0 0,0 0,1 1,-1-1,0 0,0 1,0-1,0 0,0 1,0-1,0 0,0 1,0 0,0 11,-1-10,2-2,-1 1,0-1,1 0,-1 1,0-1,0 0,1 1,-1-1,1 0,-1 0,0 1,1-1,-1 0,1 0,-1 0,0 0,1 0,-1 1,1-1,-1 0,1 0,-1 0,1 0,-1 0,0 0,2-1,10 1,-12 0,29 0,1-1,33-6,-51 6,0 0,0 1,0 0,0 1,16 3,59 17,-45-10,33 12,-43-9,5-2,3 1,-1-1,-3-1,-9-6,-7-4,-19-1,0 0,0-1,0 1,0 0,-1-1,1 1,0-1,0 1,-1-1,1 0,0 1,-1-1,1 0,0 0,-1 1,1-1,-1 0,1-1,10-31,-2-18,5-20,16-21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16.156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6 606,'0'-7,"-1"-27,2 1,1 0,1 0,10-40,-5 40,-3-1,3-34,-6 39,1 0,2 1,10-36,-3 36,-1 4,8-7,-15 26,-3 4,0-1,0 1,0 0,0-1,0 1,0 0,1 0,-1 0,0 0,1 0,-1 0,0 0,1 0,-1 1,1-1,0 1,-1-1,1 1,-1-1,1 1,0 0,-1 0,1 0,0 0,-1 0,1 0,0 0,-1 0,1 1,0-1,-1 1,1-1,-1 1,3 1,5 3,0 1,0-1,-1 2,13 11,-7-6,2 2,0 1,-1 0,-1 1,-1 0,0 1,19 35,-21-35,0 0,2-1,22 24,-20-24,-1 0,-1 0,16 26,-12-12,-5-9,-1 0,10 25,-21-46,1 1,-1 0,0 0,0 0,1 0,-1 0,0-1,0 1,0 0,0 0,0 0,0 0,0 0,0 0,-1 0,1-1,0 1,0 0,-1 0,1 0,-1 0,1-1,0 1,-1 0,0 1,-21 11,2-1,17-10,-1 1,1-1,-1-1,1 1,-1 0,0-1,0 0,0 0,0 0,-6 0,-44 1,47-2,-32 2,-51 9,52-6,-52 2,-44-16,130 9,-6 0,10 0,0 0,0 1,0-1,0 0,-1 0,1 0,0 1,0-1,0 0,0 0,0 1,0-1,0 0,0 0,0 1,0-1,0 0,0 0,0 1,0-1,0 0,0 0,0 0,0 1,1-1,-1 0,0 0,0 1,0-1,0 0,0 0,1 0,-1 0,0 1,0-1,0 0,1 0,-1 0,0 0,0 0,0 1,1-1,-1 0,0 0,1 0,3 3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18.318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63 558,'0'-4,"2"-65,-1 58,1 0,0 0,0 0,1 0,8-20,14-17,-9 19,-1-1,-1 0,-2-1,15-55,-27 84,1-3,0 0,0 1,0-1,1 1,0-1,2-4,14-32,-9 20,3-8,-7 25,-1 3,-3 0,0 0,0 0,0 0,0 0,1 1,-1-1,0 0,0 1,1-1,-1 1,0-1,1 1,-1 0,0-1,1 1,-1 0,1 0,-1 0,0 0,1 0,-1 1,1-1,-1 0,0 0,1 1,-1-1,0 1,0 0,1-1,-1 1,0 0,0 0,0-1,0 1,0 0,0 0,1 2,2 3,0 0,-1 1,0-1,0 1,0 0,1 7,0-2,1 1,0 0,2 0,-1-1,15 20,41 45,-28-36,-24-30,-1 1,0 0,-1 1,0-1,-1 2,0-1,-1 1,6 24,0-9,-5-13,-7-15,0-1,0 0,1 1,-1-1,0 0,0 0,0 1,0-1,0 0,-1 1,1-1,0 0,0 0,0 1,0-1,0 0,0 1,0-1,0 0,-1 0,1 1,0-1,0 0,0 0,-1 0,1 1,0-1,0 0,-1 0,1 0,-1 1,-13 4,-20 0,31-4,-13-1,0 0,0-1,-27-4,-9-1,24 5,-1 1,1 1,0 2,-36 7,23-3,-1-1,-52 0,94-6,0 0,-1 0,1 0,0 0,-1 0,1 0,0 0,-1 0,1 0,0 0,-1 1,1-1,0 0,-1 0,1 0,0 0,0 0,-1 1,1-1,0 0,0 0,-1 1,1-1,0 0,0 0,0 1,-1-1,1 0,0 1,0-1,0 0,0 0,0 1,0-1,-1 1,1 1,-4 10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19.447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69 483,'0'20,"0"-33,1 4,0-1,0 1,1-1,1 1,3-10,-2 8,-1 0,0 0,2-19,-3 14,1-1,1 1,0 0,10-24,-6 21,-2-1,6-27,-7 18,2 0,0 0,20-45,-25 70,1 0,30 45,-23-27,51 70,-51-72,0-1,1-1,0 0,24 17,12 4,67 58,-100-77,44 45,-41-41,2 0,20 23,-39-39,1 1,-1-1,0 0,1 0,-1 0,0 1,1-1,-1 0,0 0,0 1,1-1,-1 0,0 1,0-1,0 0,1 1,-1-1,0 0,0 1,0-1,0 0,0 1,0-1,0 1,0-1,0 0,0 1,-8 2,-16-6,10-1,0 0,0 1,0 0,-1 2,1-1,-22 2,-20-2,9 0,-14-1,48 1,5 1,-1 0,0 0,1 1,-1 0,-9 2,-22 1,2-2,11 0,0 0,0 1,1 2,0 1,-52 16,63-16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20.549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52 467,'-13'0,"-18"0,31 0,-1-1,1 1,-1 0,1 0,0 0,-1 0,1 0,0-1,-1 1,1 0,0 0,-1-1,1 1,0 0,0 0,-1-1,1 1,0 0,0-1,0 1,-1 0,1-1,0 0,5-13,-1 6,1 0,-1-1,-1 0,4-12,-5 13,0 0,1 1,0-1,1 1,-1-1,2 1,5-9,28-21,-28 29,-1-1,0 0,-1 0,11-16,-1-2,2 0,26-27,-18 22,-6 5,20-31,-43 59,1 1,-1-1,1 0,0 1,-1-1,1 0,0 1,0-1,0 1,0-1,0 0,0 1,0-1,1 1,-1-1,0 0,1 1,-1-1,1 0,-1 1,1-1,0 0,0 1,4 4,-1-1,0 1,0 0,-1 0,1 0,-1 0,3 9,11 22,0-11,2-1,33 35,-7-8,-23-26,31 29,-33-39,-3 0,-1 0,8 4,-24-19,1-1,-1 0,0 0,1 0,-1 1,0-1,1 0,-1 0,0 1,1-1,-1 0,0 1,0-1,1 0,-1 1,0-1,0 1,0-1,1 0,-1 1,0-1,0 1,0-1,0 0,0 1,0-1,0 1,0-1,0 1,0-1,0 1,0 0,0 0,0 0,-1 0,1-1,0 1,0 0,-1 0,1 0,-1-1,1 1,-1 0,1 0,-1-1,1 1,-1 0,0-1,1 1,-1-1,0 1,1-1,-1 1,0-1,0 1,0-1,1 0,-1 1,0-1,0 0,0 0,0 0,0 0,0 1,-1-2,-31 1,-204-19,82 10,148 8,6 1,-37 3,-52-2,85-1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21.652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26 607,'-20'0,"20"0,0 0,-1 0,1 0,0-1,-1 1,1 0,0 0,0 0,-1-1,1 1,0 0,0 0,-1-1,1 1,0 0,0-1,0 1,0 0,-1-1,1 1,0 0,0-1,0 1,0 0,0-1,0 1,0 0,0-1,0 1,0 0,0-1,0-12,0 11,0-29,8-64,-6 84,0 1,1-1,0 1,1 0,0 0,0 0,1 1,1-1,11-15,4-5,-1 0,-2-2,16-39,-28 59,11-20,2 2,2-5,2 1,-3 10,-19 23,-1 0,1 0,0 1,0-1,-1 0,1 0,0 1,0-1,0 1,0-1,0 1,0-1,0 1,0 0,0-1,1 1,-1 0,0 0,0 0,0 0,0 0,0 0,0 0,0 0,0 0,1 0,-1 1,0-1,0 0,0 1,0-1,0 1,0-1,0 1,1 1,2 2,0 0,-1 1,1-1,-1 1,5 10,7 8,32 27,0-2,-39-38,1 0,14 11,-22-20,25 22,6 3,7 10,7 7,0 1,-5-5,-35-33,-1 0,0 0,8 13,-12-17,0 0,0 1,0-1,0 1,0-1,0 0,-1 1,1-1,-1 1,0-1,1 1,-1-1,-1 1,1 0,0-1,0 1,-1-1,0 1,-1 2,1-1,-2 0,1-1,0 1,-1-1,1 0,-1 0,0 0,0 0,0 0,-7 4,1-1,0-1,-1 0,0 0,0-1,0 0,0-1,-1 0,-13 1,-30 2,-101 9,140-15,1-1,-1 0,0-1,-17-4,11 1,-1 2,1 0,-1 2,-35 1,-38 11,90-11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22.709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1 510,'17'-26,"-14"21,1-1,-1 1,0-1,0 0,-1-1,4-10,10-24,-1 11,12-33,-15 32,18-31,37-62,-66 122,7-10,-1 0,2 0,0 0,14-14,-16 22,5 4,-8 0,-1 1,1-1,0 1,0 0,-1 0,1 1,0-1,-1 1,5 2,31 32,-11-9,-5-7,10 6,15 5,14 7,15 6,-1 1,-6-1,-5-7,-31-18,57 42,-79-50,-9-2,-15 0,-20-2,-109 7,-5 0,44 2,-196 21,223-29,31-4,36-4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24.046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77 457,'81'0,"-77"-1,-1 0,0-1,1 1,-1-1,0 0,0 0,-1 0,1 0,0-1,3-3,2-2,1 2,-1-2,0 1,0-1,-1 0,0-1,9-13,13-23,-17 29,-1-1,9-19,24-42,-26 49,14-31,-18 35,-12 21,1 0,-1 0,0 0,0 0,3-8,-5 11,0 0,0 1,0-1,0 0,0 0,1 1,-1-1,0 0,0 0,1 1,-1-1,0 0,1 1,-1-1,1 0,-1 1,1-1,-1 1,1-1,-1 1,1-1,0 1,-1-1,1 1,0 0,-1-1,1 1,0 0,-1-1,1 1,0 0,0 0,-1 0,1 0,0 0,0 0,0 0,-1 0,1 0,0 0,0 0,-1 0,1 0,0 1,0-1,-1 0,2 1,5 3,1 1,-1 0,0 0,8 9,5 2,13 8,10 8,10 8,7 8,8 4,-8-2,-12-10,-24-19,-28-25,2 2,5 5,46 41,-26-21,-23-22,0-1,0 0,0 1,1-1,-1 0,0 0,0 1,0-1,0 0,0 1,0-1,0 0,0 1,0-1,0 0,-1 0,1 1,0-1,0 0,0 1,0-1,0 0,0 0,-1 1,1-1,0 0,0 0,0 1,-1-1,1 0,0 0,0 0,-1 1,1-1,0 0,-1 0,-20 7,-30 0,-53 1,-39 5,-27 5,102-13,1 2,-74 20,117-20,-8 2,-1-1,-52 5,81-13,1 0,-1 0,1 0,-1 1,1 0,-1-1,1 1,-1 0,1 1,0-1,-1 0,1 1,0 0,0 0,0 0,1 0,-6 4,4 1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25.372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129 368,'0'-5,"1"-1,-1 0,1 1,0-1,1 0,-1 1,1 0,0-1,1 1,-1 0,6-8,3-1,0 0,18-17,-14 16,17-23,-14 16,1 0,1 2,35-29,-31 29,-11 1,-11 17,-1-1,1 0,-1 1,1-1,0 1,0-1,0 1,0 0,1 0,-1 0,5-3,-5 5,23 32,-15-22,-1 1,12 18,5 5,3 2,-9-11,0-1,34 30,-28-33,6 5,-6-3,-32-29,4 4,5 4,61 50,-19-19,-19-13,-7-5,-19-15,-1 0,1 0,0 0,-1 0,1 0,0 0,-1 1,1-1,0 0,0 0,-1 0,1 0,0 0,-1 0,1 0,0 1,0-1,-1 0,1 0,0 0,0 1,0-1,-1 0,1 0,0 1,0-1,0 0,0 0,0 1,-1-1,1 0,0 0,0 1,0-1,0 0,0 1,0-1,0 0,0 1,0-1,0 0,0 0,0 1,0-1,0 0,0 1,0-1,1 0,-1 0,0 1,0-1,0 0,0 0,1 1,-1-1,0 0,0 0,0 1,1-1,-1 0,-35 1,1-1,0-2,-52-10,8 2,-7-1,33 3,-1 3,-74 2,106 4,-199 14,188-9,19-5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26.629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236 671,'0'-2,"1"1,-1 0,0-1,0 1,1-1,-1 1,0 0,1-1,-1 1,1 0,0 0,-1-1,1 1,0 0,0 0,0 0,0 0,2-2,9-13,-5 2,0-1,-2 0,0 0,0-1,3-29,-3 21,13-43,37-66,-42 93,0-5,4-7,4-2,-2 4,-17 45,1 1,-1 0,1 0,0-1,7-6,-9 10,0 0,-1 0,1 1,0-1,0 0,1 0,-1 1,0-1,0 0,0 1,0-1,0 1,1 0,-1-1,0 1,0 0,1 0,1 0,0 0,-1 1,1-1,-1 1,1 0,-1 0,1 1,-1-1,0 0,0 1,4 2,5 6,-1 1,0 0,0 1,12 19,-17-24,34 44,4 0,9 10,2 13,2 5,-4-4,-7-15,-41-54,0-1,-1 1,0 0,0 0,3 8,-6-13,1 1,-1-1,0 1,0 0,0-1,0 1,0-1,0 1,0-1,-1 1,1-1,-1 1,0 1,0-1,1 0,-1 1,0-1,1 0,-1-1,0 1,0 0,0 0,-1 0,1-1,0 1,-1 0,1-1,-1 1,-3 1,0 0,0-1,-1 0,1 0,-11 2,15-4,-29 6,-1-2,1-1,0-1,-32-3,22 0,-52 6,-13 6,-108-2,162-9,0 2,-60 12,87-7,20-5,0-1,0 1,0-1,0 0,-8 0,12-1,-1 0,1 0,0 0,0 0,0 0,0 0,0 0,0 0,0 0,-1 0,1 0,0 0,0 0,0 0,0 1,0-1,0 0,-1 0,1 0,0 0,0 0,0 0,0 0,0 0,0 0,0 0,0 0,0 1,0-1,-1 0,1 0,0 0,0 0,0 0,0 0,0 0,0 1,0-1,0 0,0 0,0 0,0 0,0 0,0 0,0 1,0-1,0 0,0 0,0 0,0 0,0 0,0 0,0 0,1 1,-1-1,0 0,0 0,2 7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27.467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 40,'13'-2,"0"0,0 0,20 2,3-1,74 1,-70 1,0-1,42-6,-24-5,-32 5,1 2,0 0,28 1,-51 5,-3 4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28.257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188 1,'-2'0,"0"0,0 1,0 0,0-1,0 1,0 0,0 0,0 0,1 0,-1 0,0 1,1-1,-1 0,1 1,-1-1,1 1,0 0,-3 3,2-2,0-1,0 1,0-1,0 0,-1 0,-5 4,0-2,-1-1,1-1,-1 1,0-2,0 1,0-1,0 0,0-1,-18-1,1 0,48 3,-15 0,0-2,-1 1,1-1,13-1,42-9,-1 3,120 0,-151 8,0 2,0 1,31 8,-28-3,-31-6,-6-3,4 0,-8-3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28.645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61 0,'0'1,"0"0,0-1,0 1,0 0,0-1,0 1,0 0,0-1,0 1,0 0,0-1,0 1,-1 0,1-1,0 1,0-1,-1 1,1-1,0 1,-1 0,1-1,-1 1,1-1,-1 0,1 1,-1-1,1 1,-1-1,1 0,-1 1,1-1,-2 1,-10 9,10-5,0 0,1 0,0-1,1 1,-1 0,1 0,-1 0,2 0,0 9,0 6,-8 211,7-225,0-1,1 0,-1 1,1-1,2 8,1 0,-2 0,0 0,-1 0,0 0,-1 17,-1 12,-2 3,-6 5,-3-6,-4-10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29.052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 25,'469'0,"-421"-1,6-5,8 0,-7 0,-13 1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29.547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1 270,'0'-7,"0"-12,1 0,0 1,2-1,9-34,-10 45,1 0,0 0,1 0,0 0,0 1,0 0,1 0,0 0,1 0,-1 1,1 0,10-8,-4 5,-9 6,1 0,0 0,0 0,1 0,-1 1,10-5,-12 7,0 0,0-1,1 1,-1 0,0 0,0 0,1 0,-1 1,0-1,0 1,0-1,0 1,0 0,1 0,-1 0,0 0,-1 0,1 0,0 0,2 2,-2 0,1-1,-1 0,0 1,1-1,-2 1,1 0,0-1,0 1,-1 0,1 0,-1 0,0 0,1 6,5 45,-5-31,-1-11,-1 0,-1-1,0 1,-3 12,2-16,1 0,0 0,0 0,1 1,0-1,0 0,1 0,-1 0,2 0,3 12,-3-17,0 1,1-1,0 0,0 1,0-1,0-1,0 1,1 0,-1-1,1 1,0-1,-1 0,1-1,0 1,0-1,0 1,6 0,5 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29.874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0 546,'61'0,"-61"0,1 0,-1-1,0 1,1-1,-1 1,0-1,1 0,-1 1,0-1,0 1,0-1,1 1,-1-1,0 0,0 1,0-1,0 1,0-1,0 0,0 1,0-1,0 0,0 1,-1-2,1 0,0-13,1-1,-2 0,1-1,-2 1,-4-19,1 13,2 0,0-1,2 1,1-42,1 23,-1 32,0-1,0 1,1 0,0-1,1 1,0 0,0 0,1 0,0 1,1-1,0 1,0-1,1 1,0 0,1 1,10-13,-11 13,-2 3,-1 1,1 0,0 0,0 0,0 0,1 0,5-4,13-5,10 3,-24 8,0 0,0 1,0 0,0 0,0 1,-1 0,15 5,-17-5,0 1,0-1,-1 1,1 0,-1 1,1-1,-1 1,0 0,0 0,-1 0,1 1,0-1,4 8,-7-10,-1 0,1 0,0 0,-1 0,0 0,1 0,-1 0,0 0,1 0,-1 0,0 0,0 0,0 1,0-1,0 0,0 0,0 0,0 0,-1 0,1 0,0 1,-1-1,1 0,-1 0,1 0,-1 0,1 0,-1 0,0 0,0-1,1 1,-1 0,0 0,0 0,0-1,0 1,-2 1,-1 0,-1 1,1-1,-1 0,0 0,0 0,0 0,-6 0,-1-1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30.247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0 0,'7'23,"-1"-9,-5-10,0-1,0 1,0-1,1 1,-1-1,1 1,0-1,0 0,0 0,0 0,0 0,1-1,0 1,-1-1,1 1,0-1,0 0,0 0,0 0,1 0,-1-1,0 1,1-1,6 2,44 2,0-2,60-4,-31-1,-63 3,-12-1,0 1,0-2,-1 1,1-1,15-3,-3-5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30.620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268 109,'0'-1,"0"1,0-1,0 1,0-1,0 0,0 1,0-1,-1 1,1-1,0 0,0 1,-1-1,1 1,0-1,-1 1,1-1,0 1,-1-1,1 1,-1-1,1 1,-1 0,1-1,-1 1,1 0,-1-1,0 1,1 0,-1-1,1 1,-2 0,-1-2,1 1,1-1,-1 0,1 0,0-1,0 1,-1 0,2 0,-1 0,0-1,0 1,0-5,1 4,-1 1,1 0,-1 0,1-1,-1 1,0 0,0 0,0 0,0 0,0 0,0 0,-1 0,1 0,-1 0,1 1,-4-3,-2 0,-1 0,1 1,-1 0,0 1,0-1,1 1,-2 1,1 0,0 0,0 1,0-1,0 2,-1-1,1 1,0 1,0-1,-9 4,13-3,0 0,0 1,0-1,0 1,0 0,0 0,1 0,-1 0,1 1,0-1,0 1,0 0,0 0,1 0,0 0,0 1,0-1,0 1,1-1,-1 1,1-1,0 1,1 0,-1 0,1-1,0 1,0 0,0 0,1-1,0 1,0 0,0-1,0 1,1 0,3 6,-3-7,0 1,0-1,0 0,1 0,0-1,0 1,0 0,0-1,0 0,1 0,-1 0,1 0,0 0,0-1,0 1,0-1,0 0,0-1,1 1,-1-1,1 1,-1-2,8 2,-11-3,0 1,0-1,0 0,0 0,0 0,-1 0,1 0,0 0,-1 0,1 0,-1 0,1 0,-1 0,1 0,-1 0,0-1,0 1,1 0,-1-1,1-3,35-87,-34 86,2-6,0 0,0-1,-1 1,-1-1,0 0,0-15,-9 42,-4 69,10-65,0 0,0-1,2 1,0 0,1 0,1 0,0 0,11 30,-5-32,3-3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30.977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143 432,'1'1,"0"-1,0 0,0 0,0-1,0 1,1 0,-1 0,0 0,0-1,0 1,0 0,0-1,-1 1,1-1,0 1,0-1,0 0,0 1,0-1,-1 0,1 1,0-1,-1 0,1 0,0 0,-1 0,1 0,-1 0,0 0,1 0,-1 0,0 0,1 0,-1 0,0 0,0 0,0 0,0 0,0 0,0 0,0 0,0 0,0 0,-1 0,1 0,0 0,-1 0,1 0,-1 0,1 0,-2-1,-11-23,6 12,1 1,0-1,-6-20,7 14,2-1,0 1,1 0,1-1,0 1,2-1,3-23,-3 31,-1 0,0 0,-4-21,1 7,3 26,0-1,0 0,-1 0,1 0,0 1,0-1,0 0,-1 0,1 0,0 1,-1-1,1 0,-1 0,1 1,-1-1,1 1,-1-1,1 0,-1 1,1-1,-1 1,0-1,0 1,0-1,-25-4,25 5,-66-2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31.346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0 0,'149'0,"-147"0,1 1,-1-1,0 1,0-1,1 1,-1 0,0 0,0 0,0 0,0 0,0 1,0-1,0 1,0-1,-1 1,3 2,-1-1,0 0,0-1,0 1,1-1,-1 0,5 3,56 11,-55-11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31.764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3 580,'3'0,"-1"-1,0 1,0-1,1 1,-1-1,0 0,0 0,0 0,0 0,0-1,0 1,0 0,0-1,0 0,-1 1,1-1,-1 0,1 0,-1 1,0-1,1-1,-1 1,0 0,-1 0,1 0,1-4,0-1,1-1,-1 0,-1 0,0 0,0 0,0-13,-13-79,2 37,2 4,3 25,-2-49,8 49,1-1,-2 30,-1 1,1 0,-1 0,0-1,-3-6,-11-17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32.090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0 1,'2'3,"-1"0,1 0,-1 0,1 0,0 0,0 0,1 0,-1-1,0 1,1-1,0 1,-1-1,1 0,0 0,0-1,0 1,1 0,-1-1,0 0,0 0,1 0,-1 0,1 0,-1-1,1 1,-1-1,1 0,-1 0,7-1,69-11,-52 6,35-1,51 4,-86 3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32.461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278 1,'-14'0,"-8"0,-33 3,47-1,-1 0,1 0,-1 0,1 1,0 0,-15 9,6-2,11-8,0 1,0 0,1 1,-1-1,1 1,0 0,0 1,0-1,0 1,1 0,0 0,0 0,0 1,-3 6,4-5,0 1,0 0,0 1,1-1,0 0,1 1,0-1,0 1,1-1,0 1,0-1,4 17,-3-20,0-1,1 0,0 0,0 0,0 0,0 0,0 0,1 0,0-1,0 0,0 1,0-1,0 0,1 0,-1-1,1 1,7 3,6 3,1-1,32 10,-44-16,6 0,1 0,-1 0,1-1,0-1,-1 0,1-1,-1 0,1-1,-1 0,19-6,-25 6,-1-1,1 1,-1-1,0 0,0-1,0 1,0-1,0 0,-1 0,0-1,0 1,0-1,0 0,-1 0,0 0,0-1,0 1,-1-1,0 1,0-1,0 0,0 0,-1 0,0 0,-1 0,1-8,-1 8,0 1,0-1,0 0,-1 0,1 1,-2-1,1 0,-1 1,1-1,-1 1,-1 0,1-1,-1 1,0 0,0 1,-1-1,1 0,-1 1,0 0,0 0,0 0,-1 0,0 1,1 0,-1 0,0 0,-9-4,-3 3,1 1,0 0,0 1,-1 1,-27 2,22-1,-30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0:36:38.91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161 125 24575,'-9'1'0,"0"0"0,0 1 0,1 0 0,-1 1 0,0 0 0,1 0 0,-1 1 0,1 0 0,0 0 0,1 1 0,-1 0 0,-12 11 0,16-11 0,0 0 0,0 0 0,0 0 0,1 1 0,0-1 0,0 1 0,1 0 0,-1 0 0,1 0 0,1 0 0,-1 0 0,1 0 0,0 1 0,0 10 0,0 10 0,1 0 0,5 29 0,-3-40 0,15 108 0,-13-105 0,1-1 0,0 0 0,2 0 0,13 27 0,-13-36 0,0 0 0,1 0 0,0-1 0,0 0 0,1 0 0,0-1 0,0 0 0,1-1 0,0 0 0,21 9 0,-17-9 0,1 0 0,0-2 0,0 1 0,0-2 0,1 0 0,0-1 0,-1-1 0,1 0 0,0-1 0,23-3 0,-27 2 0,0-2 0,-1 1 0,1-2 0,-1 1 0,0-2 0,1 1 0,-2-2 0,1 1 0,-1-1 0,0-1 0,0 0 0,-1 0 0,0-1 0,13-14 0,-6 2 0,0 0 0,-2 0 0,0-2 0,-2 1 0,0-2 0,-1 0 0,-2 0 0,8-28 0,-13 37 0,0 0 0,-1-1 0,-1 1 0,-1-1 0,0 1 0,0-1 0,-2 0 0,0 0 0,0 1 0,-2-1 0,0 1 0,0 0 0,-1-1 0,-1 1 0,-9-17 0,5 14 0,0 0 0,-2 1 0,0 0 0,-1 0 0,-1 1 0,0 1 0,-28-24 0,32 32 0,1 0 0,-1 0 0,0 1 0,-1 0 0,1 0 0,-1 1 0,0 1 0,0 0 0,0 0 0,-1 1 0,1 0 0,-1 1 0,1 0 0,-1 0 0,-20 3 0,17 0 9,1 1 1,0 0-1,-1 1 0,1 0 0,1 1 1,-1 1-1,1 0 0,0 1 0,0 0 0,1 0 1,0 2-1,-18 16 0,12-8-221,1 0 0,1 1 0,1 1-1,1 0 1,0 1 0,-15 35 0,15-26-6614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0:36:41.08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575 68 24575,'0'-1'0,"-1"0"0,0 1 0,0-1 0,0 0 0,0 1 0,0-1 0,0 1 0,0-1 0,0 1 0,-1 0 0,1-1 0,0 1 0,-1 0 0,-1-1 0,-18-5 0,0 0 0,-1 2 0,1 0 0,-1 2 0,0 0 0,0 2 0,-26 2 0,35-1 0,0 1 0,1 1 0,-1 0 0,1 0 0,0 1 0,0 1 0,0 0 0,0 1 0,1 0 0,0 1 0,0 0 0,1 0 0,-16 15 0,9-3 0,0 0 0,0 1 0,2 1 0,1 0 0,0 1 0,2 1 0,0 0 0,2 0 0,1 1 0,0 0 0,2 1 0,1 0 0,1 0 0,1 1 0,-1 26 0,1 4 0,3-1 0,9 84 0,-6-118 0,2 0 0,0-1 0,1 1 0,1-1 0,1 0 0,0-1 0,2 0 0,0 0 0,24 34 0,-24-41 0,1-1 0,1 0 0,0-1 0,1-1 0,0 1 0,0-2 0,0 1 0,1-2 0,1 0 0,-1 0 0,19 5 0,-16-7 0,1 0 0,-1-1 0,1-1 0,1-1 0,-1 0 0,0-1 0,0-1 0,1 0 0,24-5 0,-28 2 0,-1-1 0,0 0 0,0-1 0,0-1 0,-1 0 0,0 0 0,0-1 0,0-1 0,-1 0 0,0-1 0,-1 0 0,0 0 0,16-20 0,-1-3 0,-1-1 0,-2-1 0,24-49 0,-29 49 0,-1 0 0,-2-2 0,-1 0 0,-2 0 0,-2-1 0,8-55 0,-15 65 0,0-1 0,-2 1 0,-1 0 0,-1 0 0,-2 0 0,0 0 0,-2 0 0,-1 1 0,-18-47 0,21 64 0,-36-78 0,34 76 0,0 1 0,-1 0 0,0 0 0,0 1 0,-16-16 0,18 21 0,1 0 0,-1 1 0,-1-1 0,1 1 0,-1 0 0,1 0 0,-1 1 0,0 0 0,0 0 0,0 0 0,0 1 0,0 0 0,0 0 0,0 0 0,0 1 0,-1 0 0,1 0 0,0 0 0,0 1 0,0 0 0,0 0 0,0 1 0,0 0 0,0 0 0,-7 3 0,4 0 0,0 0 0,0 0 0,0 0 0,1 1 0,0 1 0,0-1 0,0 1 0,1 1 0,0-1 0,1 1 0,0 0 0,0 1 0,0-1 0,-6 17 0,7-11-1365,3-2-5461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0:36:42.62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851 183 24575,'-17'-20'0,"-2"-2"0,-2 0 0,0 1 0,-33-24 0,44 39 0,0-1 0,0 1 0,-1 1 0,0 0 0,0 0 0,0 1 0,0 0 0,-1 1 0,0 1 0,0 0 0,-16-1 0,13 3 0,-1 0 0,0 1 0,1 0 0,-1 2 0,1 0 0,-1 0 0,1 2 0,0 0 0,1 0 0,-18 10 0,12-4 0,1 1 0,1 1 0,0 0 0,1 1 0,1 1 0,-24 27 0,11-5 0,2 1 0,1 1 0,3 1 0,1 2 0,1 0 0,-18 57 0,28-67 0,1 0 0,1 1 0,1 1 0,-3 39 0,11-60 0,-1 0 0,2 1 0,0-1 0,0 0 0,7 25 0,-6-30 0,1 0 0,0 0 0,1-1 0,-1 1 0,1-1 0,1 0 0,0 0 0,0 0 0,0-1 0,9 9 0,-10-12 0,0 1 0,1-2 0,-1 1 0,1 0 0,0-1 0,-1 0 0,1 0 0,0 0 0,0 0 0,1-1 0,-1 0 0,0 0 0,0-1 0,0 1 0,1-1 0,8-1 0,7-1 0,0-1 0,36-12 0,-49 13 0,43-12 0,0-3 0,-2-1 0,0-3 0,-1-2 0,79-52 0,-105 60 0,0-2 0,-1 0 0,-1-1 0,0-1 0,-2-1 0,0-1 0,-2 0 0,0-1 0,-1-1 0,-1-1 0,-1 1 0,-2-2 0,11-31 0,-17 42 0,-2 0 0,0 0 0,0-1 0,-2 1 0,0 0 0,0-1 0,-1 1 0,-1-1 0,-4-24 0,3 31 0,0-1 0,-1 1 0,0 0 0,0 0 0,-1 0 0,0 0 0,0 1 0,-1-1 0,0 1 0,0 0 0,-1 0 0,0 1 0,0 0 0,0 0 0,-1 0 0,0 1 0,-9-6 0,4 5 12,1 0 0,-1 1 0,1 1 0,-1 0 0,-1 0 0,1 1 0,0 1 0,-1 0 0,-23-1 0,30 3-74,0 0 0,1 0 0,-1 1 0,0-1 1,1 1-1,-1 1 0,1-1 0,-1 1 0,1 0 0,-1 0 0,1 0 0,0 1 1,0 0-1,0 0 0,1 0 0,-1 1 0,1 0 0,0-1 0,0 1 0,0 1 1,0-1-1,1 1 0,-6 8 0,0 6-6764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0:36:40.01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782 131 24575,'-7'-1'0,"-1"0"0,0 0 0,0-1 0,1 0 0,-9-3 0,-12-4 0,-56-13 0,-117-49 0,191 67 0,0 1 0,-1 0 0,0 1 0,1 0 0,-1 1 0,0 0 0,0 1 0,0 0 0,0 0 0,0 1 0,0 1 0,1 0 0,-1 0 0,1 1 0,-1 1 0,1-1 0,0 2 0,0-1 0,-10 8 0,6-4 0,0 2 0,1-1 0,0 2 0,1 0 0,0 0 0,1 1 0,0 1 0,1 0 0,1 0 0,0 1 0,0 0 0,-6 17 0,6-11 0,2 1 0,0 1 0,2-1 0,0 1 0,2 0 0,0 0 0,1 0 0,1 0 0,1 0 0,2 0 0,0 1 0,1-1 0,1-1 0,1 1 0,9 25 0,-10-36 0,1-1 0,-1 0 0,2 0 0,0-1 0,0 1 0,0-1 0,1 0 0,0-1 0,1 0 0,0 0 0,0-1 0,1 0 0,0 0 0,0-1 0,1 0 0,-1 0 0,19 6 0,-5-4 0,0 0 0,1-1 0,0-2 0,0-1 0,0 0 0,45-1 0,-34-2 0,0-2 0,0-1 0,0-2 0,34-9 0,-56 10 0,0-1 0,0 0 0,-1-1 0,0 0 0,0-1 0,0 0 0,-1-1 0,0 0 0,0-1 0,-1 0 0,0-1 0,0 0 0,15-18 0,-12 8 0,-1 0 0,0 0 0,-2-1 0,0-1 0,-1 1 0,-1-1 0,-2-1 0,0 0 0,7-43 0,-12 49 0,1 0 0,-2 0 0,0 0 0,-1 0 0,-1 0 0,0 0 0,-1 0 0,-1 0 0,-1 0 0,0 1 0,-1 0 0,0 0 0,-1 1 0,-15-23 0,18 31 0,-1 0 0,-1 0 0,1 0 0,-1 1 0,0 0 0,0 0 0,-1 0 0,1 1 0,-1 0 0,0 0 0,0 1 0,0-1 0,-1 2 0,1-1 0,-10-1 0,-10-1 0,1 2 0,-1 0 0,-30 2 0,39 1 0,12 0-114,1 0 1,-1 1-1,0-1 0,0 1 0,0 1 1,0-1-1,1 1 0,-1 0 0,1 0 1,-1 1-1,-7 4 0,0 3-6712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0:36:41.89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399 82 24575,'-3'0'0,"0"1"0,0-1 0,0 0 0,1 1 0,-1-1 0,0-1 0,-5 0 0,1 1 0,-10 0 0,1 0 0,-1 2 0,1 0 0,-30 8 0,35-7 0,1 1 0,0 0 0,1 1 0,-1 0 0,1 1 0,0-1 0,0 2 0,-12 11 0,5-2 0,1 0 0,1 0 0,1 2 0,0 0 0,2 0 0,0 1 0,0 0 0,2 1 0,-9 29 0,12-32 0,1 1 0,1-1 0,1 1 0,1 0 0,0 0 0,1 0 0,1 0 0,1 0 0,0 0 0,2 0 0,6 29 0,-4-31 0,1 0 0,0 0 0,1-1 0,1 1 0,0-2 0,1 1 0,1-1 0,11 13 0,-13-18 0,0-1 0,1 0 0,0 0 0,0-1 0,1 0 0,0 0 0,0-2 0,0 1 0,1-1 0,-1 0 0,1-1 0,18 4 0,-18-6 0,1 0 0,0 0 0,1-1 0,-1 0 0,0-2 0,0 1 0,0-1 0,0-1 0,18-4 0,-13 0 0,-2 0 0,1 0 0,-1-2 0,0 0 0,0 0 0,16-14 0,-6 4 0,-1-2 0,0-1 0,-2-1 0,-1 0 0,0-2 0,-2 0 0,20-34 0,-30 43 0,-1 0 0,0-1 0,-1 0 0,-1 0 0,0-1 0,-1 1 0,-1-1 0,-1 0 0,0-1 0,-2 1 0,0-1 0,0 1 0,-2-1 0,-3-23 0,1 22 0,-1 1 0,-1-1 0,-1 1 0,-1 0 0,0 1 0,-1 0 0,-1 0 0,0 1 0,-15-20 0,17 28 0,1 0 0,-2 0 0,1 1 0,-1 0 0,-1 0 0,1 1 0,-1 0 0,0 0 0,0 1 0,-1 0 0,0 1 0,1 0 0,-2 1 0,1 0 0,0 0 0,0 1 0,-21-1 0,19 2-85,1 0 0,-1 2-1,0-1 1,0 2 0,1-1-1,-1 2 1,1-1 0,-1 2-1,1-1 1,0 2 0,0-1-1,1 1 1,-1 1 0,1 0-1,-10 9 1,7-4-6741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0:36:43.43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537 2 24575,'-3'0'0,"1"-1"0,-1 1 0,1 0 0,-1-1 0,0 1 0,1 1 0,-1-1 0,-2 1 0,-3-1 0,-15 0 0,0 1 0,1 1 0,-1 1 0,1 1 0,-24 8 0,30-7 0,1 1 0,0 1 0,1 0 0,0 1 0,0 0 0,0 1 0,-23 21 0,18-11 0,1 0 0,0 2 0,2 0 0,0 1 0,1 0 0,1 2 0,2-1 0,0 1 0,2 1 0,0 0 0,-6 28 0,7-17 0,2 0 0,1 1 0,2 0 0,2-1 0,1 1 0,2 0 0,8 52 0,-7-74 0,1-1 0,0 0 0,1 0 0,1 0 0,0-1 0,1 1 0,0-1 0,15 21 0,-16-27 0,0 0 0,1-1 0,0 1 0,1-1 0,-1 0 0,1-1 0,0 1 0,1-1 0,-1-1 0,1 1 0,0-1 0,0-1 0,0 0 0,0 0 0,14 3 0,-11-5 0,0 0 0,1 0 0,-1-1 0,1-1 0,-1 0 0,0-1 0,1 0 0,-1 0 0,0-1 0,0-1 0,-1 0 0,1 0 0,16-10 0,7-6 0,-2-1 0,48-40 0,-52 39 0,-1-2 0,-1-1 0,-2-1 0,0-1 0,-2-1 0,27-45 0,-41 60 0,-2-1 0,0 0 0,0 0 0,-1-1 0,-1 1 0,0-1 0,2-25 0,-5 29 0,-1-1 0,0 1 0,-1 0 0,0-1 0,-1 1 0,0 0 0,-1 0 0,0 0 0,-1 1 0,0-1 0,-8-13 0,5 11-52,0 2-1,-1-1 1,0 1-1,-1 0 1,0 1-1,-1 0 1,0 0-1,0 1 1,-1 1-1,-1-1 1,1 2-1,-1 0 1,0 0-1,-1 1 1,0 1-1,0 0 1,0 0-1,0 1 1,-1 1-1,1 1 1,-1 0-1,0 0 0,0 1 1,0 1-1,-15 2 1,-5 3-6774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00:36:44.19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224 117 24575,'-4'1'0,"1"-1"0,0 1 0,0 1 0,0-1 0,-1 0 0,1 1 0,0-1 0,1 1 0,-4 2 0,-3 1 0,-3 3 0,1 0 0,-1 1 0,2 0 0,-1 1 0,1 0 0,1 0 0,-1 1 0,2 0 0,0 1 0,0 0 0,1 0 0,-10 25 0,7-12 0,1 2 0,1-1 0,2 1 0,1 0 0,-4 47 0,8-56 0,1 1 0,1-1 0,1 0 0,0 1 0,1-1 0,1 0 0,1 0 0,12 30 0,-11-36 0,-1 0 0,2 0 0,0-1 0,0 0 0,1 0 0,0-1 0,0 0 0,2 0 0,-1-1 0,1 0 0,0-1 0,23 14 0,-19-14 0,0-1 0,0-1 0,1-1 0,0 0 0,0 0 0,0-2 0,1 0 0,-1-1 0,1 0 0,22-1 0,-19-2 0,1-1 0,0-1 0,-1-1 0,1-1 0,-1 0 0,0-2 0,28-12 0,-20 4 0,1-1 0,-2-1 0,0-1 0,-2-1 0,0-1 0,-1-2 0,0 0 0,-2-1 0,-1-1 0,23-37 0,-33 46 0,0 0 0,-2-1 0,0 0 0,-1 0 0,0-1 0,-1 0 0,-1 0 0,-1 0 0,-1 0 0,0-1 0,-1 1 0,-1-1 0,0 0 0,-3-21 0,-2 8 0,-1 0 0,-16-48 0,16 63 0,-1 0 0,-1 1 0,0 0 0,-1 0 0,-1 0 0,-16-20 0,22 31-76,1 0 1,-1 1-1,-1 0 0,1-1 0,0 1 0,-1 0 0,0 1 0,1-1 1,-1 1-1,0 0 0,0 0 0,-1 0 0,1 0 0,0 0 1,-1 1-1,1 0 0,-9-1 0,-8 3-6750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46.047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578 53,'-18'-9,"1"1,-1 0,-1 2,1 0,-1 1,-24-3,32 7,0 0,0 0,1 1,-1 1,0 0,0 0,1 1,-1 0,1 1,0 1,-1-1,-15 10,-8 7,0 2,-51 43,60-39,0 7,-2 12,20-31,0 0,-5 18,8-19,1 1,0 0,-2 22,4-19,1-1,1 1,4 25,-2-28,0-1,1 0,0 1,11 20,-10-24,1 0,1 0,0 0,0-1,16 16,-14-17,0 0,1-1,0 0,0-1,20 10,-13-10,0 0,-1-2,1 0,1-1,-1 0,0-2,1 0,-1-1,1 0,-1-2,1 0,-1-1,32-9,-40 8,1 0,-1 0,0 0,0-1,-1-1,1 0,-1 0,0 0,-1-1,0 0,0-1,0 0,-1 0,0 0,9-17,-8 10,0 0,-1 0,-1 0,-1-1,0 0,0 0,-2 0,0 0,0-18,-4 9,-1 0,-2 1,0-1,-1 1,-1 1,-2-1,0 1,-1 1,-16-27,20 42,1 0,-1 0,0 0,0 1,-1 0,1 0,-1 1,-1 0,1 0,-1 0,0 1,0 0,0 1,-1 0,1 0,-1 1,1 0,-13-1,13 1,-1 1,1 1,0-1,-1 1,1 1,0 0,-1 0,1 0,0 1,0 1,0-1,0 1,1 0,-1 1,1 0,0 0,0 1,0 0,-10 9,0 5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46.728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1 9,'409'-4,"-377"4,12 0,14 0,4-1,-4-2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48.781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318 3,'-13'-2,"1"1,-1 1,1 0,-1 1,1 0,-1 1,1 1,0 0,0 0,0 1,0 0,0 1,1 1,0 0,0 0,1 1,-11 9,3-2,8-5,-1 0,-17 18,25-23,0 0,1 0,-1 1,1-1,0 0,0 1,0 0,0-1,1 1,0 0,-2 8,3-10,0 0,-1 0,1 0,0 0,1 0,-1-1,0 1,1 0,-1 0,1 0,0-1,0 1,0 0,1-1,2 6,0-4,0 0,0-1,0 1,0-1,1 0,-1 0,8 4,206 102,-114-58,-96-47,0 1,0 0,0 0,0 1,-1 0,0 1,-1-1,1 1,-1 0,0 1,-1-1,0 1,0 0,6 15,-11-22,1 0,-1 1,0-1,1 0,-1 1,0-1,0 0,0 1,0-1,0 0,0 1,0-1,0 1,-1-1,1 0,-1 0,1 1,-1-1,1 0,-1 0,0 2,-1 0,0-1,-1 1,1-1,0 0,-1 0,1 0,-1 0,-5 3,-1-1,0 1,-1-1,1-1,-19 4,-5-2,-12 0,-13-2,-8-4,-4-6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49.498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196 14,'-13'0,"8"0,1 0,0-1,-1 2,1-1,0 0,-1 1,1 0,0 0,0 0,-8 4,-17 10,23-13,0 1,-1 0,1 0,1 0,-1 1,0 0,1 0,0 1,0-1,0 1,1 0,-1 1,-4 8,6-8,0 1,0 0,1-1,0 1,1 0,-1 0,1 0,0 8,1 8,2 28,-1-47,-1-1,1 0,-1 0,1 0,0 0,0 0,0 0,0 0,1 0,-1 0,1 0,0-1,0 1,0-1,4 5,-4-6,-1 0,0 0,1 0,0 0,-1-1,1 1,-1 0,1-1,0 0,-1 1,1-1,0 0,0 1,-1-1,1 0,0-1,0 1,-1 0,1 0,0-1,-1 1,1-1,0 1,-1-1,1 0,-1 1,1-1,-1 0,1 0,1-1,5-5,1 0,-1-1,0 1,-1-1,0-1,0 0,-1 0,10-17,-7 6,0 0,-1 0,7-32,-13 45,0-1,-1 0,0 0,0 0,-1 0,0 0,0 0,-2-11,-2 8,0 12,-8 3,7-4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50.449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51 60,'-6'0,"6"1,-1-1,0 0,0 0,0 0,1 0,-1 0,0 0,0 0,0-1,1 1,-1 0,0 0,0-1,0 1,1 0,-1-1,-1 0,-6-23,-1 7,4 10,4 3,1 0,-3 12,3-7,-1 0,1 0,-1 0,1-1,0 1,-1 0,1 0,0 0,0 0,0 0,0 0,-1 0,1 0,1 0,-1 0,0 0,0 0,0 0,0 0,1 0,-1 0,0-1,1 1,-1 0,1 1,4 7,-2 0,1 0,-1 0,-1 1,1-1,-2 1,2 16,0-5,0 9,-1 32,0 13,-1-71,0 0,-1 0,0 1,0-1,0 0,0 0,0 0,-1 0,0 0,0 0,0 0,0 0,-1 0,0-1,-3 7,2-7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51.084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67 362,'0'24,"-1"-24,0 1,0-1,0 1,0-1,0 1,0-1,0 1,0-1,0 0,0 0,0 0,0 1,0-1,0 0,0 0,-1 0,1-1,0 1,-1 0,0 0,1 0,0 0,-1 0,1 0,0 0,-1 0,1 0,0-1,0 1,0 0,-1 0,1-1,0 1,0-1,0 1,0-1,0 0,-1 1,0-2,1 0,1 1,-1 0,1-1,-1 1,1-1,-1 0,1 1,0-1,0 1,0-1,0-2,-1-8,-5-32,3 34,2 0,-1 0,1 0,1 0,0 0,1-13,-1 22,4-22,0 0,14-41,-16 57,1 0,0 1,1-1,-1 1,1 0,1 0,-1 0,1 0,0 1,0 0,0 0,1 0,11-6,-9 6,-4 2,0 1,0-1,1 1,-1 0,1 0,-1 0,8-1,-11 3,1 0,0 0,-1 1,1-1,0 0,-1 1,1-1,-1 0,1 1,-1 0,1-1,-1 1,1 0,-1 0,1 0,-1 0,0 0,0 0,1 0,-1 1,0-1,0 0,0 1,0-1,-1 0,2 3,4 10,0 0,-1 0,-1 0,0 0,-1 0,2 27,7 26,-4-14,-7-44,-1-1,2 1,-1-1,1 1,0-1,1 0,-1 0,2 0,-1 0,9 13,-4-12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51.566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239 1,'-171'0,"168"0,0 1,1-1,-1 1,0 0,1 0,-1 0,0 0,1 1,0-1,-1 1,1-1,0 1,0 0,-1 0,1 0,1 0,-1 0,0 1,1-1,-1 0,1 1,-1-1,1 1,0 0,0-1,0 4,-2 2,1 0,-1 1,2-1,-1 0,1 1,1 0,0 15,3 1,1 0,13 40,-17-63,1 1,1-1,-1 1,0-1,1 0,-1 0,1 0,-1 0,1 0,0 0,0 0,0 0,0-1,0 1,1-1,-1 1,0-1,1 0,-1 0,1 0,-1 0,1 0,3 0,-3-1,1 1,-1-1,0 0,1 0,-1 0,1 0,-1-1,0 0,1 1,-1-1,0 0,0-1,0 1,0 0,0-1,0 0,5-3,0-3,0 0,-1-1,0 0,0-1,-1 1,0-1,0 0,-1 0,-1-1,0 0,0 0,-1 0,-1 0,1 0,-2-1,1-20,-2 29,0 0,0 0,0 0,-1 0,1 0,-1 0,0 0,0 0,0 0,0 1,-1-1,1 0,-1 1,1-1,-1 1,0-1,-3-2,4 4,-1-1,0 1,0 0,0 0,0 0,0 0,0 1,0-1,0 0,0 1,0 0,-1-1,1 1,0 0,0 0,0 0,-1 0,1 1,0-1,0 0,0 1,0 0,0-1,0 1,-3 1,-10 8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6:52.109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443 1,'9'4,"2"1,-11-3,-8-1,3-1,0 0,0 0,0 0,0 1,1 0,-1 0,0 1,0-1,1 1,-1 0,1 0,0 0,0 1,-7 4,0 0,-1 0,-1-1,-19 6,13-4,18-8,0 1,0-1,0 1,0-1,0 1,0-1,0 1,0 0,0 0,1 0,-1-1,0 1,0 0,1 0,-1 0,1 0,-1 0,1 0,-1 0,1 0,-1 1,1-1,0 0,0 0,0 0,-1 0,1 0,0 1,0-1,1 0,-1 0,0 0,0 0,1 0,-1 1,0-1,1 0,0 1,1 2,0 1,0-1,1 1,-1-1,1 0,0 0,4 3,7 11,-13-16,1 1,-1-1,1 0,0 0,0 0,0 0,4 3,28 19,-25-20,0 2,-1-1,1 1,-1 1,-1-1,1 1,-1 0,-1 1,1 0,6 12,-11-17,0-1,0 1,-1 0,1 0,-1 0,0 1,0-1,0 0,-1 0,1 1,-1-1,1 0,-1 1,0-1,-1 0,1 1,0-1,-1 0,0 1,0-1,0 0,0 0,0 0,-1 0,1 0,-4 5,-1 1,1 0,-1 0,-1-1,0 0,0 0,0 0,-1-1,0 0,-1-1,0 0,-13 8,-20 6,-7 0,-105 29,41-21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13.320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204 1,'-7'6,"-1"0,-1 0,1 0,-1-1,-17 8,16-9,0 1,1 0,-16 12,22-14,-1 0,1 0,0 0,0 1,1-1,-1 1,1 0,0-1,0 1,0 0,0 0,1 1,-2 4,-15 46,13-42,0 0,1 0,1 1,0 0,-1 15,-2 69,6-61,1 11,4 9,5 12,12 12,-15-59,18 34,-19-45,1 1,0-1,13 14,22 15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14.221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317 4,'-47'-2,"28"1,-1 0,1 2,-32 3,47-2,1-1,-1 0,1 1,-1 0,1-1,0 1,0 1,0-1,0 0,0 1,0 0,0-1,-4 7,-2 6,-16 28,7-12,6-11,-19 40,28-52,0 0,0 0,1 0,0 0,1 1,0-1,0 0,1 15,2 13,-2-15,2 0,5 29,-6-45,1 1,-1-1,1 0,0 0,0 0,1 0,-1 0,1-1,0 1,0-1,1 0,-1 1,1-2,5 6,-1-4,0 1,0-1,1 0,0-1,0 0,0-1,0 1,10 1,-13-4,0 0,-1-1,1 1,0-1,0 0,-1 0,1-1,0 0,-1 0,1 0,0-1,-1 0,0 0,1 0,6-5,1 0,-2-1,1-1,-1 0,-1 0,0-1,0-1,-1 0,0 0,-1 0,0-1,-1-1,0 1,-1-1,0 0,-1 0,-1-1,0 0,-1 0,0 0,-1 0,-1 0,0-22,-1 28,-1 0,0 0,0 1,0-1,-1 0,0 1,0 0,-1-1,0 1,0 0,-1 0,0 0,0 1,-1-1,-7-7,4 6,0-1,-1 1,-1 1,1 0,-1 0,0 1,-1 1,1-1,-1 2,0-1,-17-3,8 3,15 3,0 1,0 0,1 0,-1 0,0 1,0-1,0 1,0 0,0 1,-5 0,1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15.229"/>
    </inkml:context>
    <inkml:brush xml:id="br0">
      <inkml:brushProperty name="width" value="0.035" units="cm"/>
      <inkml:brushProperty name="height" value="0.035" units="cm"/>
      <inkml:brushProperty name="color" value="#FFC114"/>
      <inkml:brushProperty name="ignorePressure" value="1"/>
    </inkml:brush>
  </inkml:definitions>
  <inkml:trace contextRef="#ctx0" brushRef="#br0">60 1,'1'18,"1"1,1 0,1-1,5 19,5 22,24 74,-27-98,23 61,-25-60,2 6,-3 15,-4 15,-5-22,-11 78,7-98,-2-1,0 0,-2 0,-13 29,1-16,-8-2,-11-2,-15 6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21.356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252 1,'-7'3,"0"-1,-1 2,1-1,0 1,0 0,1 0,-1 1,1 0,-11 11,-17 13,25-21,1 0,0 0,0 1,0 0,2 0,-1 1,1 0,0 0,-6 16,-2 1,6-9,0 0,1 0,-8 33,8-11,6 9,4 12,2 14,33 223,-23-216,5-10,9-3,-22-54,1-1,18 23,-21-30,1-1,-1 0,1 0,1-1,-1 1,14 7,-10-8,0-1,0-1,0 1,16 2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22.076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0 313,'5'-1,"0"0,0-1,0 1,0-1,0-1,-1 1,1 0,-1-1,0 0,0 0,0 0,7-7,102-109,-32 33,-29 18,-51 68,-1-1,1 1,-1 0,1-1,0 1,-1 0,1 0,-1-1,1 1,0 0,-1 0,1 0,0 0,-1 0,1 0,-1 0,1 0,0 0,-1 0,1 0,0 1,-1-1,1 0,-1 0,1 0,-1 1,1-1,0 0,-1 1,1-1,-1 1,1-1,-1 1,0-1,1 1,-1-1,1 1,-1-1,0 1,1 0,16 25,-12-12,1-1,-1 1,-1 0,-1 0,2 16,6 77,-7-52,16 130,-16-136,0 3,0 3,-3 2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22.554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 0,'4'0,"1"1,0 0,-1 0,1 0,-1 0,1 0,-1 1,1 0,-1 0,0 0,0 1,0-1,0 1,0 0,4 5,1 1,0 0,-1 1,-1 1,9 14,-6-10,3 5,-1 1,-1 0,0 0,-2 1,0 0,7 33,-6-6,5 5,5 10,-1 9,13 119,-24-101,-7 3,-14 116,0-106,-11-9,-9 0,-11-2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33.29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30,'12'-4,"1"1,-1 0,20-2,-1 0,-1 1,0 0,1 2,33 2,91 14,-111-10,-7 2,3 6,3 9,-37-17,-1-1,1 1,-1 0,0 1,5 6,-7-8,-1 1,0-1,0 0,0 1,0-1,0 1,-1 0,0-1,2 7,-2-2,-1-1,0 1,0 0,0 0,-1 0,0 0,0-1,-1 1,0 0,-1-1,0 1,0-1,0 0,-1 0,0 0,-5 6,-12 15,0-1,-36 32,35-36,-11 14,0-1,-7 0,-13 0,-6 8,-15 13,2 7,56-49,-25 33,36-41,0 0,1 0,0 1,0-1,-5 16,8-18,-1 0,1-1,1 1,-1 0,1 0,0 0,0 0,0 0,0 0,1 0,0-1,0 1,1 0,-1 0,3 4,-1-3,1 0,0 0,0-1,0 1,1-1,-1 0,1 0,1-1,8 7,6 1,0-1,1-1,0 0,1-2,26 7,-26-10,0 0,1-1,0-1,-1-1,1-1,0-1,0-1,0-1,26-6,-8-1,3 0,-28 6,49-13,-59 14,0 0,0 0,0-1,0 0,0 0,-1 0,8-7,-12 9,0 0,0 0,0-1,0 1,-1 0,1 0,0-1,-1 1,1-1,-1 1,0 0,1-1,-1 1,0-1,0 1,0-1,0 1,0-1,0 1,-1-1,1 1,0 0,-1-1,0-1,-2-9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33.82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0,'38'1,"0"1,51 9,-28-3,0-4,69-3,-72-1,-14 0,8 1,5 6,8 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34.37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0,'0'2,"0"-1,1 0,-1 0,0 0,1 0,-1 0,1 0,-1 0,1 0,0 0,-1 0,1 0,0 0,0-1,0 1,-1 0,1 0,0-1,0 1,0-1,0 1,0-1,0 1,0-1,0 1,1-1,-1 0,0 0,0 0,2 1,43 1,-39-2,380 0,-329 5,-53-3,-11-2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34.79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37,'62'0,"6"1,-1-3,70-11,-32-1,-57 10,11 1,14 2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39.65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189 9,'-6'-2,"0"0,1 1,-1-1,-1 2,1-1,0 1,0-1,0 2,0-1,-7 2,9-1,1 0,0 0,0 0,0 0,0 0,0 1,0 0,0-1,1 1,-1 0,1 0,-1 1,1-1,0 0,0 1,0 0,0-1,0 1,0 0,-1 5,-8 24,1 1,2 0,-6 59,5-30,3-24,4 4,2 9,4 10,14 16,-9-47,14 32,-15-44,1-1,0-1,15 20,-14-24,0 0,1-1,24 21,-28-26,0-1,1 0,0 0,0-1,1 0,14 5,-18-8,0 0,0 0,1 0,-1-1,0 1,1-1,-1 0,1-1,-1 0,10-2,-7 0,1 0,-1-1,1 0,-1 0,0-1,-1 0,1 0,-1-1,0 0,-1-1,1 1,-1-1,8-12,1-4,-1 0,-1-1,12-34,-12 21,-2 0,-1-1,-2 0,3-43,-5 36,-4 19,-1-41,-1 41,1 12,2 21,1 23,-4-16,0 1,0 0,1 0,4 18,4 1,5 7,2 11,133 363,-135-383,5-3,2-3,-19-25,0 1,0-1,1 1,-1-1,1 0,-1 0,1 0,-1 0,1 0,0-1,-1 1,1-1,0 1,0-1,-1 0,1 0,0-1,-1 1,1 0,0-1,0 0,-1 0,1 1,-1-2,1 1,-1 0,1 0,-1-1,0 1,3-4,3 0,-1-2,1 1,-2-1,1 0,-1 0,0-1,7-11,-3 0,12-28,-10 11,0-7,4-12,2-16,4-20,7 0,-1 12,-4 16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41.75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0 236,'6'0,"0"-1,0 0,0 0,0-1,-1 0,1 0,-1 0,1 0,-1-1,0 0,0 0,0-1,0 1,6-7,-1 0,1-1,-2 0,0 0,13-21,-15 22,1 0,13-15,-14 18,0-1,0 0,-1 0,8-15,-13 22,-1 0,1-1,0 1,-1 0,1-1,0 1,0 0,0 0,0 0,0 0,1 0,-1 0,0 0,0 0,1 0,-1 0,0 1,1-1,-1 0,1 1,-1 0,1-1,-1 1,1 0,-1-1,1 1,-1 0,1 0,-1 1,1-1,-1 0,1 0,-1 1,1-1,-1 1,1-1,-1 1,1-1,-1 1,0 0,0 0,1 0,-1 0,0 0,0 0,0 0,0 0,0 0,0 1,0-1,0 0,-1 1,1-1,0 0,-1 1,1-1,-1 1,1-1,-1 1,0-1,0 1,0 2,-1 48,0-19,7 65,-1-45,-4 83,0-19,-1-90,-2-1,-4 28,-2 37,8-59,0-13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43.79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8,'338'-7,"-264"7,-35 1,6 5,7 2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44.32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24 1,'-1'81,"0"-18,7 79,-4-118,-1 0,-1 0,-7 48,3-39,0 8,0 14,3 8,-2 5,-5 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44.74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52,'16'1,"-1"0,1 2,15 3,22 4,-38-8,1 0,0-2,0 0,-1 0,1-2,23-4,181-35,-172 33,6 0,8-4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45.72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27 750,'0'0,"0"0,1-1,-1 1,0 0,1-1,-1 1,0 0,0-1,1 1,-1-1,0 1,0 0,1-1,-1 1,0-1,0 1,0-1,0 1,0-1,0 1,0-1,0 1,0 0,0-1,0 1,0-1,0 1,0-1,0 1,-1-1,1 1,0 0,0-1,0 1,-1-1,-9-27,6 16,0-9,0 0,1 1,1-1,0-23,10-83,0-1,-8 97,2-11,-1-6,-1 0,6 7,-6 39,0 0,1 0,0 1,-1-1,1 0,0 0,0 1,0-1,0 0,2-1,-3 3,1-1,-1 1,0-1,1 1,-1 0,1 0,-1-1,1 1,-1 0,0 0,1-1,-1 1,1 0,-1 0,1 0,-1 0,1 0,0 0,-1 0,1 0,-1 0,1 0,-1 0,1 0,4 3,-1 0,0 0,1 1,-2-1,1 1,0 0,-1 0,6 9,-5-8,76 119,-75-117,0 0,0 0,0 0,1 0,1-1,-1 0,1 0,8 6,-13-11,1 1,-1-1,1 0,-1 1,1-1,-1 0,1-1,0 1,0 0,-1-1,6 1,-7-1,1-1,-1 1,1 0,-1-1,1 1,-1-1,1 1,-1-1,1 1,-1-1,0 0,0 0,1 0,-1 0,0 0,0 0,0 0,0 0,0-1,0 1,0 0,1-3,12-26,-2 6,4-12,3-15,1-7,1 3,-1 17,-20 37,1 0,-1 0,0 1,1-1,-1 0,1 1,-1-1,1 1,-1-1,1 0,0 1,-1-1,1 1,0 0,-1-1,1 1,0 0,0-1,-1 1,1 0,0 0,0-1,-1 1,1 0,2 0,-2 1,0-1,0 1,1 0,-1-1,0 1,0 0,0 0,0 0,0 0,0 0,0 0,0 0,0 0,-1 1,1-1,0 0,0 2,6 14,-2 1,0 0,-1 0,0 0,0 24,0-16,4 36,-3 1,-2 0,-10 123,3-140,2 1,6 68,-3-94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46.29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543 1,'-166'0,"150"1,1 1,0 1,0 0,0 1,1 1,0 0,-1 1,2 0,-1 1,1 1,0 0,0 1,1 0,-15 15,18-14,-12 8,-6 4,-3 7,0 16,24-34,1 1,0 0,-5 17,7-19,1 1,0 0,1-1,0 1,1 14,0-16,1 0,1 1,0-1,0 0,1 0,6 14,-4-13,0 0,1-1,0 0,0 0,13 13,-9-12,1-1,-1 0,1 0,16 9,-11-10,-1 0,2-1,20 6,-9-4,45 6,-39-10,40-1,34-7,-19-4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47.48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59 28,'-12'1,"11"-1,1 0,-1 0,0 0,0 0,1 1,-1-1,0 0,1 0,-1-1,0 1,1 0,-1 0,0 0,1 0,-1-1,0 1,1 0,-1 0,0-1,0 0,0-1,0 1,1-1,-1 0,1 0,-1 0,1 0,0 0,0 0,-1 0,2 0,-1-3,-1 6,1-1,0 0,0 0,0 1,0-1,0 0,0 0,0 0,0 0,0 0,0 0,0 0,0 0,0 0,0 0,0 0,0 0,0 0,0 0,0 0,0 0,0 0,0 0,0 0,0 0,0 0,0 0,0 1,-1-1,1 0,0 0,0 0,0 0,0 0,0 0,0 0,0 0,0 0,0 0,0 0,0 0,0 0,0-1,0 1,0 0,0 0,-1 0,1 0,0 0,0 0,0 0,0 0,0 0,0 0,0 0,0 0,-4 31,3 53,2-12,-5 164,4-171,-1-32,-3-2,0-3,-3-4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47.89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0,'0'1,"0"0,1 0,-1 0,1 0,-1-1,1 1,-1 0,1-1,-1 1,1 0,-1-1,1 1,0-1,-1 1,1 0,0-1,0 0,0 1,-1-1,1 0,0 1,0-1,0 0,0 0,0 1,29 5,-24-5,32 3,0-1,65-4,-29-1,173 2,-226 1,-4 1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37.76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269 181,'-11'-13,"1"0,-2 1,-20-17,20 19,1-1,0 1,0-2,-10-14,18 22,0-1,0 1,0 0,-1 0,0 0,0 1,-8-7,11 9,-1 1,1-1,0 0,-1 1,1-1,0 1,-1-1,1 1,-1-1,1 1,-1 0,1 0,-1 0,1 0,-1 0,1 0,0 0,-1 1,1-1,-1 0,1 1,-1-1,1 1,0 0,-1-1,1 1,0 0,0 0,0 0,-1 0,1 0,-1 2,-1 0,1 1,0 0,0 0,0 0,-1 7,-1-2,-1 3,2-4,0 0,0 1,0-1,1 1,-1 9,-4 26,4-31,1 1,0-1,1 1,0 16,3-3,1 1,1-1,1-1,17 49,-10-39,-6-17,1-1,0 1,13 20,58 89,-59-100,6-3,8-2,-26-20,1 1,-1-1,14 3,-12-4,-1-1,1 1,0-1,-1-1,1 0,0 0,0-1,-1 0,1 0,-1-1,1 0,10-5,-8 2,1 0,-1-2,0 1,0-1,-1-1,0 0,16-16,-10 6,0-1,-1-1,-1-1,-1 0,-1 0,-1-2,0 1,8-31,-11 27,2 0,-2 0,-2 0,0-1,4-51,-5-76,-5 145,2 12,2 23,2 8,-1-6,0 0,1 44,2 20,-1-50,-1 7,6 12,8 15,-17-68,67 194,-60-179,1-1,1 1,0-2,2 0,1 0,26 28,-39-46,1-1,-1 0,1 1,0-1,0 0,0-1,0 1,0 0,0-1,1 0,-1 0,0 0,7 1,-9-2,1 0,-1 0,1 0,-1 0,1-1,-1 1,1 0,-1-1,0 0,1 1,-1-1,1 1,-1-1,0 0,0 0,0 0,1 0,-1 0,0 0,0 0,0 0,-1 0,1-1,0 1,0 0,-1-1,1 1,0 0,-1-1,1 1,-1-1,0 1,1-3,11-62,-5 33,1-17,0-20,0-26,-3-11,-2-3,-3 12,-3 20,1 25,2 50,1 1,-1 0,1 0,-1 0,1-1,0 1,0 0,0 0,0 0,2-2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38.41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0 401,'0'1,"0"-1,0 0,0 1,0-1,1 0,-1 1,0-1,0 0,0 1,0-1,1 0,-1 1,0-1,0 0,1 0,-1 1,0-1,0 0,1 0,-1 0,0 1,1-1,-1 0,0 0,1 0,-1 0,0 0,1 0,-1 0,0 0,1 0,-1 0,1 0,4-11,-2-22,-4 14,2-1,0 1,1 0,1 0,0-1,2 2,0-1,1 0,1 1,12-23,-2 10,23-55,-40 86,0-1,0 0,1 0,-1 0,0 1,1-1,-1 0,1 1,-1-1,0 0,1 1,0-1,-1 0,1 1,-1-1,1 1,0-1,-1 1,1-1,0 1,0 0,-1-1,1 1,0 0,0-1,0 1,-1 0,1 0,0 0,0 0,0 0,1 0,-1 1,1-1,-1 1,1 0,-1 0,1-1,-1 1,1 0,-1 1,0-1,0 0,0 0,0 0,0 1,0-1,0 0,2 4,-1 0,1 1,-1 0,0 0,-1 0,1 0,-1 0,0 10,-1 47,-1-28,0 24,-1-23,5 46,5 10,12 88,-2-18,-17-151,4 17,2-3,2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39.99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55,'29'-7,"48"-6,-9 7,-42 5,43-8,-30 2,0 1,40 0,-43 6,4 3,2 5,15 4,-51-9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40.42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40 0,'0'149,"0"-138,-2 0,1-1,-6 21,4-23,1 0,0 0,1 0,0 0,0 0,1 1,0-1,2 14,1-6,2 9,-1-1,1 36,-6-24,0 9,2 11,9 355,-10-396,1 0,0 1,-3 22,2-35,0-3,0 0,0 0,0 1,0-1,0 0,0 0,0 1,0-1,0 0,0 1,0-1,0 0,0 0,0 1,0-1,-1 0,1 0,0 1,0-1,0 0,0 0,0 1,-1-1,1 0,0 0,0 0,-1 1,1-1,-2 0,1 0,-1 0,1 0,-1 0,1 0,-1 0,1-1,-1 1,1 0,-1-1,1 1,-1-1,-1-1,-19-5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40.83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3,'25'0,"-2"-2,0 2,0 0,-1 2,34 6,-44-5,0-1,-1 0,1-1,0-1,-1 0,16-2,30 1,20 7,-36-3,6 5,9-1,10-3,4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41.70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106 759,'1'4,"0"1,0-1,0 0,0 1,1-1,0 0,0 0,2 4,9 21,-9 15,-4-44,0 1,0-1,1 0,-1 1,0-1,0 0,0 0,0 1,0-1,0 0,-1 1,1-1,0 0,0 0,0 1,0-1,0 0,0 0,0 1,0-1,-1 0,1 0,0 1,0-1,0 0,-1 0,1 0,0 1,0-1,0 0,-1 0,1 0,0 0,0 0,-1 0,1 1,0-1,-1 0,1 0,0 0,0 0,-1 0,1 0,0 0,-1 0,1 0,0 0,0 0,-1 0,1 0,0-1,0 1,-1 0,1 0,0 0,-1 0,-10-8,6 1,0 0,0-1,1 1,0-1,0 0,1 0,0 0,1-1,-1 1,2-1,-2-17,0 9,-1 0,-5-16,-2 2,0 0,2-1,2 0,0-1,3 1,-2-37,6 27,0-3,-3-7,2-11,1-6,2 3,-1 60,0 0,0 0,0 0,1 0,3-8,-5 13,1 0,-1 0,0 0,1 0,-1 0,1 1,0-1,-1 0,1 0,0 1,-1-1,1 0,0 1,0-1,-1 1,1-1,0 1,0-1,0 1,0 0,0-1,0 1,0 0,1 0,-1 0,1 0,0 0,-1 1,1-1,-1 0,1 1,0 0,-1-1,1 1,-1 0,0 0,1 0,0 1,6 4,-1 1,0 0,10 14,-14-17,4 5,-1 1,0 0,0 0,3 12,-4-11,-1-1,2 0,-1 0,11 13,-1-4,-11-13,0 1,1-1,0 0,0-1,1 1,0-1,0 0,0 0,0-1,1 0,10 5,-16-9,0 1,1-1,-1 0,0 0,0 0,0 0,1 0,-1 0,0 0,0 0,0-1,1 1,-1 0,0-1,0 1,0-1,0 0,0 1,0-1,2-1,18-19,-8 4,4-9,2-10,4-13,2-5,-1 2,-3 17,-21 35,1-1,-1 0,1 1,-1-1,1 1,-1-1,1 1,0-1,-1 1,1 0,-1-1,1 1,0 0,-1-1,1 1,0 0,0 0,-1 0,1-1,0 1,0 0,-1 0,1 0,0 0,0 0,-1 1,2-1,0 1,0 1,0-1,0 0,-1 1,1-1,0 1,-1 0,0 0,1-1,-1 1,1 3,7 12,-1 0,-1 0,0 0,-2 1,6 28,9 95,-12-57,6 49,6 67,-8-157,-6-16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42.46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427 193,'0'-143,"-9"105,8 38,1-1,-1 0,1 0,-1 0,0 1,0-1,1 0,-1 1,0-1,0 0,1 1,-1-1,0 1,0 0,0-1,0 1,0 0,0-1,0 1,0 0,0 0,0 0,0 0,0 0,0 0,0 0,0 0,0 0,0 0,0 1,0-1,1 0,-1 1,-1 0,-39 14,37-13,2-1,-17 8,0-1,-26 7,39-14,0 2,-1-1,1 1,1-1,-1 2,0-1,1 1,-10 7,0 3,-20 24,3-4,21-22,0 0,0 1,2 0,-1 0,2 1,0 0,0 1,2 0,-1 0,2 0,0 1,1 0,1 0,0 0,1 0,1 1,0-1,1 0,4 22,5 12,-5-39,8 21,7 1,11 2,11 2,11 1,-38-28,34 14,-28-16,35 9,-39-13,1 0,-1-1,1-1,0-1,0 0,-1-1,1-1,0 0,0-2,-1 0,1 0,-1-2,22-8,-10-2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43.13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20 84,'1'1,"0"0,0 0,0 0,0 0,0 0,-1 1,1-1,0 0,-1 0,1 0,-1 1,1 1,0-1,-1-11,0 8,1-5,-1 0,0 1,-1-1,0 0,0 0,0 1,0-1,-1 1,0-1,0 1,-1 0,1 0,-5-6,7 12,1-1,-1 0,0 1,1-1,-1 0,0 0,1 1,-1-1,0 0,1 0,-1 1,1-1,-1 0,1 0,-1 0,0 0,1 0,-1 0,1 1,-1-1,1 0,-1 0,1-1,-1 1,1 0,0 0,0-1,-1 1,1-1,0 1,-1-1,1 0,-1 1,1-1,-1 0,1 1,-1-1,1 0,-1 0,0 1,0-1,1-1,2 1,1 1,0 0,0 1,-4 1,8 143,0 73,-5-164,-5 101,4-128,-2 8,0-33,0-1,0 0,-1 1,1-1,-1 0,1 0,-1 1,0-1,1 0,-1 0,0 0,0 0,0 0,0 0,0 0,0 0,0 0,0 0,0 0,0-1,0 1,-2 0,1 0,1-1,-1 0,1 0,0 0,-1-1,1 1,0 0,-1 0,1-1,-1 1,1-1,0 1,0-1,-1 0,1 1,0-1,0 0,0 0,0 0,0 0,0 0,0 0,0 0,0 0,0 0,1 0,-1 0,-1-3,-7-16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43.55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29,'0'-19,"0"18,1 1,-1-1,0 1,0 0,0-1,0 1,0-1,0 1,1 0,-1-1,0 1,0 0,1-1,-1 1,0 0,0-1,1 1,-1 0,0 0,1-1,-1 1,0 0,1 0,-1 0,0-1,1 1,-1 0,1 0,-1 0,0 0,1 0,-1 0,1 0,0 0,13 1,-13-1,5 0,1 1,-1 0,1 0,-1 1,11 4,-9-3,0 0,1-1,11 2,194 24,-185-23,-13-2,0 0,-1-1,1 0,0-1,0-1,0-1,16-2,-6-7,2-6,1-6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44.60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22 20,'0'-20,"-11"37,6 20,1 1,3-1,1 0,5 46,-1-19,3 21,-2-39,4 6,7 11,8 9,56 130,-66-175,1 1,1-2,1 0,1-1,26 26,-42-49,-1 0,0-1,0 0,0 0,0 0,1 0,-1 0,0 0,0 0,1 0,-1-1,1 1,-1 0,1-1,1 1,9-2,2-11,5-19,1-23,81-420,-79 349,-18 81,-3 26,-1 14,0 5,3 62,-3-24,4 14,0 9,3-1,2 0,21 76,-10-72,0-8,5-5,-19-42,0 0,13 15,-16-21,0-1,1 0,-1 0,0 0,1 0,0-1,0 1,4 1,-6-3,1 0,0-1,0 1,0-1,0 0,0 0,0 0,0 0,-1 0,1-1,0 1,0-1,0 0,0 0,-1 0,1 0,0 0,-1 0,1-1,-1 1,1-1,-1 0,0 0,0 0,0 0,4-5,4-5,0-1,-1 0,11-21,-20 34,14-25,14-41,-14 20,-5-6,-1-14,-2-24,-6 12,0 78,0 18,1-10,-1-14,0-163,-3 60,-2 60,5 48,0 1,0-1,1 1,-1-1,0 1,0-1,0 1,-1 0,1-1,0 1,0-1,0 1,0-1,0 1,-1-1,1 1,0-1,0 1,0 0,-1-1,1 1,0-1,-1 1,1 0,0-1,-1 1,1 0,-1 0,1-1,-1 1,1 0,0 0,-1-1,1 1,-1 0,1 0,-1 0,1 0,-1 0,-22 18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44.98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0,'0'0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45.73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1 200,'1'0,"0"0,0 0,0 0,0-1,0 1,0 0,0-1,0 1,-1 0,1-1,0 1,0-1,0 0,0 1,0-1,-1 0,1 1,0-1,-1 0,1 0,-1 0,1 1,-1-1,1 0,-1 0,1-2,8-33,-6 16,-1 14,0 1,1-1,-1 1,6-8,9-19,4 12,-18 17,1 0,0 0,0 1,0-1,0 1,0 0,1 1,-1-1,0 1,1-1,8 0,13-5,-21 6,1-1,-1 1,1 0,-1 0,1 1,-1-1,1 1,-1 1,9 0,-12-1,1 1,-1 0,1-1,-1 1,0 0,0 0,0 0,1 0,-1 1,0-1,0 0,-1 1,1 0,0-1,0 1,-1 0,1 0,-1 0,1 0,-1 0,0 0,0 0,1 3,6 15,-7-19,0 1,0 0,0-1,0 1,0 0,-1 0,1 0,-1 0,0 0,1 0,-1-1,0 1,0 0,0 0,0 0,0 0,-1 0,1 0,-1 0,0 2,-63 156,58-150,0-1,0 0,-1 0,0-1,-1 1,1-1,-15 10,12-10,0 2,1-1,0 1,-10 13,6-4,7-11,1 1,-1-1,1 1,-4 11,6-16,3-3,0-1,0 0,0 0,0 0,0 0,0 0,0 1,-1-1,1 0,0 0,0 0,0 0,0 1,0-1,0 0,0 0,0 0,0 0,0 1,0-1,0 0,0 0,0 0,0 0,0 1,0-1,0 0,0 0,0 0,1 0,-1 1,0-1,0 0,0 0,0 0,0 0,0 0,0 0,1 1,-1-1,0 0,0 0,0 0,0 0,0 0,1 0,-1 0,0 0,0 0,0 0,0 0,1 0,-1 0,0 0,0 0,0 0,1 0,-1 0,0 0,0 0,0 0,0 0,1 0,-1 0,0 0,0 0,0 0,0 0,1-1,14 0,109-20,-119 20,31-9,73-9,-98 18,0 1,0 0,0 0,0 1,0 1,-1-1,1 2,0 0,-1 0,0 1,14 6,-11 2,-13-12,0 0,0 1,0-1,0 0,0 0,1 1,-1-1,0 0,0 0,0 0,1 1,-1-1,0 0,0 0,0 0,1 0,-1 0,0 1,1-1,-1 0,0 0,0 0,1 0,-1 0,0 0,0 0,1 0,-1 0,0 0,1 0,-1 0,0 0,0 0,1 0,-1 0,0 0,0-1,1 1,-1 0,0 0,0 0,1 0,-1 0,0-1,0 1,0 0,1 0,-1-1,0 1,0 0,0 0,1-1,1-7,-1-2,-1 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47.54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272 1107,'-2'-4,"-1"0,1 0,-1 0,1 0,-1 1,0-1,-1 1,-4-5,4 4,0 1,0-2,0 1,1 0,-6-9,2-3,1 0,0-1,-5-27,6 24,-1-1,-10-23,5 17,-13-44,14 30,0-10,-3-20,-46-426,54 461,-6 3,-2 3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48.02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1,'0'24,"0"-23,1-1,0 1,-1-1,1 1,-1-1,1 1,0-1,0 0,-1 0,1 1,0-1,-1 0,1 0,0 0,0 0,0 0,-1 0,1 0,0 0,1 0,14-1,43 1,95 12,-132-9,-1 1,0 0,0 1,0 2,27 12,-38-14,1 0,-1 1,0 0,0 1,-1 0,0 1,0 0,-1 0,9 11,-5 3,-6 8,-6 4,-2-24,1 1,-2 0,1-1,-2 1,1-1,-1 0,-1 0,0-1,0 1,-11 13,-1-1,-2-1,0-1,-22 19,26-28,0 0,-1-1,0-1,-33 14,25-12,-38 23,59-31,11-8,15-10,-3-4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48.86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10 730,'0'56,"-1"-79,-7-41,7 54,1 0,0 0,1 0,0 0,1 0,0 0,0 1,1-1,0 0,8-15,-5 11,-1 1,-1-2,5-24,9-123,-11 121,-4-7,6-5,6-5,5 7,-2 7,-16 40,0 0,0 0,1 0,-1 0,7-6,-9 10,1-1,-1 1,1-1,-1 1,1-1,0 1,-1-1,1 1,0 0,-1-1,1 1,0 0,0 0,-1-1,1 1,0 0,0 0,0 0,-1 0,1 0,0 0,0 0,-1 0,1 0,0 1,1-1,1 2,0-1,0 1,0 0,0 0,-1 1,1-1,0 0,-1 1,0 0,0-1,4 7,20 39,-16-27,32 57,-16-34,-2 1,33 93,-33-57,32 95,5-2,-49-148,14 26,-25-45,-4-9,-6-11,6 6,0 0,-1 0,0 1,0-1,-1 1,1 0,-9-7,-30-36,7 14,26 27,1 0,-1-1,2 0,-11-14,-14-25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55.95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10,'72'1,"110"-6,-132 1,2 2,53 5,-71 0,2 2,4 3,0 3,-2 1,-6 0,-11-5,-19-7,-1 1,1-1,-1 0,1 0,-1 0,0 0,1 0,-1 0,1-1,-1 1,3-1,13-12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56.86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42 0,'0'152,"-1"-144,1-1,-2 1,1-1,-5 12,-3 18,-1 14,6-31,1 0,0-1,2 1,0 0,1 0,1 0,1 0,7 34,-4-21,0 6,-2-3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57.30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18,'0'-16,"0"15,0 10,0-8,1-1,-1 1,1-1,-1 1,1 0,-1-1,1 1,-1-1,1 0,-1 1,1-1,0 1,-1-1,1 0,-1 1,1-1,0 0,0 0,-1 0,1 1,0-1,-1 0,2 0,22 3,-23-3,39 2,-20-2,0 2,0 0,22 5,39 13,115 11,-156-25,3 0,2-5,4-1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58.35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325 121,'-4'-4,"1"2,0-1,1 0,-1 0,1 0,-1-1,1 1,-4-7,4 5,-1 1,1 0,-1 0,0 0,-1 0,1 0,-1 1,0-1,0 1,0 0,0 1,0-1,0 1,-6-3,8 4,-1 0,1 0,-1 0,1 0,-1 0,0 0,1 1,-1-1,0 1,0 0,1 0,-1 0,0 0,0 0,1 1,-1-1,0 1,0 0,1 0,-1 0,1 0,-1 0,1 1,-1-1,-1 2,-4 6,1 0,0 0,0 0,1 0,1 1,0 0,0 1,0-1,2 1,-1 0,1 0,1 0,0 0,-1 14,2-10,1 0,0 0,1 0,0 0,1 0,1-1,0 1,2-1,-1 0,9 17,-6-18,1 0,1-1,-1-1,2 1,0-1,0-1,1 0,0-1,18 12,-26-19,0 1,0-1,1 0,-1-1,1 1,-1-1,1 1,0-1,-1 0,1 0,0-1,0 1,-1-1,1 0,0 0,0 0,0 0,0-1,-1 1,1-1,0 0,0 0,-1-1,1 1,-1-1,1 0,-1 0,0 0,0 0,1 0,-2-1,1 1,0-1,0 0,-1 0,0 0,1 0,1-4,1-2,-1 0,1 0,-2-1,1 1,-1-1,-1 0,0 0,0 0,-1 0,0 0,-1 0,0 0,0 0,-1 0,-1 0,0 0,0 0,-1 0,0 0,-1 1,0-1,0 1,-1 0,-6-8,-8-12,-1 2,-26-28,36 46,0 0,0 0,0 1,-1 0,0 1,-1 0,1 1,-20-8,9 5,11 5,1 0,-1 1,1 0,-1 1,-16-2,-26-3,44 6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58.90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102 1380,'2'-44,"9"-54,-6 70,-1 0,-1-1,-2 0,-1 1,-6-43,-1 27,2-1,-3-10,-14-215,16 183,-2 7,-4 1,0-5,-6-8,-5-33,22 87,8 12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59.60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0 109,'0'-28,"1"27,-1 1,1-1,0 0,-1 1,1-1,0 0,-1 1,1-1,0 1,0-1,-1 1,1 0,0-1,0 1,0 0,0-1,0 1,-1 0,1 0,0 0,0 0,0 0,0 0,2 0,-3 0,33-1,54-10,-7 0,46-11,-84 13,60-6,-95 15,-3-1,-1 1,0 0,1 0,-1 0,0 0,0 0,4 2,2 0,-1-7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00.26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68 59,'0'-6,"-1"1,0 0,-1-1,1 1,-1 0,0 0,0 0,-1 0,-3-6,5 11,0 0,1 0,-1 0,1-1,-1 1,0 0,1 0,-1 0,1 0,-1 0,0 0,1 1,-1-1,0 0,1 0,-1 0,1 1,-1-1,1 0,-1 0,1 1,-1-1,1 0,-1 1,1-1,-1 1,0 0,-14 12,15-13,-1 0,1 1,0-1,-1 0,1 0,-1 0,1 0,0 0,-1 0,1 1,0-1,-1 0,1 0,-1 0,1 0,0 0,-1-1,1 1,-1 0,1 0,0 0,-1 0,1 0,0 0,-1-1,1 1,0 0,-1 0,1 0,0-1,-1 1,1 0,0-1,0 1,-1 0,1-1,0 1,0 0,0-1,-1 1,1-1,0 1,0 0,0-1,-1 1,1 0,0-1,0 1,0 0,0-1,0 1,0 0,0-1,0 1,0-1,0 1,0 0,0-1,0 1,0 0,0-1,0 1,0 0,0-1,1 1,-1 0,0-1,0 1,0 0,1 0,-1-1,0 1,0 0,1 0,-1-1,0 1,0 0,1 0,-1 0,0-1,1 1,-1 0,0 0,1 0,-1 0,0 0,1 0,-1 0,0 0,1 0,-1 0,0 0,1 0,-1 0,1 0,-1 0,0 0,1 0,73 0,-13-2,1 3,73 12,-35 0,22 1,-88-14,0-7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01.22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562 217,'6'1,"-6"-1,1 0,-1 0,1 0,-1 0,1 0,-1 0,1 0,-1 0,1 0,-1 0,1 0,-1 0,1 0,-1 0,1-1,-1 1,1 0,-1 0,1 0,-1-1,0 1,1 0,-1-1,0 1,1-1,0-1,0-1,0 0,-1 0,0 0,1 0,-1 0,0 1,0-4,-1 3,0 0,1 1,-1-1,0 0,0 1,0-1,-1 1,-1-4,-5-11,7 15,0 0,0 0,0 0,0 0,0 0,0 0,0 0,0 0,-1 0,1 1,-1-1,1 1,-1-1,0 1,0 0,1-1,-4 0,1 0,-1 0,1 1,-1-1,1 1,-1 0,0 1,-8-1,-3 1,-1 1,1 1,-25 5,-3 3,0 2,-42 17,65-20,1 0,1 1,0 1,0 1,1 1,-20 18,17-9,1 4,3 7,4 10,11-34,1-1,0 1,1 0,1 9,0-3,1 0,6 18,-3-14,15 32,-9-27,21 33,-20-40,0-1,24 26,-17-24,38 28,-38-32,1-2,25 13,-31-19,1 0,-1-1,29 6,-30-9,1 0,0-1,0-1,0 0,0 0,0-2,0 0,0 0,-1-1,1-1,18-8,-23 8,0 0,0 0,-1-2,0 1,0-1,0 0,-1 0,1-1,-2 0,1 0,-1-1,0 0,-1 0,1 0,-2-1,8-17,-6 8,-2 1,0-1,-1 0,0 0,-2-1,0-23,-3 4,-14-75,13 100,-1 0,0 1,-1-1,0 1,-1 1,-1-1,1 1,-2 0,1 0,-2 1,1 0,-20-16,-7-3,-1 3,-55-33,53 36,8 6,22 13,0 0,0 0,0-1,1 0,0-1,0 0,0 0,1 0,-10-12,-1-13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02.68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61,'192'-5,"-48"-17,-116 17,19-4,7 2,17 2,222-2,-207 7,-5 4,-5 0,-6 0,-16-1,-21 1,-22-2,-11-2,0 0,0 0,0-1,0 1,0 0,0 0,0 0,0 0,0 0,0 0,0-1,0 1,0 0,0 0,0 0,0 0,0 0,0 0,0-1,0 1,0 0,0 0,0 0,0 0,0 0,0 0,0-1,0 1,1 0,-1 0,0 0,0 0,0 0,0 0,0 0,0 0,0 0,0-1,1 1,-1 0,0 0,0 0,0 0,0 0,0 0,0 0,1 0,-1 0,0 0,0 0,0 0,0 0,0 0,1 0,-1 0,0 0,0 0,0 0,0 0,0 0,0 1,1-1,-1 0,0 0,0 0,-4-17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03.44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1,'27'0,"-26"1,0-1,1 1,-1 0,0 0,0 1,0-1,0 0,0 0,0 0,0 1,1 2,0-1,2-1,-1 0,0 0,0 0,1-1,-1 0,1 1,-1-1,1 0,0-1,-1 1,1-1,0 1,-1-1,8-1,17 3,210 50,-194-43,7 3,3 9,-39-14,0 1,14 11,-18-11,-1 0,0 1,14 15,-19-18,-1 0,0 0,0 0,0 0,-1 1,5 12,-6-13,0-1,-1 1,0 0,-1 0,1 0,-1 0,-1 9,0-8,0 1,-1-1,0 1,0-1,-5 9,2-4,-1-1,-1 0,-7 11,5-11,1-1,-1-1,-20 17,-52 29,-9-4,2-12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5:46.23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0,'24'2,"-1"0,45 10,-40-6,43 4,104-3,-129-6,5-1,5 1,4 2,-9 1,-14-3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5:46.79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47 1,'-1'0,"0"0,0 1,0-1,-1 1,1 0,0-1,0 1,0 0,0-1,0 1,0 0,1 0,-1 0,0 0,0 0,0 0,1 0,-1 0,1 0,-1 0,1 1,-1-1,1 0,0 0,-1 0,1 2,-6 36,5 7,2 0,8 47,-4-34,-4-38,-1-1,-4 24,0 19,4-33,-1 2,-2 3,-3 2,-11 3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5:47.24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30,'101'1,"111"-3,-196 0,0-1,21-6,-23 5,0 1,0 0,28-1,14 4,-26 0,4 3,6 15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5:48.41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88 651,'0'21,"0"-35,1 6,-1 0,0 0,-1 0,0 1,0-1,-1 0,0 0,0 1,-6-14,-32-89,21 54,15 42,1 0,1-1,0 1,1-1,0 1,1 0,1-1,0 1,5-21,2-29,-4 36,5-17,-5 21,1-4,4 2,-8 25,-1-1,1 1,0 0,0-1,1 1,-1 0,0 0,0-1,0 1,1 0,1-1,-1 1,0 1,0-1,-1 0,1 0,0 1,0-1,1 1,-1-1,0 1,0 0,0 0,0 0,0 0,0 0,0 1,0-1,0 1,0-1,0 1,0 0,0-1,0 1,0 0,0 0,-1 1,1-1,0 0,-1 1,1-1,-1 1,1-1,-1 1,0-1,0 1,0 0,2 2,3 7,0 1,-1-1,-1 1,6 17,-10-28,29 89,-6-28,-23-61,0-1,0 1,0-1,0 1,0-1,1 1,-1-1,0 0,0 1,0-1,1 1,-1-1,0 1,1-1,-1 0,0 1,1-1,-1 0,0 1,1-1,-1 0,0 0,1 1,-1-1,1 0,-1 0,1 0,-1 1,1-1,-1 0,1 0,15-7,-12 4,-1 0,1 0,-1 0,0 0,0-1,4-5,25-62,-19 46,6-6,6-1,1 1,-24 29,1-1,0 0,0 1,0 0,0 0,4-2,-6 3,0 1,0-1,0 1,0 0,0 0,0-1,0 1,0 0,0 0,0 0,0 0,0 0,0 0,0 0,0 1,0-1,0 0,0 1,0-1,0 0,0 1,0-1,-1 1,1 0,0-1,0 1,0 0,-1-1,1 1,1 1,1 2,-1 0,0 0,1 0,-1 0,2 6,16 46,-17-42,3 10,-1-1,-1 1,1 30,-4 74,-2-74,-7 143,9-193,-1 0,0 1,1-1,0 0,0 0,0 0,1 0,-1 0,4 6,-2-4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5:49.25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452 34,'8'8,"-7"-8,-1 0,0 0,1 0,-1-1,0 1,0 0,1 0,-1-1,0 1,0 0,1 0,-1-1,0 1,0 0,0 0,1-1,-1 1,0 0,0-1,0 1,0 0,0-1,0 1,0 0,0-1,0 1,0 0,0-1,0 1,0-1,0 1,0 0,0-1,0 1,0 0,0 0,-1-1,1 1,0 0,0-1,0 1,-1-1,0 0,-1 0,0 0,1-1,-1 1,0 0,0 1,0-1,0 0,0 0,0 1,0-1,0 1,0 0,0 0,0-1,0 1,0 0,0 1,-4 0,-24-3,14-3,0 1,-1 1,-17-1,26 3,1 1,-1 1,0-1,0 1,1 1,-1-1,0 1,1 1,-8 3,-3 3,0 1,1 0,1 2,0 0,0 1,1 1,1 0,0 0,-16 24,23-26,1-1,0 1,0-1,1 2,1-1,0 0,1 1,0 0,1 0,0 0,1 0,1 0,1 20,0-23,1-1,0 0,0 0,1 0,4 10,4 5,6 4,10 1,10 5,13-2,16-3,15-2,7-6,-4-5,-19-7,-31-5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5:51.62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46 591,'1'-61,"0"23,-5-60,3 90,-1-1,0 1,0-1,-7-15,4 10,0-1,0 1,2-1,0-1,0 1,0-29,3-3,0-9,6-1,4 14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5:52.19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2 142,'-1'-22,"1"12,-1 1,2-1,-1 0,4-17,-3 24,0 1,0-1,-1 1,2 0,-1-1,0 1,0 0,1 0,-1 0,1 0,-1 0,1 0,0 1,0-1,0 1,0-1,0 1,0-1,1 1,-1 0,0 0,0 0,5 0,12-3,1 1,-1 1,30 1,-32 0,-1 1,1 1,0 1,-1 1,1 0,-1 1,25 9,-28-8,-1 1,1 0,-1 1,0 1,15 13,-20-16,-1 2,0-1,0 1,-1-1,0 2,0-1,-1 0,0 1,6 14,-6-12,-1 1,0 0,0-1,-1 1,-1 0,1 21,-2-26,-1 1,0-1,0 0,0 0,-1-1,0 1,0 0,0 0,-1-1,0 0,0 1,0-1,-8 9,-67 70,63-69,0 0,-1-1,-1-1,-1-1,0 0,-26 13,-12 7,36-21,-29 12,-13 8,62-31,0 0,0-1,0 1,0 0,0 0,0 0,0 0,0 1,0-1,0 0,1 0,-1 0,0 0,0 0,0 0,0 0,0 0,0 0,0 0,0 0,0 0,0 0,0 0,0 0,0 0,0 0,0 0,0 0,0 0,0 0,0 0,0 0,0 0,1 0,-1 1,0-1,0 0,0 0,0 0,0 0,0 0,0 0,0 0,0 0,0 0,0 0,0 0,-1 0,1 0,0 0,0 1,0-1,0 0,0 0,0 0,0 0,0 0,0 0,0 0,0 0,0 0,0 0,0 0,5 0,3-2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5:52.57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4,'8'4,"0"4,-5-4,-3 1,7-2,1-3,-5 0,5-8,0-11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5:53.24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1 720,'0'20,"0"-62,3-107,-1 125,1-1,1 1,2 0,8-25,-2 12,1 0,3-8,4-11,0-8,8-6,0 10,-27 57,1 0,0 0,0 0,0 0,0 0,1 1,-1-1,1 1,4-4,-6 5,0 1,0 0,0-1,0 1,0 0,0 0,0-1,0 1,0 0,0 0,0 0,0 0,0 0,0 0,0 1,0-1,0 0,0 1,0-1,0 0,0 1,0-1,-1 1,1-1,0 1,0 0,0-1,-1 1,1 0,0 0,18 26,-19-26,9 19,-1 0,0 0,7 37,0-1,-15-55,25 75,-4 1,16 114,-33-166,0 0,1 0,2 0,0-1,19 40,-26-63,0-1,0 0,0 0,0 0,0 1,0-1,0 0,0 0,0 0,0 0,0 1,0-1,0 0,1 0,-1 0,0 0,0 0,0 1,0-1,0 0,0 0,1 0,-1 0,0 0,0 0,0 0,0 0,1 1,-1-1,0 0,0 0,0 0,0 0,1 0,-1 0,0 0,0 0,0 0,0 0,1 0,-1 0,0 0,0 0,0 0,1 0,-1-1,0 1,0 0,0 0,0 0,0 0,1 0,-1 0,0 0,0 0,0-1,0 1,0 0,0 0,1 0,-1 0,0-1,0 1,0 0,0 0,0 0,0-1,3-7,-2 4,0-1,-1 0,1 1,-1-1,0 1,0-1,-1 0,1 1,-1-1,0 1,-3-7,0-8,1-1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5:53.62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10 120,'0'-7,"0"7,0 0,0 0,0-1,0 1,0 0,-1 0,1-1,0 1,0 0,0 0,0-1,0 1,0 0,0 0,-1 0,1-1,0 1,0 0,0 0,-1 0,1-1,0 1,0 0,0 0,-1 0,1 0,0 0,0 0,-1 0,1 0,0-1,0 1,-1 0,1 0,0 0,0 0,-1 0,1 0,0 0,-1 1,1-1,0 0,0 0,-1 0,1 0,0 0,31-2,51-10,7-2,-44 9,-1-3,1-1,59-21,-75 18,-1-3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17.92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1084 9687,'0'-2,"0"1,0 0,-1-1,1 1,0 0,-1 0,1-1,0 1,-1 0,1 0,-1 0,0 0,1 0,-1 0,-2-2,-4-8,-46-78,-35-52,54 94,-5-8,-11-15,-83-119,66 84,-7-19,6-4,6-3,-47-140,76 161,-2-14,-93-555,83 403,25 144,-5-265,22 195,1-77,3 225,37-815,34 458,-10 89,111-551,-118 608,-29 126,56-175,108-225,13 32,-139 376,153-231,-125 229,183-203,-197 254,103-86,-78 86,4 3,13 0,28-2,150-58,-192 95,-68 28,0 3,1 0,1 3,0 1,66-5,-4 10,-99 3,-4-4,-6-6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18.43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0,'16'1,"0"0,-1 2,26 6,-11-2,-2-1,-1 1,0 2,49 22,-59-22,0 0,-1 1,-1 1,1 0,-2 1,25 26,-35-34,-1 1,1 0,-1 0,1 0,-2 0,1 1,0-1,-1 1,3 11,-5-15,1 0,-1 1,0-1,0 0,0 1,0-1,0 0,0 1,-1-1,1 0,-1 0,0 1,1-1,-1 0,0 0,0 0,-1 0,1 0,0 0,-1 0,1 0,-1-1,1 1,-1-1,0 1,0-1,-2 2,-10 5,-2 0,1-1,-1 0,0-1,-34 7,12-6,-61 4,58-10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20.70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0,'27'0,"-27"1,1 0,0 0,0 0,-1 0,1 0,-1 0,1 0,-1 1,1-1,-1 0,1 0,-1 0,0 0,0 1,0-1,0 0,0 2,1 3,1-2,-1-3,-1 0,1 0,-1 0,1 0,0 0,-1 0,1 0,0 0,0 0,0 0,-1-1,1 1,0 0,0-1,0 1,0 0,0-1,1 1,-1-1,0 0,0 1,0-1,0 0,3 0,30 13,-14-6,-1 1,0 1,0 1,28 20,-13-6,64 36,-61-41,3 0,5 7,0 1,179 111,-161-94,4 0,13 1,7 7,81 54,-80-51,-2 1,1 1,5 2,6 2,306 191,-315-195,299 188,-302-188,-2 0,2 3,113 83,-95-70,298 216,-307-220,20 15,415 314,-359-270,-84-63,5 5,507 394,-488-375,61 54,131 104,-193-160,39 30,109 92,-89-68,184 160,-263-223,11 4,177 164,-43-36,213 202,-170-148,-9-10,-56-50,109 104,-241-229,429 404,-258-236,89 85,120 127,-310-302,-70-76,10 4,10 10,138 132,-127-124,-7-2,-3-1,3 0,1-3,-5 1,-8-9,-16-9,-6-5,3 0,132 141,-152-159,-4-3,-5 2,-4 4,-5-2,-4-11,-8-13,-7-9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33.86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29 901,'-24'0,"24"0,-1 0,1 0,0 0,0 0,0 0,0 0,-1 0,1-1,0 1,0 0,0 0,0 0,0 0,-1 0,1 0,0 0,0-1,0 1,0 0,0 0,0 0,-1 0,1 0,0-1,0 1,0 0,0 0,0 0,0 0,0-1,0 1,0 0,0 0,0 0,0-1,0 1,0 0,0 0,0 0,0 0,0-1,0 1,0 0,0 0,0 0,0 0,1-1,-1 1,0 0,0 0,0 0,0 0,0 0,0-1,1 1,-1 0,0 0,0 0,7-9,-7 9,20-18,0 1,1 1,1 1,34-19,-39 24,-4 1,-1-1,0 0,-1-1,0 0,0-1,16-26,12-12,-13 21,7-4,11-12,8-12,172-179,-189 200,-6 6,-3 1,-4-2,-3 0,-6 9,-1 4,-5 2,-5 6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34.36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1 188,'0'-3,"0"1,0-1,0 0,1 0,0 1,-1-1,1 0,0 1,0-1,0 1,1-1,-1 1,1 0,-1-1,1 1,0 0,0 0,0 0,0 0,0 0,4-2,4-2,0 1,0 1,1-1,13-3,21-9,-12-4,5-3,-19 16,0 1,0 0,1 2,0 0,0 1,1 1,-1 1,0 1,1 0,31 5,-48-4,-1 1,1 0,-1 0,1 0,-1 0,1 0,-1 1,0-1,0 1,1 0,-1 0,-1 1,1-1,0 0,0 1,-1 0,3 2,-3 0,1-1,-1 0,0 1,0-1,-1 1,1 0,-1 0,0-1,0 1,-1 0,1 7,-1-1,-1 0,0 0,-1 0,0 0,0-1,-1 1,-1-1,0 1,0-1,-10 15,4-10,1 0,1 0,0 1,1-1,1 2,0-1,2 1,-5 22,1 9,5-30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36.03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35 263,'0'-256,"0"256,0 0,0-1,0 1,0 0,0 0,0 0,0-1,0 1,0 0,0 0,0-1,0 1,0 0,0 0,0 0,0-1,1 1,-1 0,0 0,0 0,0-1,0 1,1 0,-1 0,0 0,0 0,0 0,1-1,-1 1,0 0,0 0,1 0,-1 0,0 0,0 0,0 0,1 0,-1 0,0 0,0 0,1 0,-1 0,0 0,0 0,1 0,-1 0,0 0,0 0,0 0,1 1,-1-1,11 9,-1 23,0 1,-3-1,6 55,-7-26,-2 84,-13 60,8-187,-4 59,2-36,-6 1,-6 1,-1 3,0-5,1-9,7-5,2-10,6-17,0 0,0 1,0-1,-1 0,1 1,0-1,0 0,1 1,-1-1,0 0,0 1,0-1,0 0,0 1,0-1,0 0,0 1,1-1,-1 0,0 0,0 1,0-1,1 0,-1 1,0-1,0 0,1 0,-1 0,1 1,17 2,20-7,16-7,7-6,3 3,0 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36.61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134 562,'-1'-1,"1"0,0-1,-1 1,0 0,1-1,-1 1,0 0,1-1,-1 1,0 0,0 0,-2-2,-7-10,2-3,4 7,-1-1,1 1,0-1,1 0,0 0,-2-17,3 15,0-1,-1 0,-1 1,-8-21,6 18,1 0,-6-25,-5-97,15 126,-4-28,-1-23,3 38,3 21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37.37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1 459,'0'-2,"0"1,1 0,-1-1,1 1,-1 0,1 0,-1 0,1 0,0 0,-1-1,1 1,0 0,0 1,0-1,0 0,0 0,0 0,0 0,2 0,0-1,-1-1,-1 1,1-1,-1 1,1-1,-1 0,0 1,0-1,0 0,0 0,-1 0,1 1,-1-1,1-4,-2-43,0 25,0 6,2 1,0 0,1 0,0 0,2 1,0-1,1 0,12-27,-10 32,-5 6,2 1,-1-1,1 1,0 0,0 0,0 1,1-1,0 1,11-9,4-2,-18 13,1 0,0 0,0 1,0-1,1 1,-1 0,1 0,-1 0,1 0,0 1,-1-1,1 1,0 0,0 0,0 1,0-1,0 1,0-1,0 2,0-1,5 1,-2 0,0 0,0 1,0 0,0 1,0-1,0 1,0 1,9 6,-12-7,-1 0,1 0,-1 1,0 0,0-1,-1 1,1 0,-1 1,0-1,0 0,0 1,0-1,-1 1,2 8,3 19,-2 1,0-1,-3 1,-1 0,-6 59,4-76,2 1,0-1,1 0,0 1,6 23,-6-25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37.89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131 220,'4'-4,"1"1,0 0,0 0,0 0,0 1,1 0,-1 0,11-3,-9 4,-4-1,0 0,0 0,0 0,-1 0,1 0,0 0,-1-1,0 1,0-1,0 0,0 1,2-4,8-10,-10 13,1 0,-1 0,0 0,0 0,0 0,0 0,-1-1,1 1,-1-1,0 1,0-1,0 0,-1 1,1-1,-1 0,0 1,0-1,0 0,0 0,-1 1,1-1,-1 0,0 1,0-1,0 1,-1-1,1 1,-1 0,0 0,0-1,0 1,0 0,-1 1,1-1,-1 0,0 1,0-1,0 1,0 0,0 0,0 0,0 0,-1 1,1-1,-7-1,6 3,1 0,-1 0,0 0,1 0,-1 1,1 0,-1-1,0 1,1 1,0-1,-6 3,1 0,0 0,0 0,-11 10,9-5,1 0,1 0,0 1,0 0,1 0,0 1,1 0,-9 20,9-16,1-1,0 1,1 0,1 0,1 0,-2 29,4-37,0 0,1 0,0 0,0 0,1 0,-1-1,1 1,1-1,0 1,0-1,0 0,0 0,8 10,-7-12,0 0,0 0,0 0,0-1,0 1,1-1,0 0,0 0,0-1,0 0,0 1,0-2,1 1,-1 0,1-1,10 1,68-2,-56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38.55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241 34,'-3'0,"0"-1,0 1,0-1,0 0,0 0,0 0,0 0,0 0,0 0,-5-4,6 3,-1 0,0 1,0-1,0 1,0 0,0 0,0 0,0 0,0 0,-7 0,6 1,-1 0,1 1,0-1,-1 1,1 0,0 0,-1 0,1 1,0 0,0-1,-6 6,3-3,1 1,0 0,1 1,0-1,-10 13,7-6,1-1,0 1,0 0,1 1,1 0,0 0,1 0,0 0,1 1,-2 14,4-18,0 0,1 0,0 0,1 0,0 1,1-1,0 0,0 0,1-1,1 1,-1-1,1 1,1-1,7 11,-10-17,0 0,-1-1,1 0,1 1,-1-1,0 0,0 0,1 0,-1 0,1-1,0 1,0-1,-1 1,1-1,0 0,0 0,0 0,0-1,0 1,0-1,1 1,3-1,-4-1,1 1,-1-1,1 0,-1 0,1 0,-1 0,0-1,1 1,-1-1,0 0,0 0,0 0,0-1,-1 1,1 0,-1-1,1 0,3-5,2-3,-1 0,-1 0,0 0,0-1,-1 0,0 0,-1 0,-1-1,3-14,8-46,-9 48,0 0,2-50,-8 60,1-10,1 20,4 7,-4 2,0 0,0 0,0 0,0 0,-1 0,0 0,0 0,0 1,0-1,0 0,-2 6,0 11,3 46,2 0,4 0,17 77,-6-84,-12-35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39.06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108 583,'1'-38,"0"23,0 1,-1-1,-1 0,-1 1,0 0,-5-18,-9-26,-15-92,23 110,0 2,-4-5,0-5,0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39.56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0 129,'3'0,"0"-1,0 1,0-1,0 0,0 0,0 0,0 0,0 0,0-1,-1 1,1-1,-1 1,4-4,17-9,33-10,103-28,-157 51,20-5,47-7,-62 13,0-1,0 1,0 1,0-1,0 1,0 0,0 1,0 0,0 0,11 5,-18-6,1-1,-1 1,1-1,-1 1,1 0,-1-1,1 1,-1 0,0-1,1 1,-1 0,0-1,0 1,0 0,1 0,-1-1,0 1,0 0,0 0,0-1,0 1,0 0,-1 0,1-1,0 1,0 0,0-1,-1 1,1 0,0 0,-1-1,0 2,-13 23,-10 11,-35 69,49-83,2-1,0 1,1 0,1 1,-3 27,6-26,0-10,1 0,0 0,2 1,-1-1,2 1,0-1,4 19,4-13,-8-19,1 1,-1-1,1 0,-1 1,1-1,0 0,-1 0,1 0,0 0,3 1,34 7,16-5,14-4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40.10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142 209,'4'-1,"0"0,0 0,0 0,0-1,0 1,-1-1,1 0,-1 0,1 0,-1-1,0 1,0-1,4-3,-2 2,0-1,1 1,0 0,12-6,-5 5,-1-1,1-1,14-10,-23 15,0-1,-1 1,1-1,-1 0,0 0,0-1,0 1,0-1,0 0,-1 1,0-1,0 0,0 0,2-7,-3 9,0 0,-1 0,0 0,1 0,-1 0,0 0,0 0,0 0,0 0,0 0,-1 0,1 0,0 0,-1 1,0-1,1 0,-1 0,0 0,0 1,0-1,0 0,0 1,-1-1,1 1,0-1,-1 1,1 0,-1-1,1 1,-1 0,0 0,1 0,-1 0,0 1,0-1,0 0,0 1,0-1,1 1,-1 0,0-1,0 1,-4 0,-4 0,0 0,0 1,1 0,-1 1,0 0,0 0,-16 7,14-4,0 1,1 1,-1 0,1 0,0 1,1 0,0 1,0 1,1-1,-9 12,8-6,-1 0,2 1,0 0,1 1,0-1,-9 33,16-44,-1 0,1 1,0-1,0 0,1 1,0-1,0 1,1 10,0-14,-1 1,1-1,0 0,0 0,0 0,0 0,0 0,0 0,0 0,1 0,-1-1,1 1,-1 0,1-1,0 1,0-1,0 1,-1-1,1 0,0 0,1 0,-1 0,0 0,3 0,8 3,0-1,0-1,1 0,-1-1,1 0,-1-1,1 0,0-1,-1-1,16-3,19 0,-28 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40.53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311 98,'1'-26,"0"21,-1 0,0 0,0-1,-1 1,-1-10,2 14,-1 0,0-1,1 1,-1 0,0 0,0 0,0-1,0 1,0 0,0 0,0 0,0 1,0-1,-1 0,1 0,0 0,0 1,-1-1,1 1,0-1,-1 1,-2-1,-7-2,0 1,0 0,-1 1,1 0,-1 0,1 2,0-1,-1 1,1 1,-21 5,25-4,0-1,0 1,1 1,-1-1,0 1,1 0,0 1,0-1,0 1,1 0,0 1,0 0,0-1,0 1,1 1,0-1,-3 8,0 0,2 0,-1 0,-4 24,8-31,1 1,0-1,1 0,0 1,0-1,0 0,1 1,0-1,3 11,-2-12,0 0,1-1,0 1,0-1,0 0,1 1,0-1,0-1,7 8,-8-9,0 0,1 0,-1-1,1 0,-1 1,1-1,0 0,0-1,0 1,0-1,0 1,0-1,0-1,9 2,6-2,1 0,0-1,-1-1,1-1,26-7,-25 3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40.91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108 608,'1'-37,"0"6,-2-1,0 0,-2 1,-13-56,-32-85,37 131,2-4,-3-3,3-3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41.28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34,'36'0,"-1"0,1-3,-1-1,40-9,-20 4,-38 5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41.73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279 55,'-1'0,"1"0,-1 0,1 0,-1 0,1 0,-1 0,1 0,-1-1,1 1,-1 0,1 0,-1 0,1 0,-1-1,1 1,0 0,-1 0,1-1,-1 1,1 0,0-1,-1 1,1 0,0-1,0 1,-1-1,1 1,0 0,0-1,-1 1,1-1,0 1,0-1,0 1,0-1,0 1,0-1,0 1,0-1,0 1,0-1,0 1,0-1,0 1,0-1,1 0,-1 1,0-1,0 1,0-1,0 1,0-1,0 1,0-1,0 1,0 0,0-1,0 1,0-1,0 1,-1-1,1 1,0-1,0 1,0 0,-1-1,1 1,0-1,-1 1,1 0,0-1,-1 1,1 0,0-1,-1 1,1 0,0 0,-2-1,-14-2,0 1,-1 1,1 1,-21 1,-3 0,36-1,-1 1,1 0,-1 0,1 0,-1 1,1-1,0 1,0 0,-1 0,1 1,1-1,-1 1,0 0,1 0,-1 0,1 0,0 0,0 1,0 0,1 0,-4 5,2-2,-1 1,1 1,1-1,0 1,0-1,0 1,1 0,0 0,1 0,-1 11,2-18,0 1,0 0,1 0,-1-1,0 1,1 0,0-1,0 1,-1-1,1 1,1 0,-1-1,0 0,1 1,-1-1,1 0,0 0,-1 0,1 0,0 0,0 0,1-1,-1 1,0-1,5 3,-5-3,0-1,0 0,0 1,0-1,1 0,-1 0,0 0,0 0,1 0,-1-1,0 1,0-1,0 1,0-1,0 0,0 0,0 0,0 0,0 0,0 0,0-1,-1 1,1-1,0 1,-1-1,1 0,-1 1,0-1,0 0,1 0,-1 0,0-2,10-17,-1-1,-1 0,8-33,9-21,-26 74,7-12,-5 12,0 9,3 120,-2 73,-3-174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42.85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57 753,'-1'1,"0"-1,0 2,0-1,0 0,0 0,0 0,1 0,-1 0,0 1,1-1,-1 0,1 1,0-1,-1 2,-1 30,2-33,0 0,0 0,-1 0,1 1,0-1,0 0,0 0,0 0,0 1,0-1,-1 0,1 0,0 0,0 0,0 0,0 1,-1-1,1 0,0 0,0 0,0 0,0 0,-1 0,1 0,0 0,0 0,-1 0,1 0,0 0,0 0,0 0,-1 0,1 0,0 0,0 0,0 0,-1 0,1 0,0 0,0 0,0 0,-1 0,1 0,0-1,0 1,0 0,-1 0,1 0,0 0,0-1,-10-5,8 3,0 0,0 1,0-1,0 0,1 0,-1-1,1 1,0 0,0 0,0-1,0-4,-4-43,4 36,0-46,3-1,11-66,-4 38,-4 45,3-4,5-7,-11 47,1-1,1 0,9-18,28-25,-31 40,30-32,-37 41,1 1,0 0,1 0,-1 0,1 0,-1 1,1-1,0 1,9-2,-9 3,0 0,-1 1,1-1,0 1,0 0,-1 1,1-1,9 3,-9-2,0 1,0-1,0 1,0 1,-1-1,1 1,4 3,-2 0,0 0,-1 0,7 9,-12-14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43.22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1 109,'8'-1,"1"0,0-1,-1 0,0 0,1-1,12-6,7-2,13-1,43-6,-16 4,-4 4,-43 8,37-9,-33 1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43.72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73 53,'0'-52,"-1"52,0 0,0 0,1-1,-1 1,0 0,0 0,0 0,0 0,1 0,-1 1,0-1,0 0,0 0,1 0,-1 1,0-1,0 0,1 1,-1-1,0 1,1-1,-1 1,-1 0,-22 15,21-14,0 1,1 0,0-1,-1 1,1 0,0 0,0 0,1 0,-1 0,1 1,0-1,-1 0,0 5,2-3,0 0,0 0,0 1,0-1,1 0,0 0,0 0,3 8,0 2,29 81,-28-85,0-1,1 1,0-1,1 0,0-1,13 15,-10-14,-8-7,1 0,-1 0,1 0,0 0,0 0,0-1,0 0,1 1,-1-1,1 0,-1-1,1 1,0-1,-1 1,1-1,0 0,6 0,-7-1,1 0,-1 0,0 0,0-1,1 1,-1-1,0 0,0 0,0 0,0-1,0 1,0-1,5-3,-7 4,1-1,-1 1,1-1,-1 0,0 1,0-1,0 0,0 0,0 0,0 0,0 0,0 0,-1 0,1 0,-1 0,0 0,1 0,-1-1,0 1,0 0,-1-4,-3-17,-1 0,-1 0,-15-36,10 31,-10-43,16 52,3 12,1 0,-1-1,1 1,0-9,0 13,-1 8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44.23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1 343,'10'-5,"-5"3,0 0,-1-1,1 0,-1 0,5-3,-8 6,-1-1,1 1,-1-1,1 1,-1-1,0 0,1 1,-1-1,1 1,-1-1,0 0,0 1,1-1,-1 0,0 1,0-1,0 0,0 1,0-1,0 0,0 0,0 1,0-1,0 0,0 1,0-1,0 0,-1 1,1-1,0 0,0 1,-1-1,1 0,-1 1,1-1,0 1,-1-1,1 1,-1-1,1 1,-1-1,1 1,-1-1,-1 1,0-2,0 0,0 0,0 1,0-1,0 0,1-1,-1 1,0 0,1 0,0-1,-1 1,1-1,0 1,0-1,1 1,-1-1,0 0,1 1,0-1,-1 0,1 1,0-1,0 0,1-4,1-5,1-1,0 1,0-1,1 1,7-15,7-22,-15 41,-1 1,1 0,1-1,-1 1,1 0,0 1,9-11,-12 15,1 0,-1 0,1 0,0 1,0-1,-1 1,1 0,0-1,0 1,0 0,1 0,-1 0,0 0,0 1,1-1,-1 0,0 1,0 0,1-1,-1 1,1 0,-1 0,0 1,1-1,-1 0,0 1,1-1,-1 1,4 2,-3-1,1 0,-1 1,0-1,0 1,0 0,0 0,-1 0,1 0,-1 0,0 1,0-1,0 1,0 0,-1-1,2 7,3 8,5 36,-10-49,0 8,0 1,-1 0,0-1,-1 1,-1-1,0 1,-1-1,-6 20,-2 7,9-24,1 1,0-1,1 1,4 29,-4-42,0-3,0 0,0 1,0-1,0 0,1 0,-1 0,0 0,0 0,1 0,-1 0,1 0,-1 0,1 0,-1 0,1 0,-1 0,1 0,0-1,-1 1,1 0,0 0,0-1,1 2,10-1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44.78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361 59,'0'-27,"0"26,-1 1,1-1,0 1,-1-1,1 1,0 0,-1-1,1 1,-1 0,1-1,-1 1,1 0,-1 0,1-1,-1 1,1 0,-1 0,1 0,-1 0,1 0,-1 0,1 0,-1 0,1 0,-1 0,0 0,-22 0,17 0,1 0,0-1,0 0,0 0,0 0,0 0,1-1,-9-4,9 4,0 0,0 0,0 1,0-1,0 1,-1 0,1 0,0 1,-1-1,1 1,-1 0,-5 1,1 1,0 1,1 0,-1 1,-10 5,-10 5,22-11,0 0,0 1,1 0,0 0,0 1,0 0,0 0,1 0,0 0,0 1,0 0,1 0,-7 12,5-6,1-1,0 1,1 0,1 0,0 0,0 0,-1 21,0-5,3-20,-1-1,2 0,-1 0,1 1,0 12,1-19,0 1,0 0,0-1,0 1,0-1,0 0,0 1,0-1,0 0,1 0,-1 1,0-1,1 0,-1 0,1 0,-1-1,1 1,0 0,-1-1,4 2,1-1,-1 1,1-1,0 1,0-2,6 1,6-1,1-1,29-5,-42 5,0 0,0-1,0 0,0 0,-1 0,1-1,-1 0,0 0,1 0,-1-1,7-7,-12 11,10-7,-10 7,1 0,-1 0,0 0,1 0,-1 1,1-1,-1 0,0 0,1 0,-1 1,0-1,1 0,-1 0,0 1,1-1,-1 0,0 1,0-1,1 0,-1 1,0-1,0 0,0 1,0-1,0 1,1-1,-1 1,7 14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45.36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80 535,'2'-49,"-1"33,-1-1,0 1,-4-30,-3 21,-1 0,-13-31,9 35,8 13,0 0,1 0,-1 0,1-1,1 1,-3-13,3 12,1 1,0-1,0 0,0 1,1-1,0 0,1 0,0 1,3-14,18-67,-19 85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45.99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150 42,'-2'0,"0"-1,0 1,-1 0,1 1,0-1,0 0,0 1,0-1,-1 1,1-1,0 1,0 0,0 0,0 0,1 0,-1 0,0 1,0-1,1 0,-1 1,0-1,1 1,0 0,-1-1,1 1,0 0,0 0,0 0,0 0,-1 3,-10 16,-16 23,18-32,2 1,0 1,0 0,-10 27,17-38,0 1,1 0,0 0,0 0,0 0,0 0,0 0,1 0,0 0,0 0,0 0,0-1,1 1,1 4,3 4,1-1,-1 0,11 12,-15-20,0-1,0 0,1 0,-1 0,1 0,-1 0,1 0,0-1,0 1,0-1,0 0,0 0,0 0,0 0,0-1,0 1,1-1,-1 1,0-1,0 0,0-1,1 1,-1 0,0-1,0 0,0 0,0 0,4-1,2-2,-1 0,1 0,-1-1,1 1,-1-2,-1 1,1-1,10-11,-14 11,1 0,-1-1,0 0,-1 0,1 0,-1 0,-1 0,0 0,0-1,2-14,-2 11,-1 0,0 0,-1-1,0 1,-1 0,-3-21,1 22,0 0,-1 1,1-1,-2 1,1 0,-1 0,-1 1,0-1,0 1,0 1,-16-15,21 21,-1 0,0 0,1 0,-1 0,0 0,0 0,0 0,1 1,-1-1,0 1,0 0,0-1,0 1,0 0,0 0,0 0,0 0,0 1,0-1,0 0,0 1,0-1,0 1,0 0,0 0,1 0,-1 0,-3 2,-3 5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46.49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0 353,'1'-12,"0"-1,1 1,1 0,5-16,5-30,-11 49,0 0,1 0,0 0,0 0,1 0,0 1,9-14,1 2,27-32,-34 45,0 0,0 0,0 1,0 0,1 1,10-7,-14 11,-1-1,1 0,-1 1,1 0,0-1,0 2,0-1,-1 0,1 1,0 0,0-1,0 2,0-1,0 0,0 1,0 0,5 1,-7-1,0 0,0 1,0-1,0 0,0 1,0-1,0 1,-1 0,1 0,0 0,-1-1,0 1,1 1,-1-1,1 3,14 38,-12-27,40 142,-7-19,-25-94,-9-21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47.23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180 0,'-25'0,"25"0,-1 1,1-1,-1 0,1 0,0 1,0-1,-1 0,1 1,0-1,-1 0,1 1,0-1,0 0,0 1,-1-1,1 0,0 1,0-1,0 1,0-1,0 0,0 1,0-1,0 1,0-1,0 1,0-1,0 1,0 15,0-15,-1 16,-1 0,0 0,-2-1,-4 17,2-14,2 0,-4 33,5-28,0 0,-1-1,-11 32,-28 67,32-94,-21 45,29-65,2 1,4 6,2-12,-3-2,6 2,-1-1,1 1,0-1,0-1,0 1,1-1,-1-1,0 0,0 0,0 0,1-1,-1 0,0-1,0 0,0 0,-1-1,11-4,6-3,1 2,1 1,-1 1,1 1,0 1,0 1,49 2,-55 0,-1-6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47.60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60 153,'0'0,"-8"0,0-8,3-1,2-6,-2-3,-1 3,-7 4,9 3,-1-4,2-5,3-3,0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47.94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22,'0'0,"9"-8,-5 4,5-5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48.32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29 399,'0'-4,"-1"0,1 1,-1-1,0 1,0-1,-1 0,1 1,-1 0,-2-5,2 5,0-1,0 1,0-1,1 1,0-1,-1 0,1 0,1 0,-2-5,1-55,3-73,0 127,0-1,0 1,5-13,5-19,-12 41,1 0,-1 0,1-1,0 1,-1 0,1 0,0 0,0 0,0 0,0 0,0 0,0 1,0-1,0 0,0 0,0 1,0-1,0 1,0-1,1 1,-1-1,0 1,0 0,1-1,-1 1,0 0,1 0,-1 0,0 0,1 0,1 1,1-1,-1 0,1 1,0-1,0 1,-1 0,1 0,-1 1,1-1,6 4,-6-1,0 0,-1 0,1 0,0 0,-1 1,0-1,0 1,-1 0,1 0,-1 0,0 0,2 10,2 7,3 39,-8-53,10 175,-11-181,0-1,0 0,0 0,0 0,0 0,1 1,-1-1,0 0,0 0,1 0,-1 0,1 0,-1 0,1 0,-1 0,1 0,-1 0,1 0,0 0,0 0,1 0,12 9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48.85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10 237,'1'-1,"-1"0,0 1,1-1,-1 0,1 0,-1 1,1-1,-1 1,1-1,-1 0,1 1,0-1,-1 1,1 0,0-1,-1 1,1-1,0 1,0 0,-1-1,1 1,0 0,0 0,0 0,-1 0,1 0,0 0,0 0,1 0,33 0,-26 0,2-1,-1 1,0-2,0 1,-1-1,1-1,0 0,-1 0,1-1,-1 0,12-8,6-6,47-40,-44 33,5-9,-33 32,-1 0,1 1,-1-1,1 0,-1 0,0 0,0 0,0 0,0 0,0-1,0 1,-1 0,1 0,-1-1,1 1,-1 0,0-1,0-1,0 3,-1 0,1 1,-1-1,1 0,0 0,-1 1,0-1,1 1,-1-1,1 0,-1 1,0-1,1 1,-1-1,0 1,1 0,-1-1,0 1,0 0,0-1,1 1,-1 0,0 0,0 0,0 0,0 0,1 0,-1 0,0 0,-1 0,-30 6,25-5,-21 5,1 1,-1 1,1 2,-32 15,47-17,-1-1,2 1,-1 1,1 0,0 1,1 0,0 0,-14 22,20-27,0 1,1-1,-1 1,1 0,1 0,-1 1,1-1,0 1,0-1,1 1,0 0,0-1,0 1,1 0,0 0,1-1,-1 1,1 0,1-1,2 10,-1-10,0 0,0 0,1 0,0-1,0 0,0 1,1-1,0-1,0 1,0-1,0 0,1 0,-1 0,1-1,0 0,0 0,8 2,9 3,1-1,1-1,28 4,-44-9,0 0,-1 0,1-1,-1 0,1-1,8-1,12-5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49.44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309 64,'-1'-3,"0"0,1 0,-1 1,0-1,-1 0,1 1,0-1,-1 1,1 0,-1-1,0 1,0 0,0 0,0 0,0 0,0 0,0 1,-1-1,1 1,-1-1,1 1,-1 0,-4-2,-9 0,-1-1,0 2,1 0,-1 1,-21 1,30 1,0 0,0 0,0 1,0 0,0 0,1 0,-1 1,1 1,-1-1,1 1,0 0,1 1,-9 6,12-7,0-1,1 1,-1-1,1 1,0 0,0 0,0 0,0 1,1-1,-1 0,1 1,1-1,-1 0,0 1,1 7,0 1,0-1,1 0,1 0,5 21,-4-20,2 0,-1-1,2 0,0 1,11 16,-15-27,1 1,0 0,0-1,0 1,0-1,1 0,-1 0,1 0,-1-1,1 1,-1-1,1 0,0 0,0 0,0 0,0-1,-1 0,1 0,0 0,0 0,0 0,0-1,0 0,0 1,-1-1,1-1,0 1,-1-1,1 1,-1-1,1 0,-1 0,4-3,-6 2,1 1,-1 0,1 0,-1-1,0 1,0 0,0-1,0 1,0-1,-1 1,1-5,2-34,-2 26,5-37,23-87,-28 130,-1 2,3 9,-3 0,0 0,0 0,0 0,0 0,0 0,-1 0,1 0,-1 0,1 0,-1-1,-1 3,-1 5,-2 16,1 1,1-1,2 0,0 1,2-1,1 1,0-1,11 40,-8-33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1:50.02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61 747,'0'-2,"0"1,0 0,0 0,0 0,0 0,0 0,0 1,0-1,0 0,0 0,0 0,-1 0,1 0,0 0,-1 1,1-1,0 0,-1 0,1 1,-1-1,1 0,-1 0,0 1,1-1,-1 1,-1-2,1 1,-1 0,1 0,0-1,-1 1,1-1,0 1,0-1,0 1,0-1,0 0,0 1,0-1,1 0,-1 0,0 0,1 1,0-1,-1-4,-1-38,2 41,0-63,-13-98,8 140,-5-57,7 32,3-13,0-6,0-1,3 10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7:34.39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1,'5'2,"0"0,0 0,0 0,-1 1,1 0,8 6,-10-5,1-1,0-1,0 1,1 0,-1-1,0 0,1 0,7 2,-3-3,50 12,1-4,1-2,100-2,-117-5,10 0,13-4,2 1,-14 2,-14 1,-12 0,-8 0,-4-4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11.06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38 1133,'0'-14,"-2"1,-4-25,-1-3,-6-145,10 124,0 16,2-11,-1-18,4-316,3 319,1 8,-1-10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11.86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0 264,'0'11,"0"-14,1-1,0 1,-1 0,1-1,0 1,1 0,-1 0,0 0,1 0,0 0,0 0,0 0,0 0,0 1,1-1,-1 1,1 0,-1 0,1-1,0 2,4-4,2-1,0-1,-1 0,0-1,7-8,-8 8,0 1,0 0,0 0,1 1,10-7,78-35,-53 28,-26 12,34-9,-15 6,9 1,5 5,-39 5,0 1,-1 0,14 3,-19-2,1-1,0 1,0 1,-1-1,1 1,6 4,-8-4,1 1,-1-1,1 1,-1 0,0 0,6 9,-6-6,-1 1,0-1,0 1,0-1,-1 1,0 0,-1 0,0 0,0 0,-1 0,0 0,0 0,-1 0,0 0,0 0,-1 0,-3 9,0 1,-1 0,-1-1,-1 0,0 0,-1-1,-16 22,14-25,0-1,-22 19,-13 14,-9 10,40-41,0 0,1 0,-19 28,9-7,-36 39,59-74,1 1,0 0,-1-1,1 1,0-1,-1 1,1 0,-1-1,1 1,-1-1,1 0,-1 1,0-1,1 1,-1-1,1 0,-1 1,0-1,1 0,-1 0,0 0,1 1,-1-1,0 0,1 0,-1 0,0 0,0 0,1 0,-1 0,0-1,1 1,-1 0,0 0,0-1,-1-1,0 0,1 0,-1 0,1 0,0 0,-1 0,1-1,-1-4,-3-5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13.80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1111,'54'-204,"-28"141,-9 25,-3 1,2-8,0-17,31-125,-23 86,0 7,0 3,-1 8,1 18,-22 61,0 0,0 0,1 1,-1-1,1 1,-1-1,6-4,-7 8,0-1,0 0,-1 1,1-1,0 1,0-1,0 1,0-1,0 1,0 0,0 0,0-1,0 1,0 0,0 0,0 0,0 0,0 0,0 0,-1 0,1 0,0 0,2 1,-2 0,1 0,0 0,-1 0,1 0,0 0,-1 1,0-1,1 0,-1 1,0-1,2 3,2 4,0 0,-1 1,6 15,2 12,3 6,-3 15,2 23,0 30,55 492,-64-520,2 8,-1-73,-4-19,-2-9,-2-4,-1-1,0 1,-1-1,-11-25,11 33,-1-12,0-2,-3-7,0 3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14.15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32,'15'5,"0"-1,1-1,-1 0,1-1,-1-1,1 0,21-2,108-9,-134 9,0 0,1 0,-1-1,1-1,-1 0,0 0,18-8,-10-4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14.64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58,'30'0,"-11"1,0-2,0 0,19-3,-25 2,1 1,21 0,22-3,-17-1,-23 3,0-1,-1 0,19-7,-26 8,-7 1,-1 1,1-1,-1 1,1-1,0 1,-1-1,1 0,-1 0,0 0,1 0,-1 0,0 0,2-1,-2-5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15.10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88,'13'1,"-1"-1,0 0,0-1,0 0,0-1,0 0,-1-1,22-8,-20 6,1 2,-1-1,18-1,-16 3,0-1,16-5,-29 7,1 0,-1-1,1 1,-1-1,0 0,0 0,0 0,0 0,0 0,0 0,2-5,4-5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54.86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77 34,'-1'1,"1"-1,0 0,-1 0,1 0,-1 0,1 0,-1 0,1 0,-1 0,1 0,-1 0,1 0,0 0,-1 0,1-1,-1 1,1 0,-1 0,1 0,0-1,-1 1,1 0,-1 0,1-1,0 1,-1 0,1-1,0 1,0 0,-1-1,1 1,0 0,0-1,-1 1,1-1,0 1,0-1,-14-23,14 24,-1-1,0 1,0 0,0 0,0-1,0 1,0 0,0 0,1 0,-1 0,0 0,0 0,0 0,0 0,0 0,0 1,0-1,0 0,1 1,-1-1,0 0,0 1,0-1,1 1,-1-1,0 1,0 0,1-1,-1 1,1 0,-1-1,1 1,-1 1,-6 22,2 0,1 0,1 1,1 30,10 101,-5-139,0-1,1 0,12 28,-9-27,-2 0,1 0,2 22,-5-9,-6-2,-1 3,-6-2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55.25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33,'79'1,"87"-2,-129-1,1-2,46-10,-63 10,1 0,0 2,0 0,0 1,23 3,-24 2,-4 3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49.42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84 1,'-76'0,"75"0,1 0,-1 1,1-1,-1 0,1 1,-1-1,1 1,0-1,-1 1,1-1,0 1,-1-1,1 1,0 0,0-1,-1 1,1-1,0 1,0-1,0 1,0 0,0-1,0 1,0 0,0-1,0 1,0-1,0 2,3 21,3-4,-3-12,-1-1,0 1,0 0,0 0,-1-1,0 1,-1 0,0 9,0 1,0 0,1 0,0 0,2 0,6 27,-3-17,14 86,-12-72,2 8,10 10,-13-41,17 31,-10-27,25 31,-28-40,0 0,1-1,15 12,-20-19,0 0,0 0,1-1,-1 0,1 0,14 4,-17-7,0 0,0 0,0 0,0-1,1 1,-1-1,0-1,0 1,8-2,-9 1,0-1,1 1,-1-1,0 0,0 0,0 0,0 0,0-1,5-4,-2 0,0-1,0 1,0-1,5-9,28-49,10-15,-40 62,0 0,-1 0,-1-1,0 0,-2 0,-1-1,0 0,-1 0,1-32,-3 7,0 21,-2-1,0 1,-6-40,6 65,0 0,0-1,0 1,0 0,0 0,0-1,0 1,0 0,0 0,0-1,0 1,-1 0,1 0,0-1,0 1,0 0,0 0,0-1,0 1,-1 0,1 0,0 0,0-1,0 1,-1 0,1 0,0 0,0 0,-1 0,1-1,0 1,0 0,-1 0,1 0,-1 0,-6 7,-4 16,8-10,0-1,1 1,0-1,1 1,1 21,4-2,10 10,5 12,33 72,20 55,-72-181,6 19,1-1,1-1,0 1,1-1,0-1,14 17,-6-16,-14-15,-1 0,1 0,0 0,-1 0,1-1,0 1,0-1,0 0,0 0,0 0,0 0,0 0,0 0,1-1,-1 0,0 0,0 0,0 0,1 0,-1-1,0 1,0-1,0 0,0 0,0 0,0 0,0 0,0-1,0 1,0-1,-1 0,1 0,-1 0,4-4,8-13,-1 0,-1-2,-1 1,-1-2,9-25,3-6,-6 15,0-14,-3-9,7-11,4-7,-4 11,-8 12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50.32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109 134,'14'-16,"0"1,0 1,2 0,-1 1,2 1,20-13,-27 19,-7 4,0 0,-1 0,1 0,0 0,0 1,0-1,1 1,-1 0,0 0,0 0,1 1,-1-1,0 1,1-1,-1 1,0 0,1 0,4 1,-1 0,1 1,-1-1,1 1,-1 0,14 7,-19-8,1 0,-1 1,0-1,0 1,0 0,0-1,0 1,-1 0,1 0,0 0,-1 0,0 0,1 0,-1 1,0-1,0 0,0 1,0-1,-1 1,1-1,0 5,-1 0,0 0,0 0,-1-1,0 1,0 0,0-1,-1 1,0-1,0 1,-1-1,0 0,-6 10,-5 5,-1-1,-20 21,0 1,18-19,-6 7,-37 38,41-48,-17 24,-4 5,24-31,11-11,-1 0,0-1,-1 0,-7 6,10-9,-16 15,19-18,1 1,-1 0,1 0,0 0,-1-1,1 1,0 0,-1 0,1 0,0 0,0 0,0 0,0 0,0 0,0 0,0 0,0-1,0 1,0 0,1 0,-1 0,0 0,1 0,-1 0,1 1,6 11,-5-9,-1 0,2 0,-1 0,0-1,1 1,0-1,3 5,-4-7,-1 0,1 0,0 0,-1-1,1 1,0 0,0-1,0 1,0-1,-1 1,1-1,0 0,0 0,0 0,0 0,0 0,0 0,0-1,-1 1,4-2,60-13,67-19,-108 26,1 1,-1 2,1 0,0 1,36 0,-50 5,-7 3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52.46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21 655,'-9'-134,"-1"-2,9 89,1-46,4 39,2-8,-7-2,0-1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52.96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51 160,'29'-14,"-25"13,-1-1,1 1,0-1,0 0,-1 0,1 0,-1-1,0 1,0-1,0 0,0 0,0 0,0 0,-1 0,0-1,0 1,4-8,-4 5,1 0,-1 0,1 0,1 1,4-7,-6 9,1 0,0 1,0 0,0 0,0 0,0 0,1 0,-1 0,0 1,5-2,9-3,1 0,-1 1,33-4,-41 8,-1 1,0 0,0 0,1 1,-1 0,0 1,0 0,0 0,0 0,13 7,-16-6,0 0,-1 0,1 1,-1 0,1 0,-1 0,-1 0,1 0,0 1,-1-1,0 1,0 0,-1 0,1 0,-1 1,3 9,-4-6,0 0,0 0,-1-1,0 1,0 0,-1 0,0-1,-1 1,0 0,-5 12,1 3,2-11,0-1,0 0,-2-1,1 1,-1-1,-1 0,0 0,-1-1,0 0,-11 11,-1-2,1-2,-2 0,-43 27,46-35,-31 13,-6 3,-60 34,106-54,5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53.72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1 671,'0'-4,"1"0,-1 0,1 0,0 0,3-7,3-8,12-46,4-14,11-85,-24 122,6-2,4-3,1-2,3-6,-1 6,-22 47,0 0,0 0,1 0,-1 0,1 0,-1 0,1 0,0 0,-1 1,1-1,3-1,-3 2,-1 1,1-1,-1 1,1 0,0 0,-1 0,1 0,-1 0,1 0,0 0,-1 0,1 0,-1 1,1-1,0 1,-1-1,1 1,-1 0,0 0,1-1,-1 1,0 0,1 0,-1 0,0 1,0-1,0 0,0 0,0 1,1 1,4 5,0 0,-1 0,6 15,49 125,-4-7,-31-76,-20-47,2 0,0-1,13 22,-14-28,0 0,0 1,-1-1,-1 1,4 15,1 14,-9-41,0 0,0 0,0-1,0 1,0 0,0 0,0 0,0 0,0 0,0 0,0 0,0 0,0 0,0 0,0 0,0 0,0 0,0 0,0 0,0 0,1 0,-1 0,0-1,0 1,0 0,0 0,0 0,0 0,0 0,0 0,0 0,0 0,0 0,0 0,0 0,0 0,0 0,0 0,0 0,1 0,-1 0,0 0,0 0,0 0,0 0,0 0,0 0,0 0,0 0,0 0,0 0,0 0,0 0,0 0,0 1,0-1,0 0,1 0,1-11,0-14,-6 9,0-1,-1 1,-1 0,0 0,-12-19,6 11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54.09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13,'86'0,"196"-1,-166-10,-85 11,10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56.80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388 8,'-11'-3,"0"1,0 1,-1 0,1 1,0 0,-1 0,1 1,0 1,0 0,0 1,-17 5,24-6,0 1,0-1,0 1,0 0,1 0,-1 0,1 1,0-1,0 1,0 0,0 0,1 0,-1 0,1 0,-3 8,1-3,-1 0,0-1,-7 9,-43 35,28-21,2 6,2 9,4 12,17-45,0-1,0 1,1 14,1-16,1 0,0 1,1-1,4 16,-2-15,0 0,1-1,0 1,12 17,-13-22,1-1,0 1,0-1,1 0,0 0,0-1,0 0,7 5,-3-5,-1 0,1-1,0 0,0-1,0 0,0 0,0-1,1-1,-1 0,1 0,0-1,-1 0,13-2,-3-1,0 0,-1-2,0 0,0-1,-1-1,25-13,-32 13,-1 1,0-2,0 1,-1-1,0-1,0 1,8-13,50-74,-61 84,1-1,-1 1,-1-1,-1-1,1 1,-2-1,0 1,0-1,-1 0,-1 0,0-15,-1 17,0 1,-1 0,-1 0,0 0,0 0,-1 0,0 0,-1 1,0 0,0-1,-1 1,0 1,-1-1,-11-13,8 12,-2-2,0 0,-16-12,23 21,-1 0,0 0,1 0,-1 1,0-1,0 1,0 0,0 1,-1-1,-8 0,-2 0,0 2,-1 0,1 0,0 2,-1 0,1 0,-26 9,10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7:57.61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1528,'30'0,"-33"-3,0 0,0 0,0-1,1 1,-1-1,1 1,-3-7,4 6,1 0,0 0,-1 0,2 0,-1 0,0 0,1 0,0 0,2-6,2-24,-1-29,19-111,-15 124,0-11,0-18,18-231,-16 223,-2 1,25-187,-18 153,-13 79,-3 34,1 0,0 1,0-1,1 0,0 1,0-1,4-11,-2 13,0 5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8:03.22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65 1111,'-11'-54,"3"-2,-1-98,9 144,0 0,-1 0,0 0,-1 0,-4-18,-15-60,16 47,5-11,4-13,22-124,-18 152,2 0,1 0,18-37,-11 40,-13 27,0 0,0 1,9-9,-6 9,-1 0,1 0,14-8,-8 7,0 0,24-7,-19 9,1 0,23-2,-31 5,0 1,1 1,-1 0,17 3,-10 1,34 12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8:03.61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1,'1'0,"-1"0,1 0,0 0,0 0,-1 0,1 0,0 1,0-1,-1 0,1 1,0-1,-1 0,1 1,0-1,-1 1,1-1,-1 1,1-1,-1 1,1 0,-1-1,1 1,-1 0,0-1,1 1,-1 0,1 1,-1-1,0 0,1-1,-1 1,1 0,-1 0,1 0,-1 0,1-1,-1 1,1 0,0-1,-1 1,1 0,0-1,0 1,-1-1,1 1,0-1,0 0,0 1,0-1,1 1,20 1,1-1,37-2,-9-1,146 2,-143-4,1 0,8 3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8:04.15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303 1,'-120'0,"117"0,1 0,0 1,-1-1,1 1,0 0,-1 0,1 0,0 0,0 0,0 0,0 0,0 1,0-1,0 1,0 0,1-1,-1 1,1 0,-1 0,-1 3,-4 6,1 1,-8 20,4-10,-5 13,1 1,-13 49,12-32,3-11,3 10,2 10,5 25,3 1,12 90,-1-105,8-8,5-3,-17-47,0 1,16 21,-11-21,0-1,27 24,-23-25,0 0,32 17,46 16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8:28.24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1,'7'0,"1"1,-1 0,0 0,0 1,0 0,0 0,0 1,11 5,4 5,23 17,-36-24,13 11,-2 1,0 1,-1 0,30 42,-25-27,-4 7,0 5,1 11,-1 12,-3 2,17 143,-27-133,-8 1,-9 5,-1-20,-2-1,-3-1,-27 68,18-76,1-11,-2-4,23-37,-1 1,-1-1,1 0,-1-1,0 1,0-1,0 0,0 0,-13 6,-7-5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8:29.15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0 104,'2'0,"-1"0,1-1,0 1,-1-1,1 1,-1-1,1 1,-1-1,1 0,1-1,12-5,189-68,-192 72,-1 1,0 0,24-1,-4 1,-14 1,0 0,26 2,-38 0,1-1,-1 1,0 0,1 0,-1 1,0 0,0 0,0 0,0 0,0 1,8 5,-10-4,1 0,0 1,-1-1,0 1,0 0,-1-1,1 1,-1 0,0 1,0-1,0 0,-1 1,0-1,0 0,-1 1,1-1,-1 1,0 0,-1-1,1 1,-1-1,-3 10,2-4,-2 1,0-1,0 0,-1 0,0 0,-1-1,0 1,-1-1,-12 14,-28 32,-10 12,43-54,-6 5,1 1,0 1,2 1,-23 36,2 5,38-62,-1 0,0 0,1 1,0-1,-1 0,1 0,0 1,-1-1,1 0,0 0,0 1,0-1,0 0,0 1,0-1,1 0,-1 2,1-1,0 0,0 0,0 0,0-1,0 1,0 0,1 0,-1-1,1 1,-1-1,1 1,0-1,-1 0,1 0,0 0,3 2,11 2,6-1,12-1,6 0,2-6,-36 2,0 0,0 0,0-1,10-4,21-18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8:29.51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29,'100'1,"78"-3,-168 1,-1 0,1-1,13-4,-5 1,0 1,0 1,36-2,-7 4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8:30.91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44,'230'-19,"-57"2,-148 14,-8-1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8:31.38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35,'0'1,"0"0,0 0,0 0,0 0,0 0,0 0,0 0,0 0,1 0,-1 0,0 0,1 0,-1 0,0 0,1 0,-1 0,1 0,0 0,-1 0,1 0,1 1,0-2,0 1,0 0,0-1,0 1,0-1,1 0,-1 0,0 0,3 0,-1 0,41 0,58 0,150-17,-200 9,-13 2,-4-5,-4-8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8:32.55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546 158,'4'-5,"-1"-1,1 1,-1-1,0 0,0 0,-1 0,1-1,-1 1,-1 0,1-1,-1 1,0-1,-1-8,1 12,-1 0,1 0,0 1,-1-1,1 0,0 1,1-1,-1 1,0-1,1 1,-1 0,4-4,-3 4,-2 1,1 1,-1-1,0 1,1-1,-1 1,0-1,0 1,1-1,-1 1,0-1,0 1,0-1,0 0,1 1,-1-1,0 1,0-1,0 1,0-1,0 0,-1 1,1-1,0 1,0-1,0 1,0-1,-1 1,1-1,0 1,0-1,-1 1,1-1,0 1,-1-1,1 1,-1-1,1 1,-1 0,1-1,-1 1,1 0,-1-1,1 1,-1 0,1 0,-1 0,1-1,-1 1,1 0,-1 0,0 0,0 0,0 0,-1-1,1 1,-1 0,1 0,0 0,-1 0,1 0,-1 0,1 1,0-1,-1 0,1 1,0-1,-1 1,1-1,0 1,0 0,-1-1,1 1,0 0,0 0,0 0,0 0,-1 1,-31 41,23-31,1 0,0 1,-12 22,-49 104,49-89,-61 122,62-134,-8 17,-9 17,11-20,-136 298,156-335,2-6,1 0,0 0,0 0,1 0,-2 20,4-29,0 0,0 0,0 0,0 1,0-1,0 0,0 0,0 0,0 1,0-1,0 0,0 0,0 0,0 1,0-1,0 0,0 0,1 0,-1 1,0-1,0 0,0 0,0 0,1 0,-1 0,0 0,0 1,0-1,0 0,1 0,-1 0,0 0,0 0,0 0,1 0,-1 0,0 0,0 0,1 0,-1 0,0 0,0 0,0 0,1 0,-1 0,0 0,0 0,0 0,1 0,-1 0,0-1,0 1,1 0,7-4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8:33.14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242 488,'7'0,"-9"0,0 0,0 0,-1-1,1 1,0 0,0-1,0 0,0 1,0-1,0 0,0 0,0 0,0 0,0 0,1-1,-1 1,0 0,1-1,-1 1,1-1,0 0,-1 0,1 1,0-1,0 0,-2-4,-4-9,-2 1,-20-27,19 27,-1 0,-11-24,-79-200,99 231,0 1,0-1,0 1,1-1,0 0,1 1,0-1,0-10,3 7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8:34.03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1 440,'2'0,"1"0,0-1,0 1,-1-1,1 0,0 0,0 0,-1 0,1 0,-1 0,1-1,-1 1,0-1,0 0,1 0,-1 0,2-2,4-6,0 0,10-20,4-4,75-110,-58 85,-30 43,1 1,0 0,16-18,-10 14,6-6,-21 24,0 0,1 1,-1-1,0 0,0 1,1-1,-1 1,0 0,0-1,1 1,-1 0,1 0,-1 0,0 0,1 0,-1 0,0 0,1 0,-1 0,0 1,2 0,1 0,0 0,0 1,0-1,0 1,-1 0,1 0,-1 0,1 1,-1-1,0 1,0 0,0 0,0 0,0 0,-1 1,0-1,1 1,-1-1,2 7,22 42,-9-19,18 50,-14-23,39 109,-55-154,-1-2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08.62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113 989,'-9'-8,"0"0,1-1,0 0,1 0,0-1,0 0,1-1,1 1,-9-22,7 12,0 0,2 0,0-1,-3-39,8-17,4 33,4-2,5-11,10-12,11-15,-11 40,1 1,3 1,1 1,47-53,-65 84,0 1,0 0,0 0,2 1,14-9,-19 13,0 0,1 0,-1 1,1 0,0 1,0 0,0 0,0 0,14 0,-6 2,0 0,0 2,24 4,-15 3,-2 10,-4 10,-17-25,0 1,-1-1,1 0,-1 1,1 8,-1-8,-1 0,0 0,-1 0,1-1,-1 1,-1 5,-12 26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08.98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1 132,'5'-3,"-1"0,1 0,0 0,1 1,-1 0,0 0,1 0,-1 0,1 1,0 0,-1 0,9 1,-1-2,11-1,1-2,-1 0,0-2,25-10,-7 2,58-14,-63 20,9-6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09.43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369 45,'0'-1,"0"0,0 0,0 0,0 0,-1 0,1 0,0 0,-1 0,1 0,0 0,-1 0,1 0,-1 0,0 0,1 1,-1-1,0 0,1 0,-1 1,0-1,0 0,0 1,0-1,1 1,-3-1,-28-8,8 3,18 4,-1 1,0-1,1 1,-1 0,0 1,0 0,0-1,0 2,0-1,1 1,-1 0,-9 2,7 0,0 0,0 1,0 0,0 0,1 1,0 0,-13 11,8-3,0 0,0 0,2 1,0 1,0 0,1 0,1 0,1 1,0 1,1-1,1 1,-6 32,3-7,1 14,3 16,1 24,11 105,-4-166,1 1,3-1,18 58,-22-84,0 0,0-1,1 1,0-1,0 0,12 13,5 1,-20-21,-1 0,1 0,-1 0,1-1,0 1,0 0,-1-1,1 1,0-1,0 0,-1 0,1 1,3-2,24-7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09.99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43,'8'0,"-7"-1,-1 0,1 1,-1-1,1 0,-1 0,0 1,1-1,-1 0,0 0,1 0,-1 0,0 0,0 1,0-1,0 0,0 0,0 0,0 0,0 0,0 0,-1-1,1 1,0 1,0-1,0 1,0-1,0 1,0-1,0 1,0 0,0-1,1 1,-1-1,0 1,0 0,0-1,0 1,1-1,-1 1,0 0,0-1,1 1,-1 0,0-1,1 1,-1 0,0 0,1-1,-1 1,0 0,1 0,-1 0,1-1,-1 1,0 0,1 0,-1 0,1 0,-1 0,1 0,-1 0,0 0,1 0,-1 0,1 0,0 0,0 0,83-4,-68 1,0 1,0 1,0 0,30 4,-44-3,0 0,-1 1,1-1,-1 1,1-1,-1 1,1 0,-1 0,1-1,-1 1,0 0,1 0,-1 0,0 0,0 1,0-1,0 0,0 0,0 1,0-1,0 1,-1-1,1 1,0-1,-1 1,1-1,-1 1,0-1,0 1,1 0,-1-1,0 1,-1 2,1 2,-1 0,0-1,0 1,0-1,-1 1,0-1,0 0,-3 6,-12 17,-1-2,-23 28,24-34,1 1,1 0,1 1,-16 35,17-30,10-22,0 1,0-1,0 1,1 0,0 0,0 0,1 0,0 0,0 1,0 11,1-16,1 0,-1 0,1 0,0 0,-1-1,1 1,0 0,0-1,0 1,1 0,-1-1,0 0,0 1,1-1,-1 0,1 1,0-1,-1 0,1 0,0 0,-1-1,1 1,0 0,0-1,0 1,2 0,3 1,1-1,-1 0,1 0,0 0,11-2,5 0,-1-1,31-8,-47 9,0-1,0-1,0 1,-1-1,1 0,-1-1,0 0,0 0,0 0,0 0,8-10,-1 2,2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10.35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0 102,'0'0,"8"0,3 0,16 0,15 0,2-9,5 6,-6-6,6 0,-10 6,4-8,-1 2,-6-6,-12-2,-3 1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10.73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1,'7'0,"0"0,0 1,0 0,0 1,0-1,-1 1,1 0,-1 1,1 0,-1 0,0 0,0 1,0 0,0 0,-1 0,0 1,6 6,-1 1,0 0,-1 1,0 0,-1 1,0 0,8 24,19 52,-17-39,1 8,-15-38,3 36,-4-14,-1-1,-3 1,-1 0,-2-1,-2 0,-2 0,-17 53,-6-15,-6-3,-10-1,-2 6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11.79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23 10,'-6'4,"6"-3,-1 0,0-1,0 1,1 0,-1-1,0 1,0-1,0 1,0-1,1 0,-1 1,0-1,-2 1,0-1,7 3,9-1,0-1,0-1,0 0,0 0,0-1,17-4,88-15,-109 19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12.15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61,'0'0,"8"0,-3 0,6 0,5 0,4 0,12 0,4 0,7 0,-5-8,-11 4,7-4,-6-7,-12-10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12.74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1301,'0'1,"0"1,1-1,-1 0,0 1,1-1,-1 1,0-1,1 1,0-1,-1 0,1 1,0-1,0 0,-1 0,1 1,0-1,0 0,0 0,1 0,0 1,8 8,-5-3,-1 0,0 1,6 13,-9-16,1 0,0 0,0 0,1 0,0 0,0-1,0 1,0-1,0 0,1 0,0 0,0-1,8 6,-10-7,1 0,0-1,0 0,0 0,0 0,0 0,0 0,0-1,0 1,0-1,0 0,0 0,0 0,0 0,0 0,0-1,4 0,-3-1,0 0,1 0,-1 0,0 0,0-1,0 1,0-1,0 0,-1 0,5-5,-1-1,0 0,-1 0,0 0,0-1,-1 1,-1-1,1-1,-2 1,4-14,-2-10,-2-1,-1 0,-1 1,-7-49,-1 32,-2-2,-5-8,4-4,-1-13,6 43,-9-72,-2-115,16 206,1 1,3-18,-2 25,0 1,0-1,1 0,6-12,-3 8,1 0,14-17,1 4,1 1,1 1,2 1,0 1,0 1,2 1,1 2,0 1,60-23,-30 19,-3 12,-39 7,0 2,1 0,-1 1,24 5,5 4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13.34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66 1,'103'0,"-101"0,0 0,0 0,-1 0,1 1,0-1,0 0,-1 1,1 0,0-1,0 1,-1 0,1 0,-1 0,1 0,-1 0,1 0,-1 0,3 3,-2-1,0 0,-1 0,1 0,0 0,-1 0,0 0,0 0,0 1,1 4,-1 2,0-1,-1 0,0 0,0 0,-1 0,-3 17,-29 74,9-35,9-12,1 8,-4 9,-54 212,53-193,7 1,4 211,14-220,-4-68,1-1,0 0,8 21,-7-24,1 0,0 1,0-2,1 1,7 8,-7-10,0-1,1 0,0 0,0-1,0 0,12 7,-8-7,-1-1,1 0,0 0,0-1,0 0,0-1,1-1,-1 1,1-2,-1 0,13-1,-6-1,0-1,1-1,-1-1,-1 0,1-1,21-11,26-20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13.97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77,'0'0,"0"-1,0 0,0 0,0 0,0 0,0 0,0 0,0 0,0 0,1 0,-1 0,0 0,1 0,-1 1,0-1,1 0,-1 0,1 0,-1 0,1 1,0-1,-1 0,1 1,0-1,-1 0,1 1,0-1,0 1,0-1,0 1,-1 0,1-1,0 1,0 0,1-1,5-1,9-4,0 1,0 1,0 1,1 0,18 0,-13 1,1-1,28-8,-46 9,1 0,-1 1,1 0,-1 0,1 0,0 1,-1 0,1 0,0 0,-1 1,1 0,0 0,-1 0,1 1,-1 0,6 2,2 1,-9-4,0 0,0 1,-1-1,1 1,-1 0,1 0,3 3,-6-4,0 0,0 0,0 0,-1 1,1-1,0 0,-1 0,1 0,-1 1,0-1,1 0,-1 1,0-1,0 0,1 1,-1-1,0 0,0 1,-1-1,1 0,0 1,0-1,-1 0,1 1,-1-1,0 2,-7 15,-1-1,0 0,-1 0,-1-1,-1 0,-19 20,17-20,0 1,1 0,1 1,-20 38,29-49,0 0,0 0,0 1,0 0,1-1,-2 15,4-20,0 0,0 0,0 0,0 0,1 0,-1 0,0 0,1-1,0 1,-1 0,1 0,0 0,0-1,0 1,0-1,0 1,0-1,0 1,1-1,-1 1,1-1,-1 0,1 0,-1 0,1 0,0 0,-1 0,1 0,0-1,2 2,1 0,0-1,0 1,0-1,0 0,1 0,-1-1,0 1,1-1,10-1,-5-2,0 0,0 0,18-8,-19 7,-8 4,0-1,-1 1,1-1,0 1,0-1,-1 0,1 0,-1 0,1 0,-1 0,1 0,-1 0,0-1,1 1,-1 0,2-3,3-11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14.38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27,'0'4,"0"1,8-2,4-3,12 0,3 0,-2-3,12-6,-6 6,6-6,-10 6,6-9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14.75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 42,'-1'-1,"1"0,0-1,0 1,0 0,0-1,0 1,0 0,0-1,1 1,-1 0,0 0,1-1,-1 1,1 0,0 0,-1 0,1-1,0 1,-1 0,1 0,0 0,1-1,1 1,0 0,0 1,0-1,0 1,0-1,0 1,0 0,0 0,3 0,2 0,29 0,40-6,-65 5,0 0,0 1,0 0,0 1,0 1,-1 0,1 0,-1 1,1 0,20 10,-28-11,1 1,-1-1,0 1,0 0,0 0,-1 0,1 1,-1-1,1 1,-1 0,-1 0,5 6,-5-6,-1-1,0 1,0 0,0 0,0 0,-1 0,1 0,-1 0,0-1,0 1,0 0,-1 0,1 0,-1 0,0 0,0 0,-3 5,0 1,-2 0,1 0,-1 0,0-1,-1 0,-9 10,-52 48,53-54,-167 144,177-153,4-3,1-1,-1 1,0-1,1 1,-1-1,1 1,-1 0,1-1,-1 1,1 0,-1-1,1 1,0 0,-1 0,1-1,0 1,0 0,-1 0,1 0,0-1,0 1,0 0,0 0,0 1,5 2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15.47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1 204,'0'-5,"2"0,-1 0,0 0,1 0,0 0,0 1,0-1,1 1,0-1,-1 1,7-7,-5 6,0-1,0 1,0-1,-1 0,0 0,2-8,-2 6,-1 1,1 0,8-14,2-5,-12 24,0 0,0 1,0-1,0 0,1 1,-1-1,0 1,1 0,-1-1,1 1,0 0,2-2,-4 3,1 0,-1-1,1 1,-1 0,1 0,-1-1,0 1,1 0,-1 0,1 0,-1 0,1 0,-1-1,1 1,-1 0,1 0,-1 0,1 0,-1 0,1 1,-1-1,1 0,-1 0,1 0,-1 0,1 0,-1 1,1-1,-1 0,0 1,1-1,-1 0,1 0,-1 1,0-1,1 1,-1-1,0 0,0 1,1-1,-1 1,0-1,0 1,1-1,-1 1,0-1,0 0,0 1,0 0,7 46,-1 0,-2 52,4 109,-9-185,2 0,0 0,1 0,10 39,-9-52,0-1,-1 1,0 0,0 13,-4-2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17.08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49,'13'0,"11"0,7 0,9 0,-8 0,-4-7,-4 2,9-8,-8 10,-4-1,-10-1,2 2,-2 3,-2-5,-1 1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17.56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88,'1'1,"-1"-1,1 1,-1 0,0 0,1-1,-1 1,1 0,0 0,-1-1,1 1,0-1,-1 1,1-1,0 1,-1-1,1 1,0-1,0 1,0-1,0 0,-1 0,1 1,0-1,0 0,0 0,0 0,0 0,0 0,-1 0,2 0,37-1,-30 1,3-1,-1 0,0-1,0-1,0 1,0-2,0 1,16-9,-12 5,32-8,-16 8,-20 6,-1-1,0-1,0 0,0 0,-1-1,1 0,13-8,-11 1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18.56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1 210,'0'21,"0"-21,1 1,0-1,0 1,0-1,0 1,0-1,0 0,0 0,0 1,0-1,0 0,0 0,0 0,0 0,0 0,0 0,0 0,0 0,0-1,0 1,0 0,0-1,0 1,-1 0,1-1,0 1,0-1,0 1,0-1,-1 0,1 1,0-1,0 0,0-1,0 0,0 0,0-1,0 1,0 0,1 0,-1 0,1 0,-1 1,1-1,0 0,0 0,3-2,-2 2,0-1,0 1,0-1,0 0,-1 0,3-4,16-27,-15 25,0-1,-1 0,1 0,-2 0,0-1,5-15,-8 22,2 0,-1-1,0 1,1 0,0 0,0 0,0 1,0-1,1 1,-1 0,1 0,6-4,-10 6,1 1,-1 0,1 0,-1 0,1 0,0-1,-1 1,1 0,-1 0,1 0,-1 0,1 0,-1 0,1 0,-1 1,1-1,0 0,-1 0,1 0,-1 0,1 1,-1-1,1 0,-1 0,0 1,1-1,-1 1,1-1,-1 0,0 1,1-1,-1 1,8 13,-8-12,6 11,-2 1,0-1,0 1,-1 0,1 26,-2-4,-5 41,3-42,1 0,7 41,0 2,2-6,-9-64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19.63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8 175,'-1'-3,"0"0,0 0,0 0,0 0,0 0,1 0,-1 0,1-5,0 6,1-1,0 1,0 0,0-1,0 1,0 0,1 0,-1 0,0 0,4-4,16-22,-17 22,1-1,-1 1,1 0,0 0,1 0,0 0,0 1,0 0,0 0,1 1,-1 0,1 0,8-3,-8 5,0 0,0 0,1 1,-1-1,1 2,-1-1,9 1,-15 0,1 0,0 1,-1-1,1 0,0 0,-1 1,1-1,0 1,-1 0,1-1,-1 1,1 0,-1 0,0 0,1 0,-1 0,0 0,0 1,0-1,0 0,0 0,0 1,0-1,0 1,0-1,0 1,-1-1,1 1,-1 0,1-1,-1 1,0-1,0 1,1 0,-1 0,0 1,-1 1,0 0,1 0,-1 0,0 0,-1 0,1 0,-1 0,0-1,-2 6,-11 25,8-6,-2 1,0-1,-2 0,-20 35,16-37,-10 28,22-47,1-1,0 1,0 0,0 0,1 0,0 0,0 1,1-1,0 0,0 8,1-13,-1 1,1 0,0 0,0 0,0-1,1 1,-1-1,0 1,1-1,0 1,-1-1,1 0,0 0,0 0,0 0,1 0,3 3,1-2,-1 1,1-1,0 0,0-1,1 0,11 2,-14-3,-4 0,0-1,0 1,1-1,-1 0,0 1,1-1,-1 0,0 0,1 0,-1 0,0 0,1 0,-1 0,0-1,1 1,-1 0,0-1,0 1,1-1,-1 0,0 1,0-1,0 0,0 0,2-1,12-15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20.02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93,'22'1,"-1"-1,0-2,0 1,0-2,0-1,0-1,-1 0,37-16,-37 13,30-9,1 0,-30 6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21.94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187 0,'-5'1,"0"0,0-1,1 2,-1-1,0 1,1-1,-6 4,-7 2,9-4,0 1,0-1,0 2,0-1,1 1,-11 9,14-11,1 0,0 0,0 0,0 1,0-1,0 1,1 0,0 0,0 0,0 0,0 0,1 0,-1 1,1-1,-1 7,-9 57,7-50,1 1,0-1,1 22,2-34,0 1,1-1,0 0,0 1,1-1,0 0,0 1,0-1,1 0,0 0,0-1,7 11,16 18,-5-4,48 50,-61-73,1 1,-1-1,1 0,1-1,-1 0,1 0,0-1,0 0,1-1,16 4,-22-6,-1-1,1-1,0 1,0-1,0 0,0 0,0 0,0-1,0 1,0-1,0-1,0 1,0-1,-1 0,1 0,-1 0,1 0,-1-1,0 0,0 1,5-6,-3 2,-1 0,0 0,0-1,-1 1,0-1,0 0,0 0,-1 0,0-1,-1 1,0-1,3-15,3-20,-5 30,0-1,-1 1,0-1,-1 0,-1 1,0-1,-3-18,2 26,-2-14,-1 0,-1 0,0 0,-2 1,0 0,-1 0,-15-25,18 36,-1 1,1 0,-1 0,0 1,0 0,-1 0,0 0,0 1,-14-8,16 10,-1 1,0 0,-1 0,1 0,0 1,0 0,-1 0,1 1,0-1,-1 1,1 1,-1-1,1 1,-9 2,3 1,0 1,1 0,0 1,0 0,0 0,-18 15,29-20,-38 28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23.82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1 265,'28'-11,"0"-1,-1-1,0-2,-1-1,43-33,-41 28,1 1,36-17,-18 11,-14 2,-11 3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25.49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1 289,'19'-100,"-18"97,0 0,0 0,0 1,0-1,1 0,-1 0,1 1,-1-1,1 0,0 1,0 0,0-1,0 1,1 0,2-2,6-3,-1 0,19-8,7-5,78-48,-110 65,1 1,0 0,-1 0,1 0,8-2,15-6,-25 7,-5 3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25.85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5,'-1'1,"1"0,0 0,0 0,0 1,0-1,1 0,-1 0,0 0,0 0,1 0,-1 0,0 0,1 0,0 0,-1 0,1 0,-1 0,1 0,0 0,0 1,1-2,0 1,0 0,0 0,0-1,-1 1,1-1,0 1,0-1,0 0,0 0,4 0,23-1,0-1,0-1,32-7,-29 4,49-1,-28 4,-32 2,0 2,-1 0,1 2,-1 0,37 11,-39-6,1 3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26.48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316 1,'-18'1,"1"0,0 1,0 1,0 1,-18 6,29-7,0 0,0 0,0 0,0 1,0 0,1 0,0 0,0 1,-8 8,-39 54,45-56,-3 3,1 1,0 0,1 0,1 1,1-1,-8 30,11-34,1-1,1 1,0 1,0-1,1 0,0 0,1 0,1 0,-1 0,2 0,4 13,-5-18,1 0,-1-1,1 1,1-1,-1 0,1 0,0 0,0-1,0 1,1-1,-1 0,1-1,0 1,1-1,-1 1,0-2,1 1,-1-1,1 1,0-1,0-1,0 1,7 0,4 0,0-1,0 0,1-1,-1-1,0-1,33-7,-32 4,-1-1,0-1,0-1,22-14,-26 15,-4 1,0 0,0 0,0-1,0 0,-1-1,-1 0,1 0,-1-1,-1 0,1 0,-1 0,-1-1,0 0,0 0,3-14,-5 17,-2 0,1-1,-1 1,0 0,0-1,-1 1,0-1,0 1,-1 0,0-1,0 1,-1 0,0-1,0 1,-1 0,0 1,0-1,-1 0,1 1,-1 0,-1-1,1 2,-9-10,5 8,1 0,-1 0,-1 0,1 1,-1 0,0 1,0 0,-1 0,1 1,-1 1,0-1,0 1,-1 1,1 0,0 1,-1 0,1 0,-1 1,-18 2,-51 13,43-7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27.00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53,'1'0,"0"0,0 0,0 0,0 0,0 1,-1-1,1 0,0 1,0-1,-1 0,1 1,0-1,0 1,-1-1,1 1,1 1,10 6,1-4,0-1,0 0,1-1,0 0,-1-1,1 0,23-3,100-19,-70 8,106-24,-164 34,2-5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27.40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0 129,'35'-3,"-1"-1,0-1,0-2,65-22,47-11,-111 34,-20 5,0-2,0 0,0-1,19-8,-9 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27.90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295 1,'-29'0,"12"-1,1 1,-20 3,30-2,0 0,1 1,-1 0,1 0,-1 0,1 0,0 1,-1 0,-6 6,-1 1,0 0,1 1,1 0,-13 17,19-21,-1 1,2 0,-1 0,1 0,0 1,1-1,0 1,-3 17,-3 14,6-31,0 0,1 1,0-1,1 0,0 1,0-1,1 1,1-1,-1 0,2 1,-1-1,5 16,0-11,-1 1,2-1,0-1,17 25,-19-32,0 0,1 0,-1-1,1 0,1 0,-1 0,1-1,0 0,0 0,0-1,13 5,-11-5,0 0,0-1,0 0,0-1,0 0,0-1,0 1,1-2,-1 1,0-1,0-1,0 0,0 0,0 0,-1-1,1-1,-1 0,1 0,-1 0,0-1,-1 0,1-1,-1 1,0-1,-1-1,1 1,-1-1,-1-1,1 1,-1-1,0 0,-1 0,0 0,0 0,-1-1,0 0,-1 0,3-15,-3 11,2-11,-1 0,0-31,-3 48,-1 0,0 0,0 0,0 0,-1 1,0-1,0 0,0 1,-1-1,0 1,0 0,-7-9,0 3,1 1,-1 0,-1 0,-20-15,-3 4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53.20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54,'30'-9,"0"2,0 1,1 1,44 0,131-12,-162 14,5 2,9 2,4 7,-53-6,0 0,-1 1,1 0,8 5,-14-7,0 1,0 0,0 0,0 0,0 0,-1 0,1 1,-1-1,0 1,3 3,-4-4,0 0,0 0,0 0,0 0,0 1,-1-1,1 0,-1 1,1-1,-1 0,0 1,0-1,0 4,-2 2,1 0,-2 0,1-1,-1 1,0-1,0 1,-8 10,-34 45,-180 182,216-237,0 1,-29 32,19-17,7 0,12-22,-1 0,1 0,-1 0,1 0,0 0,0 0,0 0,0 0,0 3,1-3,-1 0,1 0,-1 0,1-1,0 1,0 0,0-1,0 1,0-1,0 1,0-1,3 3,-1-2,0 1,1-1,-1 1,1-1,0 0,0 0,5 1,4 1,0 0,18 1,57 5,123-2,-177-8,-1-1,1-1,-1-2,1-2,33-9,-67 14,0 1,0 0,1 0,-1-1,0 1,0 0,0 0,0 0,0-1,0 1,0 0,0 0,0-1,0 1,-1 0,1 0,0-1,0 1,0 0,0 0,0 0,0-1,0 1,-1 0,1 0,0 0,0-1,0 1,0 0,-1 0,1 0,0 0,0 0,0-1,-1 1,1 0,0 0,0 0,-1 0,1 0,0 0,-13-6,-6 11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53.60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25 37,'-24'0,"27"-1,1 1,-1-1,1 0,-1 0,0-1,0 1,1-1,-1 1,3-3,-2 1,1 0,-1 1,1 0,0 0,8-2,17 0,0 3,0 0,42 5,44-1,-72-5,2 1,8 1,12-1,12-2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54.03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10,'7'0,"280"-8,-275 7,0 1,0-1,-1 2,1 0,0 0,0 1,0 1,-1 0,0 0,1 1,-1 0,0 1,-1 1,13 7,-9-1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54.43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43,'2'0,"48"1,0-2,0-3,63-12,-112 16,23-5,0 0,39-1,-15 2,-8 1,7 6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55.40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453 52,'-27'-1,"14"0,0 1,0 0,0 1,0 0,0 1,0 1,0 0,-14 6,15-5,0 1,1 1,-1 0,1 1,1 0,-1 0,1 1,0 1,-14 15,15-13,-1-1,-13 11,9-8,0 0,1 1,0 1,1 0,-12 19,2 3,19-30,0 0,1 0,-1 0,-1 14,3-13,0 1,1 0,0 0,2 14,-1-14,1 0,0-1,1 1,0 0,4 7,-2-7,0 1,0-2,1 1,14 15,-11-15,0 0,1 0,1-1,16 11,-13-12,0 0,0 0,29 8,-21-10,0 0,0-1,0-2,1 0,-1-1,0-1,1-2,-1 0,0-1,0-1,0-1,0-1,-1-1,35-16,-45 15,1 1,-1-1,-1-1,1 0,-2-1,1 0,-1 0,-1-1,0 0,0 0,-1-1,-1 0,0 0,0-1,5-20,-9 24,0-1,-1 1,-1-1,0 0,0 0,0 1,-1-1,-1 0,-4-14,2 7,-2 0,0 1,-1-1,-13-20,11 22,-1 1,-1-1,0 2,-1-1,0 2,-1 0,-1 0,-19-12,7 8,-1 1,-1 1,-54-19,78 32,0-1,0 1,0 0,-1 0,1 0,0 0,-1 1,1 0,0 0,-1 0,1 0,0 1,-9 1,1 3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56.08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12 17,'-12'0,"29"0,32 0,62-2,103 3,-169 0,7-1,11-3,0-10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56.66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106 1,'7'0,"-1"1,0 0,0 1,0 0,0 0,7 3,13 5,64 6,60 39,-93-33,-50-19,-1 0,0 0,0 0,0 1,0-1,0 1,-1 1,1-1,-1 1,8 9,-12-12,0 0,0 0,1 0,-1 1,-1-1,1 0,0 0,0 0,-1 1,1-1,-1 0,0 1,0-1,0 1,0-1,0 0,0 1,-1-1,1 0,-1 0,0 1,1-1,-1 0,0 0,0 0,-1 0,1 0,0 0,-1 0,1 0,-1 0,1-1,-1 1,0 0,-3 1,-16 14,-2-1,0-1,-1-2,-36 16,-9 6,-203 105,242-120,29-20,0 1,0-1,0 1,0 0,0-1,1 1,-1 0,0 0,0 0,1 0,-1 0,1-1,-1 1,1 0,-1 0,1 0,0 0,-1 1,1-1,0 0,0 0,0 0,-1 0,1 0,1 0,-1 0,0 0,0 0,0 0,0 0,1 1,-1-1,0 0,1 0,0 1,13 7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57.12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304 607,'-6'14,"-6"12,11-25,1-1,-1 1,1 0,-1 0,0 0,1-1,-1 1,0 0,0-1,0 1,0 0,1-1,-1 1,0-1,0 0,0 1,0-1,0 0,0 1,0-1,-2 0,2 0,0 0,1 0,-1 0,0 0,0 0,0 0,0-1,0 1,1 0,-1 0,0-1,0 1,1-1,-1 1,0 0,0-1,1 0,-1 1,0-1,1 1,-1-1,1 0,-1 0,-6-21,1 2,-56-111,-17-33,59 114,3-6,0-12,-4-5,2 7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57.80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20 191,'0'1,"0"0,-1 1,0-1,1 1,-1-1,0 0,1 0,-1 1,0-1,0 0,0 0,0 0,0 0,-1 0,1 0,0 0,-3 1,2-1,11-3,-5 0,0 0,1 0,-1-1,1 0,-1 0,0 0,0-1,0 0,6-7,10-9,-8 9,21-24,-26 26,0 1,1 0,0 1,0 0,0 0,12-7,-3 5,0 0,1 1,25-7,-36 13,-1 0,1 1,-1 0,1 0,-1 0,1 1,0 0,-1 1,1-1,0 1,-1 0,1 1,10 3,-15-4,-1-1,0 1,1 0,-1 0,1 0,-1 0,0 0,0 0,1 0,-1 0,0 1,0-1,0 0,0 1,0-1,-1 0,1 1,0-1,-1 1,1 0,-1-1,1 1,-1-1,0 1,0 0,0-1,0 1,0 0,0-1,0 1,0-1,-1 1,1 0,0-1,-1 1,0 1,-3 6,0 0,-1-1,0 1,-9 13,13-22,-7 12,-8 8,2 1,1 1,0 0,-14 36,27-57,1 0,-1-1,0 1,0 0,1 0,-1 0,1 0,-1-1,1 1,-1 0,1 0,-1-1,1 1,0 0,-1-1,1 1,0-1,0 1,0-1,-1 1,1-1,0 0,0 1,0-1,0 0,0 0,0 1,28 8,78 10,-75-13,9 5,10 5,-37-11,0 1,15 9,-19-9,0 1,-1 0,13 12,-16-14,-1 1,1 0,-1 0,-1 1,7 11,-9-15,0 1,-1 0,1 0,-1 0,0 1,0-1,-1 0,1 0,-1 0,0 7,-1-6,1-1,-1 1,0-1,0 1,-1-1,1 0,-1 0,0 0,0 0,-3 4,0-2,0 1,-1-2,1 1,-1 0,-12 8,1-3,0-1,0-1,0-1,-22 8,-74 18,93-28,-1 0,1-2,-1 0,0-2,0 0,-1-2,-30-2,36-2,5-4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58.43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324 277,'-1'-3,"1"0,0 1,-1-1,1 0,-1 0,0 1,0-1,0 1,0-1,-2-2,-7-16,8 13,-1 0,-1 0,1 1,-1 0,0-1,-1 2,0-1,0 0,0 1,-1 0,0 0,0 0,0 1,-1 0,0 0,0 1,0 0,0 0,-1 1,0 0,1 0,-1 0,0 1,-1 1,-8-2,9 2,-1 0,0 0,0 1,0 0,1 1,-11 1,16-1,0 0,0 0,0 0,0 0,0 0,0 0,0 1,1-1,-1 1,0 0,1 0,-1 0,1 0,0 1,0-1,0 1,0-1,0 1,-3 5,3-3,-1 1,1 0,1-1,-1 1,1 0,0 0,0 0,0 0,1 1,0-1,0 0,1 0,0 0,0 0,0 0,1 0,-1 0,1-1,1 1,-1 0,1-1,0 0,1 0,-1 0,1 0,0 0,0 0,0-1,1 0,-1 0,1 0,0-1,0 0,1 0,-1 0,1 0,-1-1,1 0,8 2,-10-3,0-1,0 1,0-1,0 0,0 0,0-1,0 1,0-1,0 0,0 0,-1-1,1 1,0-1,-1 1,1-1,-1 0,4-3,-1 1,0 0,-1-1,0 0,0 0,0-1,0 1,-1-1,6-9,1-9,-1-1,-1-1,-1 1,-1-1,-1-1,3-38,-9 64,8-32,-10 30,-2 11,-3 17,7 0,0 0,1-1,6 33,1 18,-8-60,1 0,1 0,0 0,1 0,0 0,2-1,-1 1,2-1,12 23,-16-33,2 4,0-1,1 1,0-1,0 0,0 0,1-1,0 1,1-1,8 6,-3-6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58.83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73 578,'1'0,"0"0,0 0,0 0,1 0,-1 0,0 0,0 0,0-1,0 1,1 0,-1-1,0 1,0-1,0 1,0-1,0 1,0-1,0 0,0 1,1-3,-1 1,0 0,0-1,0 1,0-1,-1 1,1-1,-1 1,1-5,1-20,-3-37,1 27,-2 11,-1 0,-1 0,-1 1,-9-28,-7-37,18 74,0-5,-1 0,-1 1,-1-1,-9-22,-4 17,26 25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59.24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0,'0'46,"5"-42,0 0,0 0,0-1,1 0,0 0,0 0,9 3,6-1,-1-1,1-1,0-1,27 0,35 3,-49 1,-21-3,-1-1,19 2,-14-6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59.58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156 516,'-1'-2,"1"1,0 0,-1 0,1-1,-1 1,1 0,-1 0,0 0,1 0,-1 0,0 0,0 0,-1-1,-8-12,-16-37,20 41,0 0,1-1,0 0,1 0,-4-15,-17-71,-6-27,25 93,1 11,2-1,-2-35,5 51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39:59.95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40,'224'0,"-212"0,-1-1,1 0,-1-1,0 0,0-1,0 0,0-1,0 0,12-8,-11 4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00.35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82 113,'0'1,"-1"0,1 0,0 0,0 0,0 0,0 0,0 0,0 0,0 0,1 0,-1 0,0 0,0 0,1-1,-1 1,1 0,-1 0,1 0,-1 0,1-1,-1 1,1 0,0 0,-1-1,1 1,0-1,-1 1,1 0,0-1,0 1,0-1,0 0,0 1,-1-1,1 0,0 0,0 1,0-1,0 0,0 0,0 0,0 0,0 0,1 0,12 1,-1 0,0-1,1-1,18-2,-27 2,0 0,0 0,1 0,-1-1,0 1,0-1,-1-1,1 1,0-1,-1 0,0 0,1 0,-1 0,4-5,-7 6,0 0,0-1,0 1,0 0,-1-1,1 1,-1-1,1 1,-1 0,0-1,0 1,0-1,0 1,-1-1,1 1,-1-1,1 1,-1 0,0-1,0 1,0 0,-2-4,2 3,-1 0,1 0,-1 0,1 1,-1-1,0 1,0-1,-1 1,1-1,0 1,-1 0,0 0,1 0,-1 1,0-1,-5-2,1 4,0-1,0 1,0 0,-1 0,1 1,0 0,0 0,0 1,0 0,0 0,1 1,-1 0,1 0,-1 0,1 1,0 0,0 0,-6 6,3-3,1 1,0-1,1 1,0 1,0-1,1 1,0 1,0-1,1 1,1-1,-6 15,8-15,0 0,1 0,0 0,1 1,-1-1,2 0,-1 1,1-1,1 0,0 0,0 0,0 0,1 0,1-1,7 15,-5-12,1-1,0 0,0 0,1 0,0-1,1-1,0 1,0-1,1-1,0 0,14 8,-13-9,0-1,0 0,1-1,-1 0,22 4,-7-4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00.76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69 499,'-1'0,"0"-1,-1 1,1 0,0-1,0 1,0 0,0-1,0 0,0 1,0-1,0 1,0-1,1 0,-1 0,0 0,0 1,0-1,1 0,-1 0,1 0,-1 0,0 0,1 0,0 0,-1 0,1 0,0-1,-1 1,1 0,0 0,0 0,0-2,-1-9,1 0,1-18,0 10,-1-5,-1-20,2-1,13-77,-11 105,-1 0,0-18,3-29,-4 53,-1 4</inkml:trace>
  <inkml:trace contextRef="#ctx0" brushRef="#br0" timeOffset="1">1 121,'22'10,"7"1,-9-7,28 6,1-2,1-2,73 0,-115-5,0-2,27-11,-3 1,-4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01.11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245 42,'-2'-2,"0"1,0-1,0 1,0-1,0 1,0 0,-1-1,1 1,0 1,-1-1,1 0,-1 0,1 1,-1 0,-3-1,-9-2,0-1,0 1,0 1,0 0,0 1,-29 2,41-1,0 1,1 0,-1 0,1 0,-1 1,1-1,-1 1,1-1,0 1,-1 0,1 0,0 0,0 0,0 0,1 0,-1 0,-2 4,0 1,0 0,0 1,1-1,-5 15,6-14,1 0,0 0,1 0,0 0,0 0,1 0,0-1,0 1,1 0,0 0,0-1,1 1,5 11,-6-17,-1 1,0-1,1 0,0 0,-1 0,1 0,0 0,0 0,0 0,0-1,0 1,1-1,-1 1,0-1,1 0,-1 0,1 0,0 0,-1 0,1-1,-1 1,1-1,0 0,3 0,0 0,1 0,-1 0,0-1,1 0,-1 0,0-1,0 0,0 0,8-4,-4 1,0-1,-1 0,0 0,0-1,0-1,-1 1,0-1,-1-1,10-12,-8 7,-1 0,0-1,-1 1,-1-2,8-27,-4 17,-6 18,-6 18,-2 13,-3 30,5-30,-8 38,4-32,1 0,1 1,2 0,1-1,2 1,1 0,9 48,-8-54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02.23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308 539,'-19'-5,"-1"1,0 1,0 0,1 2,-32 1,42 0,3 0,1 1,-1 0,0 0,0 1,1-1,-1 1,1 1,-1-1,1 1,0-1,0 2,0-1,1 0,-1 1,1 0,0 0,0 0,0 1,0-1,-4 9,2-4,1 0,0 1,0-1,1 1,1 0,-1 0,2 0,-1 1,2-1,-1 0,1 12,1-17,0-1,1 1,-1-1,1 0,0 1,0-1,1 0,0 1,-1-1,1 0,0 0,1 0,-1-1,1 1,0 0,0-1,0 0,0 0,1 0,-1 0,1 0,-1-1,1 1,0-1,0 0,0 0,1-1,5 3,-3-2,1 0,-1-1,0 0,1 0,-1 0,0-1,1 0,-1-1,1 1,-1-1,0-1,1 0,-1 0,0 0,0-1,8-4,-7 2,-1 0,-1-1,1 0,-1 0,0-1,0 0,-1 0,0 0,7-14,18-23,-6 16,-13 16,-1 0,0-1,0 0,-1-1,-1 0,0-1,6-16,-5-4,-1 0,-2-1,-1 0,-2 0,-2-38,1 0,2-37,-2 36,-3 53,-15 54,9-9,1 0,1 0,1 1,-2 32,-2 17,-8 35,9-52,6-34,1 1,1 0,1 0,1-1,2 1,11 37,-6-26,17 49,-22-73,-1 0,1-1,1 1,0-1,12 15,-16-23,-1 1,1 0,0-1,0 1,0-1,-1 1,2-1,-1 0,0 0,0 0,0 0,0 0,1-1,-1 1,0 0,1-1,-1 0,0 0,3 0,32 1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02.62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103 183,'115'-43,"-88"35,0-1,-1-1,0-2,-1 0,34-23,-59 35,1-1,0 1,0-1,-1 1,1-1,0 0,-1 1,1-1,-1 0,1 0,-1 0,1 1,-1-1,1 0,-1 0,0 0,0 0,1 0,-1 0,0 1,0-1,0 0,0 0,0 0,0 0,0 0,0 0,0 0,-1 0,1 0,0 0,0 1,-1-1,1 0,-1 0,1 0,-1 1,1-1,-1 0,-1-1,1 0,-1 1,0-1,0 0,0 0,0 1,0 0,-1-1,1 1,0 0,-1 0,1 0,-1 0,1 0,-4 0,-5 1,0 0,0 1,0 0,0 1,0 0,0 0,0 1,0 1,1 0,-19 10,-3 3,2 2,-30 23,47-32,0 0,0 1,1 1,1 0,0 0,-13 19,22-27,0 0,-1 0,1 0,1 1,-1-1,1 1,0-1,0 1,0 0,0-1,1 8,0-9,1 1,-1 0,1-1,0 1,0-1,0 1,1-1,-1 1,1-1,0 0,0 0,0 0,0 0,1 0,-1-1,5 5,5 3,1 0,0-1,0-1,1 0,0 0,0-2,19 7,7 0,63 10,-51-15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03.60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535 452,'-8'-2,"1"1,0-1,0 0,0 0,1-1,-1 0,0 0,-11-9,-2 1,-6-2,-41-25,60 35,1-1,0 1,-1 0,1 0,-1 1,0 0,0 0,0 1,0 0,0 0,-1 0,1 1,0 0,0 0,0 1,0 0,0 1,-11 2,5 1,0 0,0 1,0 0,0 1,1 0,1 1,-1 1,-12 11,-5 11,23-22,0-1,1 1,-5 9,5-7,1 0,-6 22,8-21,0-1,1 1,0 18,2-20,0 1,1-1,0 1,0-1,2 0,-1 0,1 0,0 0,1-1,1 0,-1 0,1 0,1-1,-1 1,1-2,1 1,0-1,0 0,0 0,1-1,0 0,0-1,0 0,1-1,-1 1,1-2,0 0,1 0,-1 0,0-1,1-1,-1 0,1 0,0-1,-1-1,13-1,-12 0,-1 0,1-1,-1-1,0 1,0-2,-1 1,1-1,-1-1,0 0,0 0,-1 0,10-11,-9 7,0 0,-1-1,0 0,0 0,-1-1,-1 0,0 0,-1-1,5-15,-1-3,-2 1,-1-1,-1 0,-1 0,-2-56,-18-259,16 339,-4-31,3 34,1 24,-9 73,-10 212,9-198,-2 52,12-133,1-1,1 1,1 0,6 25,-8-45,1 0,0 0,0 0,0 0,0-1,1 1,0-1,0 0,1 0,0 0,0 0,0 0,0-1,0 0,10 7,-12-10,-1 0,1-1,0 1,-1-1,1 1,0-1,0 0,0 0,-1 0,1 0,0 0,0 0,0 0,-1-1,1 1,0 0,3-2,-1 0,-1 1,1-1,0 0,-1 0,1 0,3-4,7-9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04.07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1 171,'48'1,"-19"0,1-1,0-2,31-5,-50 4,0 0,-1-1,0-1,0 0,0 0,0-1,8-7,14-7,-27 16,0 1,0-1,0 0,0 0,-1 0,8-10,-11 13,0 0,0 0,0 0,-1 0,1 0,0 0,-1-1,1 1,-1 0,1 0,-1-1,0 1,1 0,-1 0,0-1,0 1,0 0,0-1,0 1,0 0,0-1,-1 1,1 0,0 0,-1-1,1 1,-1 0,1 0,-1 0,0 0,1-1,-1 1,0 0,0 0,0 0,0 1,0-1,0 0,-1-1,-2 0,0 0,0 0,-1 0,1 0,0 1,-1 0,1 0,-1 0,0 0,1 1,-1 0,1 0,-1 0,0 0,1 1,-1 0,1 0,-1 0,1 0,-1 1,-5 3,-6 2,2 1,-1 1,1 0,-20 16,21-14,0 1,1 0,0 1,1 1,-16 24,22-29,0 0,0 1,1-1,0 1,0 0,1 0,1 1,-1-1,2 1,-1 16,2-22,0 1,1-1,0 1,1-1,-1 1,1-1,0 0,0 1,0-1,1 0,0-1,0 1,0 0,1-1,-1 0,1 1,0-2,0 1,1 0,-1-1,1 0,0 0,6 3,2 1,1-1,1 0,-1-1,1 0,0-2,0 1,21 0,-32-3,15 1,-1 0,1-1,0-1,-1 0,1-2,0 0,31-8,-14-2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05.46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385 151,'4'-4,"-2"3,1-1,-1 0,0 1,0-1,-1 0,1 0,0 0,0 0,-1 0,1 0,-1 0,0-1,0 1,0-1,0 1,0-1,0 1,-1-1,1 1,-1-1,0 0,0 1,0-1,0-4,0 1,0 1,0-1,-1 1,0-1,0 1,-3-10,3 13,0 0,0 0,0 0,0 0,-1 1,1-1,0 0,-1 1,1-1,-1 1,0-1,0 1,1 0,-1 0,0 0,0 0,0 0,0 0,0 1,0-1,-4 0,-11-2,0 0,0 2,1 0,-1 0,0 2,-33 5,49-6,-1 0,1 0,-1 1,1-1,0 0,0 1,-1-1,1 1,0 0,0-1,0 1,-2 1,3-1,0-1,0 1,0 0,0 0,0-1,0 1,0 0,0 0,0-1,1 1,-1 0,0 0,0-1,1 1,-1 0,1-1,-1 1,0 0,1-1,-1 1,1-1,0 2,1-1,0 1,0 0,1-1,-1 0,0 1,1-1,-1 0,0 0,1 0,0 0,-1-1,1 1,-1-1,6 1,10 3,-5-4,-13 0,0 0,0 1,0-1,0 0,0 0,0 0,0 0,0 0,0 0,0 0,0 0,0 0,0 0,0 0,0 0,0 0,0 0,0 1,0-1,0 0,0 0,0 0,0 0,0 0,0 0,0 0,0 0,1 0,-1 0,0 0,0 0,0 0,0 0,0 0,0 0,-6 2,-29-2,32 0,3-4,-2-1,-1-14,3 18,-1 1,1 0,0-1,0 1,-1 0,1 0,0-1,0 1,-1 0,1-1,0 1,-1 0,1 0,0 0,-1 0,1-1,0 1,-1 0,1 0,0 0,-1 0,1 0,-1 0,1 0,0 0,-1 0,1 0,-1 0,1 0,-1 0,-12 1,12-1,-14 2,0 0,0 1,0 1,0 0,-20 10,28-11,1 0,-1 1,1 0,0 0,0 1,0 0,1 0,0 0,0 1,0-1,0 1,1 0,-4 9,5-10,0 0,1 0,0 0,1 1,-1-1,1 0,0 1,0 0,1-1,-1 1,1-1,0 1,1 0,0-1,-1 1,3 6,0-6,-1 1,1-1,1 0,-1 0,1 0,0 0,0-1,1 1,-1-1,1 0,0-1,1 1,6 4,5 2,0-1,0 0,1-1,29 10,-38-16,0 0,0-1,1 0,-1 0,1-1,0 0,-1-1,1 0,0-1,-1 0,16-3,43-24,-53 21,1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05.86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35 582,'0'-38,"12"-277,-10 296,-2 0,-1 0,0 1,-1-1,-8-30,3 11,6 37,1-1,-1 0,1 0,-1 1,0-1,1 0,-1 1,0-1,0 1,0-1,0 1,0 0,-1-1,-1-1,-9-12,12 15,0-1,0 1,0-1,0 1,1 0,-1-1,0 1,0 0,1-1,-1 1,0 0,1-1,-1 1,0 0,1-1,-1 1,0 0,1 0,-1 0,1-1,-1 1,0 0,1 0,-1 0,1 0,-1 0,1 0,-1 0,1 0,-1 0,0 0,1 0,-1 0,1 0,0 0,20-1,-13 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06.47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388 53,'-6'-1,"0"0,0 0,1 0,-1-1,0 0,-8-3,-26-8,-94 6,127 6,0 1,1-1,-1-1,0 1,-11-5,-3-1,20 7,1 0,-1-1,0 1,1 0,-1 0,1 0,-1 0,0 0,1 0,-1 0,1 0,-1 0,0 0,1 0,-1 0,1 0,-1 0,0 1,1-1,-1 0,1 0,-1 1,1-1,-1 0,1 1,-1-1,1 1,-1-1,1 0,0 1,-1-1,1 1,0-1,-1 1,1 0,0-1,0 1,-1-1,1 1,0-1,0 1,0 0,0 0,0 1,0-1,0 0,0 0,0 1,0-1,1 0,-1 1,0-1,1 0,-1 0,1 0,-1 0,1 1,0-1,-1 0,1 0,0 0,0 0,0-1,0 1,0 0,1 1,25 17,-1 1,42 44,-24-22,-19-19,8 6,-2 1,38 48,-67-74,1 0,-1 1,1-1,-1 1,-1 0,3 5,-4-9,1 1,-1-1,0 0,1 0,-1 0,0 1,0-1,0 0,0 0,0 1,0-1,0 0,0 1,-1-1,1 0,0 0,-1 0,1 1,-1-1,1 0,-1 0,0 0,1 0,-1 0,0 0,0 0,0 0,-1 1,-5 1,-1 0,1 0,-1 0,0-1,0 0,0-1,0 0,0 0,0 0,0-1,0-1,0 1,-10-3,-12-3,0-1,-31-12,51 15,-54-21,40 15,-33-10,56 19,-1 1,1 0,-1-1,1 1,-1-1,1 1,0-1,-1 0,1 0,0 0,-3-1,4 1,0 1,0 0,0 0,0-1,0 1,0 0,0 0,0-1,0 1,0 0,0-1,0 1,0 0,0 0,0-1,0 1,0 0,0 0,0-1,0 1,0 0,1 0,-1-1,0 1,0 0,0 0,0-1,1 1,-1 0,0 0,0 0,1 0,-1-1,0 1,0 0,1 0,36-15,-26 11,22-7,10 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06.92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121 606,'0'-49,"1"11,-1 1,-9-59,-3 28,2 10,-27-90,27 115,-8-43,18 77,0-1,0 0,0 0,0 0,0 0,0 0,0 1,-1-1,1 0,0 0,0 0,0 0,0 0,0 0,-1 0,1 0,0 0,0 0,0 0,0 0,-1 0,1 0,0 0,0 0,0 0,0 0,-1 0,1 0,0 0,0 0,0 0,0 0,-1 0,1 0,0 0,0 0,0 0,0 0,0 0,-1 0,1-1,0 1,0 0,0 0,0 0,0 0,0 0,0-1,-1 1,1 0,0 0,0 0,0 0,0 0,0-1,0 1,0 0,0 0,0 0,0 0,0-1,0 1,-3 3,-12 4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07.31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296 121,'0'-3,"0"-1,1 1,-2 0,1-1,0 1,-1 0,1-1,-1 1,0 0,0 0,-1 0,1 0,0 0,-1 0,0 0,0 0,0 1,0-1,0 1,0-1,-1 1,1 0,-1 0,0 0,1 0,-1 0,0 1,0-1,0 1,0 0,0 0,-5-1,-3-1,0 1,-1 0,1 0,-1 1,1 1,-1 0,0 1,1 0,-21 5,27-5,-1 1,0 1,1-1,0 1,-1 0,1 0,0 0,0 1,1 0,-1 0,1 0,0 1,0-1,0 1,1 0,-1 0,1 0,1 0,-1 1,-3 8,5-9,0 0,0 0,0 0,0 0,1 0,0 0,0 0,0 1,0-1,1 0,0 0,0 0,0 0,1-1,0 1,0 0,0 0,0-1,1 0,0 1,4 5,-1-3,1 0,-1 0,1 0,0-1,1 0,0 0,0-1,0 0,0-1,15 6,-11-5,0-1,0-1,1 0,-1 0,1-1,0-1,25 0,-33-2,0 1,0-1,0 0,0-1,0 1,0-1,-1 0,1 0,-1 0,1-1,-1 0,0 0,0 0,0 0,0 0,0-1,-1 0,0 0,1 0,-1 0,-1 0,5-9,-5 8,0-1,-1 0,1 0,-1 0,-1 1,1-1,-1 0,0 0,0 0,-1 0,0 0,0 0,0 0,-3-6,-1-5,-2-1,0 1,-11-21,12 28,-1-1,-12-14,17 22,0 0,0 1,-1 0,1-1,-1 1,1 0,-1 0,0 0,0 1,0-1,0 1,0-1,0 1,-4-1,-6 2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07.77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1 372,'0'20,"0"-29,-1-2,1 1,1 0,0-1,0 1,1-1,0 1,0 0,8-17,2 5,2 0,19-25,6-8,-30 43,-1 0,2 1,0 0,0 0,1 1,0 1,1 0,0 0,0 1,1 1,17-8,-28 14,0 0,0 1,1 0,-1-1,0 1,0 0,0 0,0 0,0 0,0 1,1-1,-1 1,0-1,0 1,0-1,0 1,0 0,0 0,-1 0,1 0,0 1,0-1,-1 0,1 1,-1-1,1 1,-1 0,0-1,3 5,3 4,0 0,-1 1,8 18,-10-15,0-1,0 1,-2 0,1 0,-2 0,0 1,-1-1,-1 17,0 3,1-24,-1 0,1-1,-2 1,0 0,0 0,-1-1,0 0,-6 14,9-22,-1-1,1 1,0-1,-1 1,1-1,-1 1,0 0,1-1,-1 0,1 1,-1-1,0 1,1-1,-1 0,0 1,1-1,-1 0,0 0,0 0,1 1,-1-1,0 0,1 0,-2 0,-9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09.29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1,'0'0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09.73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1,'0'0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40:10.10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9,'90'-8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28.23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1 154,'26'-17,"-19"12,-1 0,1 1,0 0,1 1,-1-1,1 1,-1 1,12-3,43-7,48-5,-23 3,-82 13,49-8,9-2,8 1,-6-1,-25-5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29.06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308 86,'0'25,"-1"-24,0-1,1 1,-1-1,0 1,0-1,0 1,0-1,0 0,1 1,-1-1,0 0,0 0,0 0,0 0,0 1,0-1,0 0,0-1,0 1,0 0,0 0,0-1,-3 1,-6 1,1 0,-1 1,0 0,0 0,1 1,-1 0,1 1,0 0,0 1,1-1,-1 2,-10 8,8-6,1 0,0 1,1 1,0-1,1 2,0-1,0 1,-11 22,1 3,11-25,2-1,0 1,0 0,0 1,2-1,-1 1,2 0,-1-1,0 14,4-19,0 0,0 0,1 1,0-1,0-1,0 1,1 0,0-1,0 1,0-1,1 0,0 0,-1 0,2 0,-1-1,1 1,-1-1,1-1,0 1,1 0,9 4,-6-4,0 0,1 0,-1 0,1-1,0-1,0 0,0 0,0-1,0 0,1-1,-1 0,0 0,0-1,0-1,1 0,-1 0,-1-1,1 0,0-1,-1 0,0 0,0-1,0 0,0-1,-1 0,0 0,0-1,-1 1,1-2,-2 1,1-1,-1-1,6-9,-3 4,-1-1,0-1,-1 1,-1-1,0 0,-1 0,-1-1,-1 0,2-18,-4 11,-1 1,-1 0,-1-1,-1 1,-2 0,-10-36,13 54,0 0,0 1,0-1,-1 0,0 1,0 0,0 0,0 0,0 0,-1 0,0 1,0-1,0 1,0 0,0 0,-1 1,1-1,-9-2,5 2,-1 0,0 1,0 0,0 1,0-1,0 2,0 0,0 0,-14 2,21-2,0 0,0 0,0 1,1-1,-1 1,0-1,1 1,-1 0,0 0,1 0,-1 0,1 0,-1 0,-1 2,-2 8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29.78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44 846,'-14'-8,"12"7,0 0,0 0,0 0,0 0,0 0,1 0,-1-1,0 1,1-1,-1 1,1-1,-1 0,1 0,0 1,-2-5,2 3,1-1,0 0,0 1,0-1,1 1,-1-1,1 1,0-1,0 1,0-1,0 1,1 0,0-1,2-4,5-11,3-22,-1-1,4-44,7-29,-13 73,2-7,2-14,3-11,2-7,-8 7,-7 25,-3 47,0 1,0 0,0-1,0 1,-1 0,1-1,-1 1,1 0,-1-1,1 1,-1 0,-1-2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18.17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85,'61'7,"-49"-5,0 0,0-1,0 0,17-2,97-23,3 0,-54 12,-42 7,3-1,2 4,-5-6,-3-7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19.62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80 1,'-1'0,"0"0,0 0,0 0,0 0,0 0,0 0,-1 0,1 0,0 1,0-1,0 0,0 1,0-1,1 0,-1 1,0-1,0 1,0 0,0-1,0 1,1 0,-1-1,0 1,1 0,-1 0,-1 1,1 2,0 0,1 0,-1 0,1 0,0 0,0 7,0-11,-1 16,-1 0,0 0,-7 23,4-19,-4 36,-11 138,17-155,10 6,7 7,9 7,-17-48,0 0,0 0,9 10,-11-16,1 1,0-1,0 0,0-1,0 1,8 4,-10-7,0-1,1 1,-1-1,0 1,1-1,-1 0,1-1,0 1,-1 0,7-1,-4 0,1-1,-1 0,1-1,-1 1,0-1,0 0,1-1,-2 0,1 0,0 0,-1 0,1-1,-1 0,0 0,8-9,5-7,0 0,20-34,-36 53,12-22,0 0,-1 0,-1-1,-1-1,-1 0,-2-1,0 1,-2-2,6-49,-4 9,-8 66,0 0,0 0,0 0,1 0,-1 0,0 0,0-1,1 1,-1 0,1 0,-1 0,1 0,0 0,3 0,-2 12,-3-7,3 25,2 67,0-71,3 19,4 15,12 9,-14-48,15 29,16 7,-39-55,6 9,1-1,13 13,-16-18,0-1,0 0,0 0,10 4,-14-7,30 11,-28-11,-1 0,1 0,0 0,-1 0,1 0,-1-1,1 1,-1-1,5-2,-1 1,-1 0,0-1,-1 0,9-6,20-23,1-12,-2-11,-3-4,-3 2,-1 6,-2 5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20.69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1 244,'7'-9,"85"-107,-86 106,-1 0,8-18,7-13,-18 38,0 0,-1 0,1 1,0-1,-1 1,1-1,0 1,1 0,3-3,-6 5,1 0,-1-1,0 1,1 0,-1 0,1 0,-1 0,1 0,-1 0,1 0,-1 0,0 0,1 0,-1 0,1 0,-1 0,1 1,-1-1,0 0,1 0,-1 0,1 0,-1 1,12 14,-10-10,0-1,-1 1,0 0,0 0,-1 0,1 0,-1 0,0 0,0 0,-1 0,0 0,-1 5,-1 21,-1 122,2-122,-2 0,-15 55,17-76,0 0,1 0,0 19,0-20,1 1,-1 0,-4 15,4-22,1 0,-1-1,0 1,1 0,-1 0,1 0,0-1,0 6,0-8,0 0,1 0,-1 1,0-1,0 0,0 0,0 0,0 1,0-1,1 0,-1 0,0 0,0 1,0-1,0 0,1 0,-1 0,0 0,0 1,0-1,1 0,-1 0,0 0,0 0,1 0,-1 0,0 0,0 0,1 0,-1 0,1 0,13-6,13-13,-8 7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21.93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8,'6'-7,"-6"7,0 0,0 0,0 0,0 0,0 0,1 0,-1 0,0 0,0 0,0 0,0 0,0 0,0 0,0 0,0 0,1 0,-1 0,0 0,0 0,0 0,0 0,0 0,0 0,0 0,0 0,0 0,1 1,-1-1,0 0,0 0,0 0,0 0,0 0,0 0,0 0,0 0,0 0,0 0,0 1,0-1,0 0,0 0,0 0,0 0,0 0,0 0,0 0,0 0,0 1,0-1,0 0,0 0,0 0,0 0,2 13,-3 9,1-21,0-1,0 0,0 1,0-1,0 0,0 1,0-1,0 0,0 1,0-1,0 0,0 0,0 1,0-1,0 0,0 1,0-1,0 0,0 1,1-1,-1 0,0 0,0 1,0-1,1 0,-1 0,0 1,0-1,1 0,-1 0,0 0,0 1,1-1,-1 0,0 0,1 0,-1 0,0 0,0 0,1 1,-1-1,19 5,-14-3,34 6,0-2,1-1,72-1,-10 0,-60-3,-20 0,41 5,-48-9,-14 3,-1 0,0 0,1 0,-1 0,0 0,0 0,1 0,-1 0,0 0,0 0,1 0,-1 0,0 0,0 0,1 0,-1-1,0 1,0 0,0 0,1 0,-1 0,0 0,0-1,0 1,1 0,-1 0,0 0,0-1,0 1,0 0,0 0,0-1,0 1,1 0,-1 0,0-1,0 1,0 0,0 0,0-1,0 1,0 0,0 0,0-1,0 1,0 0,-1-1,-3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22.43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82 0,'-4'7,"1"0,-1 1,1-1,1 1,0 0,0 0,-2 15,3-13,-1 0,-1 0,-5 16,4-13,-1-1,-3 26,-4 9,8-29,0-1,1 1,1 0,1 0,1 0,3 32,-1-18,-1 5,3 3,1 13,2 9,1 2,-3-2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22.93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94,'4'0,"0"0,0 0,-1 0,1 1,0 0,0 0,-1 0,1 0,-1 0,1 1,-1-1,6 5,-6-5,0 1,1-1,-1 0,0 0,0 0,1 0,-1-1,0 1,1-1,-1 0,1 0,-1 0,0 0,1-1,-1 1,0-1,1 0,-1 0,0 0,5-3,28-6,-26 9,-1-1,0-1,0 1,0-1,0-1,0 1,-1-2,8-4,16-8,-21 13,0 1,0 0,0 1,21-3,13-2,-16-1,-11 3,0 1,0 1,29-1,-3 2,-34 4,25 1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23.95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0 721,'18'-210,"-13"166,16-133,-17 141,4-5,4-6,1 0,-1 9,-1 19,-10 19,-1-1,0 1,1 0,-1 0,0 0,1 0,-1 0,0 0,1 0,-1 0,1 0,-1 0,0 0,1 0,-1 0,0 0,1 0,-1 0,0 0,1 0,-1 0,0 1,1-1,-1 0,0 0,1 0,-1 1,0-1,0 0,1 0,-1 1,0-1,1 1,7 10,-7-9,5 10,0 0,-1 1,-1 0,0 0,5 26,8 27,-3-11,-14-55,0 1,0 0,1-1,-1 1,0-1,1 1,-1-1,0 1,1-1,-1 0,1 1,-1-1,1 1,-1-1,1 0,-1 1,1-1,-1 0,1 0,-1 1,1-1,0 0,-1 0,1 0,-1 0,1 0,0 0,-1 0,1 0,-1 0,1 0,0 0,-1 0,1 0,-1 0,1-1,0 1,-1 0,1 0,-1-1,2 0,23-12,-19 8,4-2,6-22,-4 4,4-10,5-13,2-3,-2 5,-18 41,0 0,0 0,0 1,1-1,4-3,-7 6,1 1,-1-1,1 1,0-1,0 1,0 0,0 0,0 0,0 0,0 0,3 0,-4 1,0 0,0 0,0 0,1 0,-1 0,0 0,0 0,0 1,1-1,-1 1,0-1,0 0,0 1,0 0,0-1,0 1,0 0,2 1,0 1,0 0,0 0,-1 0,1 1,-1-1,0 1,3 4,2 11,0 1,-1 0,5 37,-1-8,1 10,7 96,-18-154,7 60,-6-57,0 1,1 0,-1 0,1-1,0 1,0-1,0 1,0-1,1 0,4 5,4-2,1-5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25.04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364 91,'0'-2,"0"0,-1 0,1 0,-1 0,1-1,-1 1,0 0,0 0,0 0,0 1,0-1,0 0,-1 0,1 0,-1 1,1-1,-1 1,0-1,1 1,-1 0,0 0,-2-1,-15-14,15 13,0-1,0 1,0 0,-1 0,1 1,-1-1,1 1,-1 0,0 0,0 1,0-1,0 1,0 0,0 0,-8 1,9-1,0 1,0 1,0-1,-1 0,1 1,0 0,0 0,0 0,0 1,0-1,1 1,-1 0,0 0,1 1,-6 3,-5 6,0 0,-15 19,8-9,10-11,2 1,-1 0,2 0,-1 1,2 0,0 0,0 1,1 0,-7 25,13-36,-1-1,1 1,0-1,0 1,0-1,0 0,0 1,1-1,-1 1,1-1,0 1,-1-1,1 0,0 1,1-1,-1 0,3 3,2 3,0 0,1-1,8 8,-15-15,6 3,-1 0,1 0,0 0,0-1,0 0,0 0,1-1,-1 0,9 1,16 4,-18-3,-9-2,-1 0,1 0,0 0,-1 0,1 0,3 3,-6-3,0-1,0 1,0 0,0 0,0 0,0 0,0 0,-1 0,1 0,0 0,-1 0,1 1,-1-1,1 0,-1 0,1 1,-1-1,0 0,0 0,0 1,0-1,0 2,0-2,0 0,0 0,-1 0,1 0,0 0,-1-1,1 1,-1 0,1 0,-1-1,1 1,-1 0,1-1,-1 1,0 0,1-1,-1 1,0-1,0 1,1-1,-1 1,0-1,-1 1,-26 8,11-3,-6 2,25-6,7-16,-8 13,-1 0,1 1,-1-1,1 0,0 0,0 0,-1 1,1-1,0 0,0 1,0-1,0 1,0-1,0 1,0-1,0 1,0 0,0-1,0 1,0 0,0 0,0 0,0 0,0 0,0 0,0 0,0 0,2 0,-2 0,3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26.17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404 4,'-33'-1,"24"0,1 0,0 1,-1 0,1 0,0 1,-1 0,1 0,0 1,-13 4,17-4,0-1,0 0,-1 0,1 0,-1 0,1-1,-6 1,-26 4,30-4,1 1,0 0,0 0,0 1,0-1,0 1,1 0,-1 0,1 1,0-1,0 1,0 0,-5 7,-20 28,15-22,2 0,0 1,-14 29,23-40,-3 5,1 0,0 0,1 0,0 0,1 1,-2 19,4-3,3 4,5 12,9 9,-11-41,1 0,13 21,-9-19,1-1,16 17,-17-20,1 0,1-1,24 16,60 24,2 0,-83-44,0 0,26 7,7-4,-21-4,-10-5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34.52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1 145,'8'4,"0"0,0 0,12 9,-13-8,0-1,0 1,0-1,14 5,-6-5,-1-1,1 0,0-1,22 0,61-4,-91 2,71-8,-31 1,10-2,16-3,227-35,-212 36,-4 1,241-29,-275 36,-35 3,0-1,0 0,-1-1,1-1,0 0,23-10,-36 13,-1-1,1 0,-1 0,0 0,1 1,-1-1,0-1,0 1,0 0,1 0,-1 0,0-1,-1 1,1 0,0-1,0 1,0-1,-1 1,1-1,0-2,-7-8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35.76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58 1,'15'0,"-14"0,-9 0,7 0,1 0,-1 0,0 0,1 0,-1 0,1 1,-1-1,1 0,-1 0,1 1,-1-1,1 0,0 1,-1-1,1 1,-1-1,1 0,0 1,-1-1,1 1,0-1,0 1,-1-1,1 1,0-1,0 2,-1 0,-5 6,0 1,1 0,0 0,0 0,1 0,0 1,1 0,0 0,1 0,-3 17,5-23,-6 94,6-88,1 0,0 0,0 0,1 0,0 0,1 0,6 15,11 28,-16-40,1 0,0 0,1-1,0 0,8 12,-11-20,0-1,0 0,0 0,0 0,0 0,1-1,-1 1,1-1,0 0,-1 0,1 0,0 0,0-1,1 1,-1-1,0 0,0-1,0 1,1-1,6 0,-8 0,1 0,0-1,-1 0,1 0,-1 0,1-1,-1 1,0-1,1 1,-1-1,0 0,0-1,0 1,0 0,-1-1,1 0,2-3,7-8,-1-1,11-20,-15 23,1-1,0-1,-1 0,0-1,-1 1,-1-1,0-1,-1 1,-1-1,-1 1,0-1,0 0,-3-29,0 22,1 12,-1 0,0 0,-5-21,5 31,1 1,0 0,0-1,-1 1,1-1,0 1,0 0,0-1,0 1,0-1,0 1,0-1,0 1,0-1,0 1,0-1,0 1,0-1,0 1,0 0,0-1,0 1,1-1,-1 1,0-1,0 1,0 0,1-1,-1 1,0-1,1 1,-1 0,1-1,0 1,-1 0,1 0,-1 0,1 0,0 0,-1 1,1-1,0 0,-1 0,1 0,-1 1,1-1,-1 0,1 1,-1-1,1 0,-1 1,1-1,-1 1,1-1,-1 1,0-1,1 2,2 3,0 1,-1 0,0 0,0 0,0 0,-1 1,0-1,0 0,-1 1,0 7,3 22,2-14,13 33,-10-32,6 30,-6-24,9 2,4 2,6 2,-24-31,1 0,0 0,0 0,0-1,9 7,17-2,-23-7,1 0,27 3,-33-4,1-1,-1 1,0-1,0 0,0 1,0-1,0 0,0 0,-1-1,1 1,0 0,0-1,-1 1,3-3,1-2,0 0,0 0,0 0,3-7,19-46,1-15,-8-12,-11 8,-9 22,-2 22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36.48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18 158,'7'-14,"-6"8,1 1,1 0,-1 0,1 0,0 0,0 0,0 1,0-1,1 1,0 0,0 0,0 0,1 1,-1 0,9-5,-8 4,0 1,-1-1,1 0,-1 0,0 0,4-6,-5 7,-1-1,1 1,0 0,-1 1,1-1,1 0,-1 1,0-1,0 1,1 0,0 0,4-1,-6 3,-1 0,1 0,-1 0,1 0,-1 1,0-1,1 1,-1-1,0 1,1-1,-1 1,0 0,0-1,1 1,-1 0,0 0,0 0,0 0,0 0,0 0,0 0,0 1,-1-1,1 0,0 0,-1 1,1-1,0 3,1 0,0 1,0 0,-1 0,0 0,0 0,1 9,-3-6,0-1,0 1,-1-1,0 1,0-1,-1 0,0 0,0 0,-1 0,0 0,-9 11,8-10,-1 1,1 0,0 0,1 0,0 0,-3 13,2-9,0 1,0 0,-1-1,-1 0,0-1,-15 20,8-13,-13 28,21-33,1-1,-5 24,-4 8,14-45,0 0,0 1,0-1,-1 1,1-1,0 1,0-1,0 1,0-1,0 1,0-1,0 1,0-1,0 0,0 1,0-1,0 1,0-1,0 1,0-1,1 1,-1-1,0 1,0-1,1 0,-1 1,0-1,0 1,1-1,-1 0,0 1,1-1,-1 0,1 1,-1-1,0 0,1 0,-1 1,1-1,-1 0,1 0,-1 0,1 0,-1 0,1 0,-1 0,1 1,-1-1,0 0,1-1,-1 1,1 0,-1 0,1 0,-1 0,1 0,-1 0,1-1,0 1,27-8,26-11,92-20,-138 37,15-2,35-3,-33 5,29-6,-38 5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37.32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0,'0'24,"0"-23,0 0,1 1,0-1,-1 0,1 0,0 1,-1-1,1 0,0 0,0 0,0 0,0 0,0 0,0 0,0-1,0 1,0 0,1 0,-1-1,0 1,0-1,1 1,-1-1,3 1,33 7,34-2,-46-2,0-1,1-2,47-2,78-16,-111 10,5-1,6-1,-1 1,-11-4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38.48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106 1,'-31'33,"26"-29,1 0,0 0,0 0,0 0,0 1,1 0,0 0,0 0,-4 7,1 12,1 0,-4 37,4-18,0-8,3 0,0 0,7 61,-1-57,6-2,-7-30,0 0,0 0,8 10,-7-12,-1 0,1-1,0 0,0 0,8 6,-7-7,0-1,0 1,0-1,1 0,-1-1,1 1,-1-1,1 0,-1 0,1-1,-1 1,1-1,0-1,-1 1,1-1,0 0,-1 0,1-1,-1 1,0-1,0 0,8-5,-6 4,0-1,0 0,0-1,-1 1,1-1,-1-1,0 1,-1-1,1 0,-1 0,-1-1,1 1,-1-1,0 0,4-10,7-23,7-29,-23 84,-1 0,3 24,-1-15,0 4,4 10,8 17,5 8,7 0,5-10,-27-49,1-1,-1 0,0 0,1 0,0 0,0 0,0-1,0 1,4 2,-6-5,1 1,0 0,-1-1,1 0,-1 1,1-1,0 0,-1 1,1-1,0 0,-1 0,1-1,0 1,-1 0,1 0,0-1,-1 1,1-1,2-1,3-2,0-1,-1 1,11-11,-13 12,-1 0,6-4,-1-1,14-16,-17 16,0 0,-1 0,0 0,0-1,-1 1,0-1,0 0,1-9,6-76,-2 20,-3 43,3-12,4-81,-8 87,2 34,12 5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39.19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68,'7'0,"1"0,0 0,-1-1,1 0,-1 0,1-1,-1 0,0 0,1-1,-1 0,0 0,-1-1,1 1,-1-1,1-1,9-8,-14 11,0 0,0 0,1 0,-1 0,1 1,-1-1,1 1,0 0,-1 0,1 0,0 0,0 0,0 1,0-1,0 1,0 0,0 0,0 0,0 0,0 0,0 1,-1-1,1 1,0 0,0 0,3 1,-5-1,0-1,-1 1,1-1,0 1,0-1,-1 1,1 0,0 0,-1-1,1 1,0 0,-1 0,1-1,-1 1,0 0,1 0,-1 0,0 0,1 0,-1 0,0 0,0 0,0 0,0 0,0 0,0 0,0-1,0 1,0 0,0 0,-1 2,-13 33,6-18,-2 4,0 0,-1-1,-28 39,15-24,16-22,0 1,1 0,1 0,0 0,1 1,1 0,0 0,1 1,-1 31,4-44,0-1,0 1,1-1,-1 1,1-1,0 0,0 1,1-1,-1 0,0 0,1 0,0 0,0 0,0 0,0 0,0 0,1-1,-1 1,1-1,-1 0,1 0,0 0,0 0,0 0,4 1,-2-1,1 0,-1 0,1 0,-1-1,1 0,0 0,-1-1,1 1,0-1,0-1,-1 1,1-1,0 0,-1 0,6-2,14-8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43.96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194 3554,'-11'-14,"1"0,0-1,2 0,-1-1,-8-22,-23-87,36 109,0-1,0-1,0-21,-1-6,-3-12,-17-333,26 295,4-7,2-4,2-7,4-7,6-8,33-258,-34 242,-17 134,3-22,-3 31,-1 0,0 0,0 0,0 1,1-1,-1 0,0 0,1 0,-1 1,1-1,-1 0,1 0,-1 1,1-1,-1 0,1 1,0-1,0 1,-1-1,1 1,0-1,0 1,-1-1,1 1,0 0,0-1,0 1,1 0,59-10,39-4,-67 7,18-9,58-28,-86 35,45-20,1 4,82-31,-75 30,-3 0,1-2,3-3,165-50,-167 60,4 2,2-2,8-3,-1-1,4 2,4 2,4-3,-6 1,1 2,1 1,-2 1,6 2,5 2,2 2,1 1,3 0,5 0,6 2,4 3,-3 0,2-1,111-12,-126 8,87-12,-100 12,2-2,10-4,3 0,-3-1,-2-1,1 4,0-1,-4-2,2 3,9-1,4 2,1-2,-4 1,-7-4,0 0,0-1,1-1,196-32,-217 35,73-17,-82 19,10 1,5 0,5-1,0 3,-6 1,97-14,-102 17,0 0,3 0,7-1,-2 3,105-7,-103 9,-6-3,0-1,4 4,2 0,2 5,0 2,4 3,7 0,2 3,-3 2,0 3,-6 1,-3 4,-6-2,-1 0,1 0,-3-3,4 2,4 0,2-1,0-4,-6-1,-6 4,0 0,-6 3,6 2,-2 3,-11 3,-18-3,-19-7,-8 0,-23-8,0 1,0 1,0 0,0 0,16 17,-7 0,-12-11,-1 1,-1-1,0 2,-1-1,4 24,1 4,19 63,-12-42,0 3,0 10,3 23,-4 10,-5 222,-8-229,6 3,1 1,19 225,-19-230,3-5,2 3,3 5,12 107,-15-115,1 73,-9-93,-3-7,2-9,0-11,0-16,-2-22,-1 0,-1 0,0 0,-1 21,-6-9,5-21,1-1,-1 0,0 1,0-1,0 0,0 0,0 0,0 0,0 1,0-1,-2 1,-20 7,-9-5,-9-4,-73-7,54 1,-6-1,-7 3,-19 0,-15 1,-6 6,-3 1,-1 1,-5 6,-15-1,-32 4,-15 0,7 5,19 4,21-2,3-2,-10-1,-7 1,-1 1,6 3,2-2,-2-1,-7 1,-4 3,-5 3,7-2,4-2,2-1,0 0,-154 15,162-21,4 1,-1-1,-5 1,-1 0,-407 27,466-39,-2 0,-12-2,-148 1,100-2,-9 0,2-1,4-2,1-2,3-2,-142-19,151 10,3 0,-11-2,-16 0,-12-4,-13-3,-2 2,1 1,10-1,14-1,17 5,-125-12,162 18,10-2,-12-3,-9-3,-5 5,-100-10,-335-31,318 22,153 17,14-1,52 10,0 2,-39-5,-58 12,117-1,0-1,-1 0,1 0,0-1,0 1,-1-1,1 1,0-1,0 0,-4-2,-13-5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44.89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367 2368,'0'-259,"-5"208,-7-5,-4-2,3-12,-2-17,-2-13,-1-13,1-10,0-15,-3-31,-7-9,4 9,-2 22,2 22,2 22,-2 8,-8-70,19 87,10 68,-1 0,0 0,-5-11,-8-11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08:45.39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95 342,'-88'0,"88"-1,-1 0,0 0,0-1,1 1,-1 0,1-1,-1 1,1 0,-1-1,1 1,0 0,0-1,0 1,0-3,1-8,0 1,1-1,1 1,0-1,1 1,0 0,0 0,1 0,0 1,1 0,1 0,-1 0,2 1,12-14,-2 4,1 1,1 1,0 1,1 1,38-21,-10 11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6:36.26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519 1,'-56'89,"-57"128,93-172,-5 7,-9 12,-137 255,159-296,-64 112,71-127,5-8,0 0,0 0,0 0,0 0,-1 0,1 0,0 0,0 0,0 0,0 0,0 0,-1 0,1 0,0 0,0 0,0 0,0 0,0 0,0-1,-1 1,1 0,0 0,0 0,0 0,0 0,0 0,0 0,0 0,-1 0,1-1,0 1,0 0,0 0,0 0,0 0,0 0,0 0,0-1,0 1,0 0,0 0,0 0,0 0,0 0,0-1,0 1,-3-3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6:37.07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254 475,'-4'0,"-1"0,1 0,-1 0,1-1,-1 0,1 0,-1 0,1 0,-7-3,8 2,0 0,1 0,0 0,-1-1,1 1,0 0,0-1,0 0,0 1,1-1,-1 0,-1-4,-18-33,13 26,0-1,-10-26,-10-63,-4-13,25 92,-7-20,13 43,0 0,0 0,0 1,0-1,0 0,0 1,-1-1,1 1,0-1,-1 1,1 0,-1-1,1 1,-1 0,0 0,0 0,1 0,-5-1,-2 2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6:38.15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0 356,'1'0,"0"0,0 0,0 0,0 0,0 0,0 0,0 0,0 1,0-1,0 0,-1 1,1-1,0 0,0 1,0-1,0 1,-1-1,1 1,0 0,-1-1,1 1,0 0,-1 0,1-1,-1 1,1 0,-1 0,1 0,-1-1,0 1,1 0,-1 0,0 0,0 0,0 0,0 0,0 0,0 2,2-10,-1 1,1 0,0 0,0 1,0-1,1 0,0 1,0-1,1 1,6-8,7-9,24-22,21-11,-39 36,36-39,-48 47,1 0,0 1,1 0,0 1,0 1,17-9,7-4,-30 14,-7 7,0 0,1-1,-1 1,0 0,0-1,1 1,-1 0,0-1,1 1,-1 0,0 0,1-1,-1 1,0 0,1 0,-1 0,1 0,-1-1,0 1,1 0,-1 0,1 0,-1 0,1 0,3 0,-3-1,0 1,0 0,1 0,-1-1,0 1,0 0,0 0,1 1,-1-1,0 0,0 0,0 0,1 1,-1-1,0 1,0-1,0 1,0-1,0 1,0 0,2 1,8 8,7 1,-11-9,0 1,0 0,0 1,9 6,7 6,8 6,15 13,14 9,-14-8,-46-36,-10-8,8 5,9 8,134 96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6:40.56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0,'131'11,"-1"-1,74-6,-203-4,-1 1,1-1,-1 0,1 0,-1 0,1 0,0 0,-1 0,1 0,-1 0,1 0,0 0,-1 0,1-1,-1 1,1 0,-1 0,1-1,-1 1,1 0,-1 0,1-1,-1 1,1-1,-1 1,1 0,-1-1,0 1,1-1,-1 1,0-1,1 1,-1-1,0 1,0-1,1 0,-1 1,0-1,0 1,0-1,0 1,0-1,0 0,0 1,0-1,0 1,0-1,0-1,0-6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6:40.97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45,'1'1,"-1"0,0 0,1 1,-1-1,0 0,1 0,-1 0,1 0,-1 0,1 0,0 0,0 0,-1 0,1-1,0 1,0 0,0 0,0 0,0-1,0 1,0-1,0 1,0-1,0 1,0-1,0 0,0 1,3-1,34 5,65-4,118-3,-207 1,0 0,0-1,15-4,37-8,5 2,-68 11,1 0,-1 0,0 0,0 0,0 0,0-1,0 1,3-3,-4 2,1-1,-1 1,0-1,0 0,0 0,3-4,-5 7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6:45.44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69 1135,'-1'-4,"1"0,-1-1,0 1,0 0,0 0,-3-6,-3-11,-2-20,-18-42,23 65,0 0,1 0,1 1,1-1,1-23,-1-15,0 20,3-5,7-8,4-15,4-17,6-9,-19 76,48-159,-45 154,2-1,0 1,1 0,1 1,1 0,19-22,-25 33,0 1,0 0,1 1,0 0,0 0,0 0,1 1,-1 0,1 0,0 1,0 0,1 0,13-2,-11 4,0 0,0 0,0 2,0-1,0 1,0 1,0 0,-1 0,1 1,12 5,-19-6,-1-1,1 0,-1 0,0 1,0-1,0 1,0 0,0 0,0 0,-1 0,5 4,-5-2,0-1,0 0,-1 1,1-1,-1 1,0 0,0-1,0 1,-1 0,1-1,-1 1,0 0,0 0,0 0,-2 6,-2 16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6:45.98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52,'0'40,"1"-39,1 0,-1-1,1 1,-1-1,1 1,-1-1,1 1,0-1,-1 0,1 0,-1 0,1 0,0 0,2 0,1 0,7 1,1 1,-1-1,1-1,-1 0,1-1,-1-1,24-5,103-13,-4 0,-92 8,1-2,4-11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6:46.91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390 90,'0'-13,"1"9,-1 1,0-1,0 0,0 1,-1-1,-1-5,2 8,0 0,-1 0,0 0,1 0,-1 0,0 0,1 0,-1 0,0 0,0 0,0 1,0-1,1 0,-1 1,0-1,0 0,-1 1,1-1,0 1,0 0,0-1,0 1,0 0,-2-1,-7 0,3 0,0 0,0-1,-1 1,1-1,1-1,-1 1,-12-7,17 8,0 0,0 0,-1 0,1 1,0-1,-1 1,1-1,-1 1,1 0,0 0,-1 0,1 1,-1-1,1 0,0 1,-3 1,1-1,0 0,1 0,-1 1,1 0,-1-1,1 1,0 1,-1-1,-3 4,-1 4,0 0,1 0,-8 16,8-15,0 1,-12 14,3-6,1 1,1 1,1 0,1 1,0 0,2 1,1 0,1 1,-8 44,11-38,1 9,4 14,5 17,7 15,4 0,-3-33,35 90,-40-128,1 0,0 0,1-1,0-1,1 0,24 22,-1 1,-33-35,0 0,0 0,0 0,0 0,1 0,-1-1,0 1,0 0,1 0,-1-1,0 1,1-1,-1 1,0-1,1 1,-1-1,1 0,-1 0,1 0,-1 0,1 0,2 0,6-5,-8-7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6:54.32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48 1,'-10'31,"2"0,2 0,0 1,-1 40,0 0,5-53,1 1,0 0,2 0,3 21,20 78,-16-93,4-4,-10-19,1 0,-1-1,0 1,1-1,-1 1,1-1,0 0,0 0,0 0,0 0,0-1,0 1,1-1,-1 0,0 0,1 0,-1 0,1-1,-1 1,6-1,-4 0,0-1,0 0,0 0,0-1,0 0,-1 1,1-1,-1-1,1 1,-1-1,0 0,0 0,0 0,5-6,3-4,0-1,-1 0,0-1,-1 0,-1-1,0 0,7-19,-2-3,-1-1,9-43,-15 37,-5 34,-1 0,1 0,1 1,6-19,-8 27,0 0,-1 0,1 0,-1 0,1 0,-1 0,0 0,0 0,0 0,0 0,-1-3,2 5,-1 0,0 0,0 0,0 1,0-1,0 0,0 0,0 0,0 0,0 1,0-1,0 0,0 0,0 0,0 0,0 1,-1-1,1 0,0 0,0 0,0 0,0 1,0-1,0 0,0 0,0 0,-1 0,1 0,0 0,0 1,0-1,0 0,0 0,-1 0,1 0,0 0,0 0,0 0,0 0,0 0,-1 0,1 0,0 0,0 0,0 0,-1 0,1 0,0 0,0 0,0 0,0 0,-1 0,1 0,0 0,0 0,0 0,0 0,0 0,-1-1,1 1,0 0,0 0,0 0,4 12,-1 1,0 0,0 0,-1 1,0 13,5 34,-6-57,7 26,15 32,-11-26,5 5,7 5,-21-41,1 0,-1-1,1 1,0-1,6 6,-7-8,-1 0,1 0,-1-1,1 1,0-1,0 0,-1 0,1 0,0 0,5 1,-6-2,1 0,-1 0,1 0,-1 0,0 0,1-1,-1 1,0-1,0 1,1-1,-1 0,0 0,4-2,-1-1,-1 1,0-1,0 0,0-1,0 1,4-7,0 0,-1 0,12-23,7-43,1-14,-3 9,-8 21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6:55.11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0 173,'20'-14,"0"0,-1-2,0 0,-2-1,30-36,-10 15,-32 34,-5 4,1 0,-1 0,0 0,1 0,-1 0,0-1,1 1,-1 0,0 0,1 0,-1 0,0 0,1 0,-1 0,0 0,1 1,-1-1,0 0,1 0,-1 0,0 0,1 0,-1 1,0-1,0 0,1 0,-1 0,0 1,0-1,1 0,-1 0,0 1,0-1,0 0,1 1,-1-1,0 0,0 1,0-1,0 0,0 1,0-1,1 0,-1 1,0-1,3 14,-3-7,-1-1,0 0,0 0,-4 11,-3 9,-4 33,-23 139,27-83,10-102,3-12,7-18,-6 9,4-4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6:55.57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0,'0'5,"-1"9,1 0,0 0,2 0,-1 0,1 0,1-1,1 1,6 18,-2-17,5 15,2 0,1-2,32 44,25 23,-49-66,0-5,2-4,-19-15,-4-2,0-1,1 1,-1-1,1 0,-1 0,6 2,4-3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6:55.96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368 0,'-51'0,"51"0,-1 0,1 0,-1 0,1 0,0 1,-1-1,1 0,-1 0,1 0,0 1,-1-1,1 0,0 0,-1 1,1-1,0 0,0 0,-1 1,1-1,0 0,0 1,-1-1,1 1,0-1,0 0,0 1,0-1,0 1,0-1,-1 0,1 1,0 13,0-12,-2 4,0-1,1 1,-2-1,1 1,-1-1,0 1,0-1,0 0,-1-1,0 1,0-1,0 1,-9 6,-15 20,-21 35,-28 36,62-86,1 2,1 0,0 0,2 1,0 0,-11 29,21-47,1-1,0 1,-1-1,1 1,0-1,0 1,0-1,-1 1,1 0,0-1,0 1,0-1,0 1,0-1,0 1,0 0,0-1,0 1,0-1,0 1,1-1,-1 1,0 0,0-1,0 1,1-1,-1 1,0-1,1 1,-1-1,0 0,1 1,-1-1,1 1,-1-1,1 0,-1 1,0-1,1 0,0 1,-1-1,1 0,-1 0,1 0,-1 1,1-1,-1 0,1 0,0 0,-1 0,1 0,-1 0,1 0,0 0,2-1,0 1,-1-1,1 1,0-1,-1 0,1 0,-1 0,1-1,-1 1,1 0,-1-1,2-2,19-18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6:56.45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0 178,'4'0,"-1"-1,0 1,0-1,1 1,-1-1,0 0,0-1,0 1,0 0,0-1,0 0,0 1,-1-1,4-3,3-3,0-2,11-13,1 0,4-5,-16 18,-1 0,2 0,-1 2,19-14,-28 21,1 1,0-1,-1 1,1-1,0 1,-1 0,1-1,0 1,-1 0,1-1,0 1,0 0,0 0,-1 0,1 0,0 0,0 0,0 0,-1 0,1 0,0 0,0 0,-1 0,1 1,0-1,0 1,0-1,0 1,0 0,-1 0,1 0,0 0,-1 0,1 0,-1 0,1 0,-1 0,0 0,1 0,-1 1,0-1,0 2,1 4,-1 1,0 0,-2 14,-12 47,-28 83,11-44,30-104,0 0,0 0,0 0,1 0,0 0,0 1,0-1,0 0,0 0,1 0,0 0,0 0,3 7,0-3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6:5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45 0,'1'54,"1"-29,-2 0,0 0,-2-1,-1 1,0-1,-8 26,5-36,1 0,1 1,0-1,1 1,0 0,1-1,1 1,1 0,0 0,4 28,-2-33,0-4,-1-1,0 1,-1-1,1 1,-1 7,0-13,0 0,0 0,-1 0,1 0,0 0,0 0,0 0,0 0,0 0,0 0,0 0,0 0,0 0,0 0,0 0,0 0,0 0,0 0,0 0,0 0,0 0,0 0,0 0,0 0,0 0,-1 0,1 0,0 0,0 0,0 0,0 0,0 0,0 0,0 0,0 0,0 0,0 0,0 0,0 0,0 0,-2-5,-1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6:57.38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1,'0'1,"1"1,-1 0,0-1,1 1,-1-1,1 1,0-1,0 1,-1-1,1 1,0-1,0 0,0 1,0-1,0 0,1 0,-1 0,0 0,1 0,-1 0,0 0,1 0,-1 0,1-1,-1 1,3 0,4 1,-1 0,0 0,1 0,9 0,91 1,-67-4,76 11,-101-9,0 0,0-1,0 0,24-4,26-2,-43 4,13-8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6:58.28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1,'3'57,"16"103,-7-58,5 25,-8-95,5-3,-9-21,-1-1,1 0,0 0,10 10,-14-15,1 0,0-1,0 1,0 0,0-1,1 0,-1 1,0-1,0 0,1 0,-1-1,1 1,-1 0,1-1,-1 1,1-1,-1 0,1 0,-1 0,5 0,-3-1,0 0,1 0,-1-1,0 1,0-1,1 0,-1 0,-1 0,1-1,0 0,3-2,0-2,-1 0,0 0,0 0,7-13,4-13,-1-1,-2 0,-1-1,-1-1,9-53,-16 64,11-34,-14 46,-2 11,0 0,0 1,0-1,0 1,1-1,-1 0,1 1,-1-1,1 1,-1-1,1 1,0 0,0-1,0 1,1-2,-1 2,-1 1,0 0,0 0,0-1,1 1,-1 0,0 0,0 0,1-1,-1 1,0 0,0 0,1 0,-1 0,0 0,1 0,-1 0,0-1,0 1,1 0,-1 0,0 0,1 0,-1 0,0 0,1 1,-1-1,0 0,0 0,1 0,-1 0,0 0,1 0,-1 0,0 1,0-1,1 0,-1 0,0 0,0 1,1-1,-1 0,0 0,0 0,0 1,0-1,1 0,-1 1,0-1,0 0,0 0,0 1,0-1,0 0,0 1,0-1,0 0,0 1,6 18,-5-5,0-1,-2 25,0-8,1 0,5 38,-1-27,6 6,6 4,6-5,-20-43,1 0,-1 1,0-1,1 0,0 0,0-1,3 4,-5-5,0-1,0 1,0-1,0 1,0-1,0 1,0-1,0 0,0 1,0-1,0 0,0 0,0 0,0 0,1 0,-1 0,0 0,0 0,0-1,0 1,0 0,2-1,0-1,0 0,0 0,0-1,0 1,0-1,0 1,0-1,3-5,2-3,0 0,8-18,16-44,-6-12,-9 21,-8 40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6:59.08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64 104,'1'-2,"-1"-1,0 1,1 0,0-1,-1 1,1 0,0-1,0 1,0 0,0 0,1 0,-1 0,1 0,-1 0,1 0,-1 0,1 1,0-1,0 1,0-1,3-1,6-3,1 0,23-9,-8 4,-19 7,0 1,0 0,0 1,0-1,1 2,-1-1,1 1,-1 0,1 1,-1 0,1 1,0-1,13 4,-21-3,0-1,-1 1,1 0,0-1,-1 1,1 0,-1 0,1-1,-1 1,1 0,-1 0,0 0,1 0,-1-1,0 1,0 0,1 0,-1 0,0 0,0 0,0 0,0 0,0 0,0 0,-1 1,-3 25,4-25,-2 4,-1 0,1 0,-1 0,0 0,-1 0,1-1,-1 1,-9 8,6-6,0-1,0 0,-1-1,0 0,-12 8,-29 15,-47 38,46-31,48-35,-1 1,1 0,0 0,0 0,0 0,1 0,-1 0,0 0,1 1,0-1,-2 4,3-6,-1 1,1 0,0-1,0 1,0 0,0-1,0 1,0 0,0-1,0 1,0 0,0-1,0 1,0 0,1-1,-1 1,0-1,0 1,1 0,0 0,-1 0,1 0,0 0,0-1,0 1,1 0,-1-1,0 1,0 0,0-1,0 1,0-1,1 0,-1 1,0-1,2 0,9 1,0 0,0-1,21-3,7 1,274-6,-309 8,-1 0,0 0,0-1,0 0,1 1,-1-1,0 0,0-1,0 1,0-1,-1 0,1 0,0 0,-1 0,1-1,4-4,0 2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6:59.52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1,'2'30,"0"-28,-1 0,0 0,1 0,0-1,-1 1,1 0,0-1,3 3,-3-2,36 32,33 40,-2-2,-2 3,-53-59,15 17,2 0,2 2,1-1,-11-10,-13-11,-17-4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6:59.88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372 0,'-4'1,"1"-1,-1 1,1 0,0 0,-1 1,1-1,0 1,0 0,0-1,0 1,0 1,0-1,1 0,-1 1,1-1,-1 1,-1 3,-15 12,-16 13,2 2,-38 47,43-46,-2 3,-25 41,35-46,-4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00.48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 77,'10'-1,"1"0,0-1,-1-1,0 0,1 0,-1-1,16-7,-15 5,1 1,0 0,1 1,22-4,48 0,-80 8,-1 0,0 0,1 0,-1 0,1-1,-1 1,0-1,1 0,-1 1,0-1,0 0,0 0,3-2,-5 3,0-1,0 1,0 0,0 0,0 0,0 0,0 0,0 0,0-1,0 1,0 0,0 0,0 0,0 0,-1 0,1 0,0 0,0 0,0-1,0 1,0 0,0 0,0 0,0 0,-1 0,1 0,0 0,0 0,0 0,0 0,0 0,0 0,0 0,-1 0,1 0,0 0,0 0,0 0,0 0,0 0,-1 0,1 0,0 0,0 0,0 0,0 0,0 0,0 0,0 0,-1 0,1 0,0 1,0-1,0 0,0 0,0 0,0 0,-10 3,-41 27,1 2,-56 45,83-59,16-13,0 0,0 1,1-1,0 1,-11 14,16-19,0 1,0-1,0 1,1 0,-1-1,0 1,1 0,-1-1,1 1,0 0,0 0,0 0,0-1,0 1,0 0,0 0,0 0,1-1,-1 1,1 0,-1 0,1-1,0 1,0-1,0 1,-1 0,2-1,-1 0,0 1,0-1,0 0,1 1,1 1,3 1,0 1,0-1,1 0,-1 0,1-1,0 0,-1 0,2-1,-1 0,0 0,14 2,9-1,48-1,-57-3,0 2,1-2,-1 0,0-1,0-2,0 0,38-13,-31 5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00.94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35 1,'0'8,"0"14,0 1,-2-1,-4 23,-13 79,15-83,2-34,2 0,-1 0,1 0,0 1,0-1,1 0,0 0,0 0,1 0,0 0,0-1,0 1,1 0,0-1,1 0,-1 1,1-2,0 1,7 7,-11-13,0 1,1-1,-1 0,0 1,0-1,1 0,-1 1,0-1,1 0,-1 1,1-1,-1 0,0 0,1 1,-1-1,1 0,-1 0,1 0,-1 0,0 0,1 0,-1 0,1 0,-1 0,1 0,-1 0,1 0,-1 0,1 0,-1 0,0 0,2-1,-2 1,1-1,0 0,-1 0,1 0,-1 0,1 0,-1 1,0-1,1 0,-1 0,0 0,0 0,1 0,-1-2,0 0,1 0,-1 0,0 0,0 0,-1 0,1 0,-1 0,1 0,-1 0,-2-5,0 4,-1 0,1 0,-1 1,0-1,0 1,-10-6,2 1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01.34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40,'2'3,"0"-1,0 1,1-1,-1 0,0 0,1 0,0 0,0-1,-1 1,1-1,0 1,0-1,0 0,0 0,1 0,-1-1,0 1,0-1,6 0,34 1,-25 1,0-2,0 0,0-1,0-1,0-1,26-7,-21 4,-19 5,1 0,0 0,-1-1,0 1,1-1,-1 0,0 0,0 0,0-1,6-4,7-18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01.71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221 74,'-33'-1,"17"0,1 1,-30 3,41-2,0 0,1 0,-1 0,0 0,0 1,0-1,1 1,-1 0,1 0,0 0,-1 1,1-1,0 1,0 0,-4 5,-7 10,10-14,1 0,-1 0,1 0,0 1,0 0,0-1,1 1,-1 0,1 0,1 1,-1-1,1 0,-2 9,3-5,-1 0,1 0,1 0,0 0,0 0,1 0,3 10,-4-16,0 1,0-1,1 0,0 0,-1 0,1 0,0 0,0-1,1 1,-1-1,1 1,-1-1,1 0,0 0,0 0,-1 0,2 0,-1-1,0 1,0-1,7 2,-2-1,1-1,0 0,0-1,0 1,0-1,-1-1,1 0,0 0,0-1,-1 0,1-1,-1 1,1-2,-1 1,0-1,0 0,-1-1,1 0,-1 0,10-9,-11 8,0 0,-1 0,1-1,-1 0,0 0,-1 0,1 0,-1-1,-1 0,0 0,0 0,0 0,-1 0,0 0,-1-1,0 1,0-1,-1 1,0-1,0 1,-3-13,1 12,0 0,0 0,-1 0,-1 1,1-1,-6-7,7 13,1 0,-1 1,1 0,-1-1,0 1,0 0,-1 0,1 0,0 0,0 0,-1 0,0 1,1-1,-1 1,0 0,1 0,-1 0,0 0,0 0,0 1,0-1,-3 1,-1 0,-1 1,1 0,0 0,-13 4,-10 3,17-7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02.09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1 657,'21'-22,"-19"20,1 0,-1-1,0 1,0 0,1-1,-2 1,1-1,0 1,0-1,-1 0,1 0,-1 0,0 0,1-5,3-23,-2-1,-1-41,3-37,11 10,-8 52,-3-3,-3-1,-4 0,-2 11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02.70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1,'7'0,"65"0,-71 0,0 0,0 0,-1 0,1 1,0-1,0 0,0 1,0-1,-1 1,1-1,0 1,0-1,-1 1,1 0,-1-1,1 1,0 0,-1-1,1 1,0 1,10 20,-5-10,2 4,-1 0,8 24,8 16,-12-33,-1 1,-1 0,-1 0,9 42,-12-28,2 7,-4 15,-3 18,-5-9,-3-1,-2 0,-4-1,-22 68,24-106,0-1,-21 34,15-30,2-10,13-19,1-1,0 1,-1 0,1 0,0 0,0 0,1 0,-1 0,1 0,0 1,-2 6,3-7,0-7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14.63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147 0,'2'44,"8"46,-6-62,-2 11,-1 0,-5 45,0 11,4-54,-1 9,-4 13,-5 11,-4-1,-29 93,8-4,23-100,8-52,3-9,0 1,0-1,0 1,1 0,-1-1,1 1,-1-1,1 1,0 0,0 0,-1 1,1-2,-1-1,1 1,-1-1,0 1,1-1,-1 1,0-1,1 0,-1 1,0-1,0 0,1 1,-1-1,0 0,0 0,0 0,1 0,-1 0,0 0,0 0,0 0,0 0,1 0,-1 0,0-1,0 1,1 0,-1 0,-1-2,2 2,-1 0,1 0,0 0,0 0,-1 0,1 0,0-1,0 1,0 0,0 0,-1 0,1-1,0 1,0 0,0 0,0 0,0-1,0 1,0 0,-1 0,1-1,0 1,0 0,0 0,0-1,0 1,0 0,0 0,0-1,0 1,0 0,0 0,1 0,-1-1,0 1,0 0,0 0,0-1,0 1,0 0,0 0,1 0,-1-1,7-7,-6 8,3-1,0 0,0 0,0 0,0 1,8 0,6-1,75-7,-31 4,84 0,-50 3,-57-1,-2 1,3-3,2 3,4 1,-5 0,0-4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15.45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13 1,'0'56,"0"-56,0 0,0 0,0 0,0 1,0-1,0 0,0 0,0 0,0 1,0-1,-1 0,1 0,0 0,0 0,0 1,0-1,0 0,0 0,0 0,0 0,0 1,-1-1,1 0,0 0,0 0,0 0,0 0,0 0,-1 0,1 0,0 1,0-1,0 0,-1 0,1 0,0 0,0 0,0 0,0 0,-1 0,1 0,0 0,0 0,0 0,-1 0,1 0,0 0,0 0,0 0,-1-1,1 1,0 0,0 0,0 0,0 0,-1 0,1 0,0 0,0 0,0 0,0 0,-1 0,1 0,0 0,0 0,0 0,0 0,-1 0,1 0,0 0,0 0,0 0,0 0,0 0,-1 0,1 1,0-1,0 0,0 0,0 0,0 0,-1 0,1 0,0 0,0 1,0-1,0 0,0 0,0 0,0 0,0 1,0-1,0 0,0 0,0 0,0 0,0 1,0-1,0 0,0 0,0 1,0-1,0 1,1 0,-1-1,0 1,0-1,1 1,-1-1,1 1,-1-1,0 0,1 1,-1-1,1 1,-1-1,1 0,-1 0,1 1,-1-1,1 0,0 0,-1 1,1-1,-1 0,1 0,-1 0,1 0,1 0,17 1,-19-1,92-3,-62 0,0 2,1 1,-1 1,53 10,-74-9,1 0,-1-1,0-1,1 1,-1-2,1 1,-1-1,1 0,-1-1,13-4,-22 5,0 0,-1 1,1-1,0 0,-1 1,1-1,-1 1,1-1,-1 1,1-1,-1 1,1-1,-1 1,0-1,1 1,-1 0,1-1,-1 1,-1 0,2-1,-12-3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16.02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0,'0'3,"0"-1,0 0,0 0,1 0,-1 0,1 0,-1 0,1 0,0 0,0 0,0 0,0 0,0-1,0 1,1 0,-1-1,1 1,-1-1,1 1,3 1,-2-1,0 0,0 0,0-1,0 1,1-1,-1 0,1 0,-1 0,1-1,-1 1,7-1,242 11,-114-3,-123-8,0 2,0 0,23 7,-20-4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29.65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1 362,'1'0,"0"0,1 0,-1 1,0-1,0 0,1 1,-1-1,0 1,0-1,0 1,0 0,0-1,2 3,-2-3,0 1,-1 0,1-1,0 1,0 0,0-1,0 1,0-1,0 0,0 1,0-1,0 0,0 1,0-1,0 0,0 0,0 0,0 0,0 0,0 0,2-1,11-4,0-1,0-1,0 0,-1 0,0-2,-1 1,0-2,11-10,8-13,27-37,-44 53,-1-1,0-1,-2 0,0-1,9-25,-18 42,0 0,-1 0,1 0,1 0,-1 0,0 0,1 1,-1-1,1 1,3-2,14-17,-19 19,-1 2,3 12,-1 1,0-1,0 1,-1 0,-1 0,-2 16,-11 67,8-65,-12 70,2-17,-8 165,23-239,1 11,-2 1,0-1,-1 0,-1 0,-7 26,8-41,0 0,1 0,0 1,0-1,0 0,1 7,0-19,0 3,1 0,-1 0,0 0,0 0,-1 0,1 0,-1 0,1 0,-1 1,0-1,-2-4,-8-8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30.45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25,'0'52,"0"-52,1 0,-1 1,0-1,1 1,-1-1,1 0,-1 1,1-1,-1 0,1 0,0 1,-1-1,1 0,-1 0,1 0,-1 0,1 0,0 0,-1 0,1 0,-1 0,2 0,16 0,-17 0,73 5,-54-3,1 0,-1-1,27-3,121-9,-123 11,6-2,13-5,134-12,-88 13,-13-1,-4-1,246-19,-327 26,-1 1,1 0,16 3,-22-2,-11-1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31.65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18 510,'20'0,"-19"-2,0-1,0 1,-1 0,1-1,-1 1,0 0,1-1,-1 1,0 0,0-1,-1-2,1 4,0-54,2 11,-3 1,-12-80,8 99,2 10,0 0,-1-27,-1 9,5 32,0 0,0-1,0 1,0 0,0 0,0 0,0 0,0 0,0 0,0 0,0-1,0 1,0 0,0 0,0 0,-1 0,1 0,0 0,0 0,0 0,0 0,0-1,0 1,0 0,0 0,0 0,0 0,0 0,-1 0,1 0,0 0,0 0,0 0,0 0,0 0,0 0,0 0,0 0,-1 0,1 0,0 0,0 0,0 0,0 0,0 0,0 0,0 0,-1 0,1 0,0 0,0 0,0 0,0 0,0 0,-4 8,4 24,-1-2,1 0,10 58,-7-63,2 44,-1-7,-2-55,-1 0,1 0,0 0,7 12,-7-13,-4-8,2 2,-1 0,1 0,0 0,-1-1,1 1,0 0,0 0,-1 0,1-1,0 1,0 0,-1 0,1-1,0 1,0 0,0-1,0 1,-1 0,1 0,0-1,0 1,0 0,0-1,0 1,0 0,0-1,0 1,0 0,0-1,0 1,0 0,0-1,0 1,0 0,0-1,1 0,11-47,-6 5,2 1,1 0,28-75,-27 90,2 0,30-49,-40 73,0-1,0 1,1 0,0 0,0 0,0 0,0 0,0 1,0-1,0 1,1 0,0 0,-1 0,1 1,0-1,0 1,0 0,0 0,0 0,0 0,0 1,0 0,0 0,0 0,0 0,0 0,6 2,-5-1,0 0,0 1,1-1,-1 1,0 0,-1 0,1 1,0 0,-1 0,1 0,-1 0,0 0,0 1,0 0,-1 0,1 0,-1 0,0 0,3 6,76 192,-51-123,-29-74,0 1,0 1,1-1,0 0,0 0,1 0,4 6,-7-11,1 0,-1 0,0 0,0 0,0 0,1-1,-1 1,0 0,1 0,-1-1,0 1,1-1,-1 0,1 1,-1-1,1 0,-1 0,1 0,-1 0,1 0,-1 0,1 0,-1 0,1 0,-1-1,1 1,-1-1,0 1,1-1,-1 0,0 1,1-1,-1 0,2-2,13-11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33.05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443 1,'-18'0,"0"1,0 1,-28 6,-39 7,67-14,0 2,-1 0,1 1,0 1,-31 13,35-11,-31 17,42-23,0 1,0 0,1 0,-1 0,1 1,-1-1,1 1,0-1,0 1,0 0,-3 4,5-5,-1-1,0 1,1-1,-1 1,1 0,0-1,-1 1,1-1,0 1,0 0,0-1,0 1,0 0,1-1,-1 1,0 0,1-1,-1 1,1-1,0 1,-1-1,1 1,0-1,0 0,0 1,0-1,0 0,0 0,1 1,-1-1,0 0,0 0,1 0,-1-1,1 1,2 1,5 2,0-1,1 0,0 0,18 2,-15-2,51 5,1-3,74-3,-124-2,105 0,-120 0,0 0,0 1,0-1,0 0,0 0,0 0,0 0,0 0,0 0,0 0,0 0,0 0,0 0,0 0,0 0,0 0,0 0,0 0,0 0,0 0,0 0,0 0,0 1,0-1,0 0,0 0,0 0,0 0,0 0,1 0,-1 0,0 0,0 0,0 0,0 0,0 0,0 0,0 0,0 0,0 0,0 0,0 0,0 0,0 0,0 0,0 0,0 0,0 0,0 0,0 0,0 0,0 0,1 0,-9 4,-10 3,-4-1,0 1,-34 17,0 0,19-11,-5 2,-96 38,117-41,-7 9,-5 13,2 2,28-33,1 1,-1 0,1 0,0 0,0 0,-2 8,4-10,-1 0,1 0,0 0,0 0,0 0,0 0,0 0,0 0,0 0,1 0,-1 0,1 0,1 4,0-4,-1 1,1-1,-1 0,1 0,0 0,0 0,0 0,0-1,0 1,0 0,3 1,3 1,1 0,0 0,0-1,0 0,0 0,10 1,62 5,-62-7,171 2,-127-4,-24 0,28-3,-47 3,-13 0,-16 0,-7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33.97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88 323,'-1'-8,"0"0,0 0,-1 0,0 1,-1-1,-6-12,-1-6,2 6,6 18,1-1,0 1,0-1,0 0,0 0,0 1,1-1,-1 0,1 0,0 0,0 0,0 1,0-1,0 0,1-4,-1 0,0 0,0 1,-1-1,0 1,0-1,-3-9,-21-41,18 52,7 5,0 0,0 0,0 0,0 0,-1 0,1 0,0 0,0 0,0 0,0 0,0 0,-1-1,1 1,0 0,0 0,0 0,0 0,0 0,0 0,-1 0,1-1,0 1,0 0,0 0,0 0,0 0,0-1,0 1,0 0,0 0,0 0,0 0,0 0,0-1,0 1,0 0,0 0,0 0,0 0,0-1,0 1,0 0,0 0,0 0,0 0,0-1,0 1,0 0,1 0,-1 0,0 0,0 0,0 0,0-1,0 1,0 0,1 0,-1 0,0 0,0 0,0 0,0 0,0 0,1 0,-1 0,7-20,-7 18,1-5,2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34.48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58 0,'0'1,"0"0,0 0,1 1,-1-1,-1 0,1 0,0 0,0 0,0 0,-1 0,1 0,0 0,-1 0,1 0,-1 0,1 0,-1 0,1 0,-1 0,0 0,-1 1,0-1,0 0,0-1,0 1,0-1,0 0,0 1,0-1,-1 0,-3-1,-4 1,-5 0,16 0,-1 0,0 0,0 0,1 0,-1 0,0 1,0-1,1 0,-1 0,0 0,0 0,0 0,1 1,-1-1,0 0,0 0,0 0,0 1,1-1,-1 0,0 0,0 0,0 1,0-1,0 0,0 0,0 1,0-1,0 0,0 0,1 1,-1-1,0 0,-1 1,1-1,0 0,0 0,0 1,0-1,0 0,0 0,0 1,0-1,0 0,0 0,-1 0,1 1,0-1,0 0,0 0,-1 0,1 1,0-1,0 0,0 0,-1 0,1 0,0 0,0 1,-1-1,1 0,0 0,-1 0,173-4,-169 4,1 0,-1 0,0-1,1 1,-1-1,0 1,0-1,0 0,5-3,-12 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34.90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0,'1'1,"-1"0,1 0,0 0,-1 0,1 0,0 0,0 0,0 0,0 0,0 0,0-1,0 1,0 0,1 0,11 9,-12-8,0-1,0 1,0-1,1 1,-1-1,0 0,1 0,-1 1,1-1,0 0,-1 0,1 0,0-1,-1 1,1 0,0-1,0 1,0-1,0 1,2-1,45 1,-29-2,16 2,-13 0,42-4,-58 2,-1 0,0 0,0-1,0 1,0-1,0-1,0 1,-1-1,1 0,-1-1,8-5,-4 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35.28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0 110,'8'0,"-6"-1,0 0,0 1,1-1,-1 0,0 0,0-1,0 1,0 0,0 0,0-1,-1 0,1 1,0-1,-1 0,1 0,-1 1,0-1,1 0,-1-1,1-2,9-10,-5 8,1 0,1 1,-1 0,1 0,0 1,0 0,1 0,0 1,11-4,-19 8,0-1,-1 1,1 0,0 0,0-1,0 1,0 0,0 0,-1 0,1 0,0 0,0 0,0 0,0 1,0-1,-1 0,1 0,0 1,0-1,0 1,-1-1,1 0,0 1,-1-1,2 2,0 0,-1 0,1 0,-1 0,0 0,0 0,0 0,0 0,0 1,1 2,0 5,0 0,-1 0,0 16,0-10,0-1,4 15,2 12,-6-26,1 0,5 17,-7-33,-1 0,1 0,0 0,0 0,0 0,0 0,0 0,0 0,0 0,0 0,-1 0,1 0,0 0,0 0,0 0,0 0,0 0,0 0,0 0,0 0,-1 0,1 0,0 0,0-7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36.37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2 315,'0'24,"0"-56,-1 5,1 1,2 0,5-31,-5 45,-1 1,0 0,-1-17,-1 17,2 0,-1-1,3-10,1-3,-2 22,1 10,1 7,15 109,-19-110,-1 0,-2 20,-1 14,3-33,1 25,0-38,0 0,0 0,0 0,0 1,0-1,1 0,-1 0,0 1,1-1,-1 0,1 0,-1 0,1 0,0 0,0 0,-1 0,1 0,0 0,0 0,0 0,0-1,2 2,4-34,20-146,-27 171,2 0,-1 1,1-1,-1 1,2-1,-1 1,1 0,0 0,0 0,1 0,0 1,0-1,0 1,7-6,-3 3,0 1,18-11,-24 17,0-1,0 1,1-1,-1 1,0 0,1 0,-1 0,1 1,-1-1,1 1,-1-1,1 1,0 0,-1 0,1 0,-1 0,1 0,3 1,-4 1,1 0,-1-1,0 1,0 0,0 0,0 0,-1 1,1-1,-1 0,2 4,11 12,-1-5,-7-8,-1 0,0 0,-1 0,1 1,4 7,1 13,-5-13,0 0,-1 1,-1 0,-1 0,0 0,0 0,-2 0,1 0,-2 0,0 1,-6 26,-1-8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47.34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214 0,'-2'22,"0"0,-2 0,-1 0,0-1,-2 0,-17 38,-3 13,-14 41,25-72,-4 3,-5 3,3-4,8-17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47.87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278 270,'0'-3,"-1"0,0 0,0 0,-1 1,1-1,0 0,-1 1,0-1,1 1,-1-1,0 1,0 0,0 0,-5-3,-11-15,4 2,-2 0,0 1,-1 0,-1 1,-21-14,18 14,-14-14,-17-13,47 39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48.70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29 32,'-3'21,"3"-20,-1 0,1-1,-1 1,1-1,-1 1,0 0,1-1,-1 1,0-1,1 0,-1 1,0-1,0 0,0 1,1-1,-1 0,0 0,0 1,0-1,0 0,1 0,-1 0,0 0,-1-1,-2 2,4-1,0 0,0 0,0 0,0 0,-1 0,1 0,0 0,0 0,0 0,0 0,0 1,0-1,0 0,0 0,-1 0,1 0,0 0,0 0,0 0,0 0,0 0,0 1,0-1,0 0,0 0,0 0,0 0,0 0,0 0,0 1,0-1,0 0,0 0,0 0,0 0,0 0,0 0,0 1,0-1,0 0,0 0,0 0,0 0,0 0,0 0,0 0,0 0,0 1,0-1,1 0,-1 0,0 0,0 0,0 0,0 0,0 0,0 0,0 0,0 0,1 0,-1 0,0 0,0 1,0-1,0 0,0 0,0 0,1 0,-1 0,7 1,71-4,111-21,-64 7,-90 13,84-13,-111 14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49.33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249 1,'0'0,"-1"0,0 0,0 1,0-1,0 0,0 1,0-1,0 1,0-1,0 1,0-1,1 1,-1-1,0 1,0 0,1 0,-1-1,1 1,-1 0,0 0,1 0,0 0,-2 1,-9 31,4-11,0-5,2 0,-5 19,6-19,0-1,-2 0,-7 16,-63 118,60-113,-1 10,-6 5,2 0,11-12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50.15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119 298,'1'-9,"-1"6,0 1,0-1,0 1,0-1,0 0,-1 1,1-1,-1 1,1-1,-1 1,0-1,0 1,-3-4,-12-28,14 28,0 1,0-1,-1 1,-6-10,2 7,2 1,-1-1,1 0,0 0,1 0,0-1,0 0,1 0,0 0,0 0,-1-14,-1-2,-1-6,6 30,0 1,0 0,0-1,0 1,0 0,0 0,0-1,0 1,0 0,0 0,0-1,0 1,0 0,-1 0,1-1,0 1,0 0,0 0,0 0,-1-1,1 1,0 0,0 0,0 0,-1 0,1-1,0 1,0 0,-1 0,1 0,0 0,0 0,-1 0,1 0,0 0,-1 0,1 0,0 0,0 0,-1 0,1 0,0 0,-1 0,-4 3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50.56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17 149,'0'0,"0"-8,0 4,0-4,0 0,0 4,0-8,0 0,0-1,0-11,-8 1,0-9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50.92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12 1,'-3'0,"-3"0,3 0,12 4,22 32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51.43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0 166,'0'-9,"0"-6,5-6,3 1,0-1,-4 1,1-4,-2-11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51.80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20 21,'0'0,"-8"0,-1 0,6 0,6 0,6-8,-5 3,-4-3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52.62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0 318,'4'0,"-1"0,1 0,-1-1,0 0,1 1,-1-1,0 0,0-1,0 1,0 0,0-1,0 0,0 0,0 0,-1 0,4-3,1-3,0 0,0-1,9-15,9-12,27-17,-7 10,-20 9,-20 27,0 1,0-1,0 1,1 0,0 0,9-7,-6 4,12-8,-21 17,1-1,0 1,-1 0,1 0,-1-1,1 1,-1 0,1 0,0 0,-1 0,1 0,0 0,-1 0,1 0,-1 0,1 0,0 0,-1 1,1-1,-1 0,1 0,0 0,-1 1,1-1,-1 0,1 1,-1-1,1 1,-1-1,0 0,1 1,-1-1,1 1,-1-1,0 1,1 1,8 34,-5-30,1 1,-1-1,1 0,0 0,0-1,8 7,10 11,12 12,-30-32,0 1,0 0,-1 0,1 0,-1 1,0-1,-1 1,1 0,-1 0,0 0,0 1,-1-1,1 1,2 11,-4-12,0 1,1-1,0 0,0 1,4 6,0 2,-5-7,-1-3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53.36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29 0,'-2'1,"1"1,-1-1,1 1,-1 0,1-1,-1 1,1 0,0 0,0 0,0 0,0 0,0 0,1 0,-1 0,0 0,1 0,0 0,-1 0,1 1,0-1,0 0,0 0,0 0,1 0,-1 1,1-1,-1 0,1 0,1 2,0 11,0 0,0 0,-2-1,1 1,-2 0,0 0,-1 0,-4 17,1-7,-1 43,7 12,4-37,3 5,8 9,10 14,-16-48,19 32,-19-38,1-1,1-1,0 0,1-1,0 0,1-1,1 0,0-1,1-1,0-1,0 0,1-1,0 0,33 10,14-5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54.11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0,'2'0,"0"1,0-1,0 0,0 1,0 0,-1-1,1 1,0 0,0 0,0 0,-1 0,1 0,0 0,-1 1,1-1,-1 0,1 1,-1-1,0 1,0 0,2 3,3 4,-1 1,-1 0,4 11,-2-5,5 20,-2-1,-1 1,7 72,-9-55,1-2,-3 6,0 8,-3 162,-4-176,-2-1,-18 76,9-81,-2-6,13-33,0-1,-1 0,1 1,-1-2,0 1,0 0,0-1,-1 0,-5 4,-9 3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7:54.90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33,'10'-1,"1"0,0-1,-1 0,1 0,15-7,28-5,-44 13,-1 0,0 1,18 3,7-1,-28-2,0 0,0 0,0 1,0 0,0 0,0 1,0-1,-1 1,1 1,-1-1,1 1,-1 0,0 0,9 7,-13-8,1 1,0-1,-1 1,1 0,-1-1,0 1,0 0,0 0,0 0,-1 0,1 0,-1 0,0 0,0 0,0 0,0 1,0-1,-2 4,0 5,-1-1,0 1,-7 15,6-18,0 0,0-1,-1 0,0 1,0-1,-1-1,-10 11,12-14,0 0,0 0,1 0,-1 1,1 0,0 0,0 0,0 0,1 0,0 0,0 1,0-1,1 1,0 0,0-1,0 12,1-17,1 1,-1-1,1 0,-1 1,1-1,-1 0,1 0,-1 0,1 0,0 0,-1 0,1 1,-1-1,1 0,-1-1,1 1,0 0,-1 0,1 0,-1 0,1 0,-1 0,1-1,0 1,23-7,-18 5,52-10,-39 9,0-1,27-10,52-16,-68 23,-21 9,-2 0,24 7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08.86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180 1,'0'4,"0"0,-1 0,0 0,0-1,0 1,-1 0,-2 6,-6 17,6-7,2 1,0-1,0 1,4 31,-2-36,-1 1,0-1,-6 29,0 4,3-8,0 3,-1 3,-3 13,-63 324,62-346,0-7,2 0,1 1,-3 60,5-44,43-60,10-3,1 2,86-11,-41 9,9 3,-96 11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09.49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0,'0'19,"0"-19,0 1,1-1,-1 1,0-1,1 0,-1 1,1-1,-1 0,0 1,1-1,-1 0,1 0,-1 1,1-1,-1 0,1 0,-1 0,1 0,-1 0,1 0,0 0,-1 0,1 0,-1 0,1 0,-1 0,1 0,-1 0,1-1,3 1,166 4,-98-8,-54 1,0 2,1 0,-1 1,1 1,-1 1,21 4,-29-4,-8-2,0 0,0 0,-1 1,1-1,0 1,0-1,0 1,0 0,0-1,1 2,1 3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09.86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3,'54'-1,"-22"-1,0 3,0 0,36 7,-33-1,0-2,1-2,0-1,0-1,54-7,-48 2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11.54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1 301,'31'-16,"0"-1,-2-1,41-32,39-52,-107 100,29-27,-17 16,0 0,12-16,-26 28,1 0,-1 1,1-1,-1 0,1 1,-1-1,1 0,-1 1,1-1,0 1,0-1,-1 1,1-1,0 1,0 0,-1-1,1 1,0 0,0-1,0 1,0 0,1 0,-2 0,1 1,-1-1,1 1,-1-1,1 1,-1-1,0 1,1-1,-1 1,0 0,0-1,1 1,-1-1,0 1,0 0,0-1,0 1,0 0,0-1,0 1,0-1,0 1,0 0,0-1,0 1,0 0,-1-1,1 1,0-1,-1 2,-110 588,107-514,4-43,5-2,9-2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12.16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45,'0'2,"-1"-1,1 0,0 0,0 0,0 0,1 0,-1 0,0 1,0-1,1 0,-1 0,1 0,-1 0,1 0,-1 0,1 0,-1 0,2 1,0-1,-1-1,1 1,0 0,-1 0,1-1,0 1,0-1,0 0,0 1,-1-1,4 0,30 0,45-4,-24 0,50-10,-67 8,8-2,17-3,17 2,17 1,-2 1,-13 6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13.27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7 471,'4'-46,"-3"38,0 0,0 0,0 0,-1 1,-1-1,1 0,-3-12,0 7,0 0,1 0,1 0,0 0,1 0,0 0,1 0,0 0,1 0,8-25,-9 36,-1-1,1 0,-1 0,0 0,1 0,-1 0,0 0,-1 0,1 0,0 0,-1 1,0-1,0 0,-2-5,3 8,1 0,-1 0,0 1,0-1,0 0,0 0,0 0,0 0,1 0,-1 0,0 0,0 0,0 0,0 1,0-1,1 0,-1 0,0 0,0 0,0 0,0 0,1 0,-1 0,0 0,0 0,0 0,0 0,1 0,-1 0,0 0,0-1,0 1,0 0,0 0,1 0,-1 0,0 0,0 0,0 0,0 0,0-1,1 1,-1 0,0 0,0 0,0 0,0 0,0 0,0-1,0 1,0 0,0 0,0 0,0 0,0-1,0 1,0 0,0 0,0 0,0 0,0-1,0 1,0 0,0 0,0 0,0-1,-1 24,-1-5,2 7,1-1,6 38,-6-48,0 0,-1 0,-1 0,0-1,0 1,-2 0,-5 18,7-21,1-6,1-9,35-164,-30 149,0 1,19-33,-9 18,-10 21,0 1,1 0,0 0,1 0,17-18,-20 24,0 1,0-1,1 1,-1 0,1 0,0 0,0 1,1 0,-1 0,1 1,-1 0,12-2,-15 3,0 1,0 0,0-1,0 2,0-1,0 0,0 1,0-1,0 1,0 0,0 0,0 0,0 0,0 0,-1 1,1-1,-1 1,1 0,-1 0,1 0,-1 0,0 0,0 1,0-1,0 0,-1 1,1 0,2 4,9 32,-12-28,0 0,5 35,-1 0,-3 66,-2-84,-1-19,0 1,0-1,-4 13,3-17,1 0,-1 0,1 1,0-1,1 1,0-1,0 1,0-1,0 1,1-1,1 6,2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14.78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550 2,'-7'0,"-7"-1,0 1,-1 0,1 1,0 1,0 0,0 1,-26 10,-123 43,130-45,-39 20,32-13,36-17,1 1,0-1,0 1,0 0,0 0,0 0,1 0,-4 4,6-6,-1 1,1-1,-1 1,1 0,-1-1,1 1,0 0,-1 0,1-1,0 1,0 0,0 0,-1-1,1 1,0 0,0 0,0 0,0-1,0 1,0 0,1 0,-1 0,0-1,0 1,0 0,1 0,-1-1,0 1,1 0,-1-1,1 1,-1 0,1-1,-1 1,1-1,-1 1,1-1,0 1,-1-1,2 1,2 2,0 0,1-1,0 1,-1-1,1 0,0 0,0-1,0 0,0 0,0 0,0 0,6-1,10 1,34-5,-33 2,186-7,-231 29,-10 0,-1-1,-56 21,53-26,-6 6,-7 5,-5 7,43-24,0 0,-13 14,22-19,-1 1,1-1,0 1,0 0,0 0,1 0,-4 7,6-9,-1-1,1 1,-1 0,1-1,-1 1,1 0,0 0,0 0,0-1,0 1,0 0,0 0,1 0,-1-1,1 1,0 3,1-3,-1 1,1 0,-1-1,1 1,0-1,0 0,0 0,0 1,1-1,-1-1,4 3,4 2,0-1,0 0,0 0,1-1,0-1,14 3,72 8,-46-8,-10-2,1-2,66-6,-60 2,56 3,-70 7,-30-6,1-1,-1 1,1-1,0 0,6 0,-10-1,-1 0,0 0,0 0,0 0,0 0,1 1,-1-1,0 0,0 0,0 0,0 0,1 0,-1 0,0 0,0 0,0 0,0 0,1 0,-1 0,0 0,0-1,0 1,0 0,0 0,1 0,-1 0,0 0,0 0,0 0,0 0,0 0,1-1,-1 1,0 0,0 0,0 0,0 0,0 0,0-1,0 1,0 0,0 0,0 0,0 0,0 0,1-1,-1 1,0 0,0 0,0 0,0-1,-1 1,-8-4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15.36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1 266,'0'19,"5"-86,-3 49,0 1,-1-1,-1 0,-1 0,-5-30,5 39,0 0,0 0,1-16,0 12,0-3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15.77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0,'0'0,"8"0,-5 0,5 0,0 0,-3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16.14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24 1,'-24'0,"89"-1,87 3,-144-1,1 1,0 0,15 7,-17-7,0 1,0-1,0 0,0-1,13 2,-17-3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16.50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22 1,'-8'7,"7"-6,-1 0,1 0,0 0,0 1,0-1,0 0,0 0,0 1,0-1,-1 3,7 0,11-3,138-1,-150 0,1 0,-1-1,0 1,1-1,-1 0,0-1,0 1,8-4,0 0,7-3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16.89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1 139,'7'-1,"-1"-1,1 0,-1 0,1-1,-1 0,0 0,0 0,0-1,0 0,9-9,15-7,-24 15,0 1,-1-1,1 0,-1 0,6-8,-5 7,-1 0,0 0,1 1,0-1,7-4,-12 10,-1 0,1-1,-1 1,1 0,-1 0,1-1,-1 1,1 0,0 0,-1 0,1 0,-1 0,1 0,-1 0,1 0,0 0,-1 0,1 0,-1 0,1 0,-1 0,1 0,-1 0,1 1,-1-1,1 0,-1 0,1 1,0 0,0 0,0 0,0 0,0 1,0-1,0 1,0-1,0 1,-1-1,1 1,0 1,8 44,-9-44,2 25,-2-1,-4 36,2-34,1 48,1-68,1 5,-1-14,0 0,0 0,0 0,0 0,0 1,0-1,0 0,0 0,0 0,0 0,0 0,0 1,0-1,0 0,0 0,0 0,0 0,0 0,1 0,-1 0,0 0,0 1,0-1,0 0,0 0,0 0,1 0,-1 0,0 0,0 0,0 0,0 0,0 0,0 0,1 0,-1 0,0 0,0 0,0 0,0 0,0 0,1 0,-1 0,0 0,0 0,0 0,0 0,0 0,0 0,1 0,-1 0,0-1,0 1,0 0,0 0,0 0,0 0,0 0,1 0,-1 0,0 0,0-1,0 1,0 0,0 0,0 0,10-11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17.83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1 301,'5'7,"18"14,-23-21,0 0,1 0,-1 0,0 1,0-1,1 0,-1 0,0 0,1 0,-1 0,0 0,1 0,-1 0,0 0,1 0,-1 0,0 0,1 0,-1 0,0 0,1 0,-1 0,0-1,0 1,1 0,-1 0,0 0,1 0,-1-1,0 1,0 0,1 0,-1-1,0 1,0 0,0 0,1-1,-1 1,4-12,-3 11,3-15,0-1,-1 0,-1 1,1-29,-6 0,2 34,3 31,-1-8,-1 1,0 0,-3 12,0 20,3-44,0 0,1 0,-1-1,1 1,-1 0,1 0,-1 0,1 0,0 0,-1-1,1 1,0 0,0-1,1 2,4 5,19-101,-17 70,2 0,1 1,0 1,2 0,28-38,-39 59,-1-1,0 0,1 0,0 0,-1 1,1-1,0 1,0-1,0 1,0 0,0 0,0 0,1 0,-1 0,0 0,0 0,1 1,-1-1,5 1,-5 0,0 0,0 1,0-1,-1 1,1-1,0 1,0 0,0 0,0 0,-1 0,1 0,0 0,-1 1,1-1,-1 0,1 1,-1-1,0 1,0 0,1-1,-1 1,1 3,3 8,0 0,-1 0,0 0,3 27,-5-28,9 45,-6-35,0 0,-2 0,1 27,-4-38,-1-4,1-1,0 0,1 1,-1-1,1 0,0 0,1 1,2 7,1-9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18.77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136 1,'0'1,"0"1,0-1,-1 1,1-1,-1 0,1 1,-1-1,1 0,-1 1,0-1,1 0,-1 0,0 0,0 0,0 0,0 0,0 0,0 0,0 0,0 0,0 0,-1 0,-1 0,-12 11,6-2,0 1,1 0,1 1,0 0,0 0,1 1,1-1,0 1,1 0,0 1,1-1,0 1,1-1,0 27,2-5,-10 67,3-61,4 13,6 16,32 207,-21-187,-2-23,3-13,-1-11,-2-1,4-4,-15-35,0-1,0 0,0 0,0 0,1 0,-1 0,1 0,0 0,-1 0,1 0,0-1,0 1,0-1,0 1,1-1,-1 0,0 0,0 0,1 0,-1 0,1-1,-1 1,0-1,1 1,-1-1,1 0,-1 0,1 0,-1 0,5-1,13-3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19.43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328 1,'0'2,"0"0,-1 1,1-1,-1 1,1-1,-1 0,0 0,0 1,0-1,0 0,-1 0,1 0,-3 2,-25 26,5-6,-41 77,45-74,2 1,-21 44,23-43,-3 6,-2 9,1 7,-3 3,3-12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19.88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255 315,'-57'0,"55"-1,0 1,0-1,-1 0,1 0,0 0,0 0,0 0,0 0,0 0,0-1,-3-2,-18-18,1-5,2 0,0-2,2 0,1-1,-18-46,27 58,2-3,6 20,0 0,0 1,0-1,0 0,0 1,0-1,0 0,0 0,0 1,0-1,1 0,-1 1,0-1,1 0,-1 1,0-1,1 1,-1-1,1 0,-1 1,1-1,-1 1,1 0,-1-1,1 1,0-1,7-2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20.56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108 322,'0'20,"0"-21,0 0,-1 0,1 0,0 0,-1 0,1 0,-1 0,1 1,-1-1,0 0,1 0,-1 0,0 1,-1-2,0 0,1 1,-1-1,1 1,0-1,-1 1,1-1,0 0,0 0,0 0,-1-3,-6-45,7 39,0 0,-1 0,0 0,-1 0,-4-11,1 8,2 1,0-1,0 1,1-1,-1-24,-3 0,7 36,-1 1,1-1,-1 0,1 1,-1-1,0 1,0-1,0 1,0-1,0 1,0 0,0-1,0 1,0 0,-1 0,1 0,0 0,-3-2,-1-2,2 4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21.86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1,'0'0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22.86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13,'104'6,"-65"-2,46-2,-17-3,-27 1,79-11,-92 3,-20 4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28.36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9 624,'-3'-21,"0"-1,1 1,1-1,1 1,1-1,7-38,17-105,-21 125,3-1,4-10,-8 39,0 2,11-22,-11 27,0-1,1 1,-1 0,1 0,0 0,8-7,-7 8,1 0,0 0,-1 0,1 1,1 0,9-4,-8 4,0 1,0 0,1 1,-1-1,10 1,-13 1,0 0,0 0,0 1,0-1,0 1,0 1,8 1,-10-1,0 0,0 0,0 0,0 0,0 0,0 1,3 4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28.71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0 130,'9'-6,"0"1,0 0,0 1,1 0,0 0,-1 1,1 0,12-1,18-7,-4 1,0 1,1 2,47-4,-72 9,1 0,-1-1,1-1,-1 0,0 0,13-8,-4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29.13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212 0,'-9'8,"0"0,1 1,-1 0,2 1,-1-1,1 1,1 1,-9 17,-18 37,-12 25,34-63,-2 5,-11 41,17-34,6 5,8 8,-4-38,1-1,8 20,-7-22,1 1,1 0,10 13,37 39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31.05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1,'1'1,"0"-1,0 1,-1 0,1 0,0 0,0 0,0 1,-1-1,1 0,0 0,-1 0,1 1,-1-1,1 0,-1 3,5 26,-2-15,5 37,3 15,9 32,-16-73,1 0,1 0,1-1,20 47,-25-68,0 1,0 0,1-1,0 1,0 0,6 6,-8-10,0 0,0 0,0-1,0 1,0 0,0-1,0 1,0-1,0 0,0 1,0-1,0 0,0 1,0-1,0 0,0 0,0 0,1 0,-1 0,0 0,0 0,0 0,0-1,0 1,0 0,0-1,0 1,0-1,0 1,0-1,0 1,0-1,2-1,3-3,1-1,-1 0,0 0,0-1,-1 1,0-1,0 0,-1-1,0 1,0-1,0 0,3-14,1-6,-2-1,4-39,-6 39,0 13,0-13,-4 25,15 46,-6-7,-2-4,1 0,20 43,-20-52,1 1,3 0,3-3,-3-9,-11-11,0 0,0 0,0 0,0 0,1 0,-1-1,0 1,0 0,0-1,0 1,0-1,0 1,0-1,0 1,0-1,0 0,0 1,-1-1,1 0,0 0,0 1,-1-1,1 0,0-1,17-26,-17 26,14-29,-1-1,14-47,-19 50,2-1,0 2,22-38,-12 28,-20 37,-1 0,-5-2,5-4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31.63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1 142,'0'-77,"0"75,0 1,0-1,0 1,0 0,0-1,1 1,-1 0,0-1,1 1,0 0,-1 0,1-1,0 1,-1 0,1 0,0 0,0 0,0 0,1-1,25-12,-24 13,-1 0,1 0,0 0,-1 0,1-1,0 1,-1-1,0 0,1 0,-1 0,0 0,3-4,-5 6,1 0,-1 0,0 0,1 0,-1 0,0 0,0 0,1 0,-1 0,0 0,1 0,-1 0,0 0,1 0,-1 0,0 0,0 0,1 0,-1 0,0 0,1 0,-1 0,0 1,0-1,1 0,-1 0,0 0,0 0,1 1,-1-1,0 0,0 0,0 1,0-1,1 0,-1 0,0 1,0-1,0 0,0 0,0 1,0-1,0 0,1 1,6 15,-2 12,-2 1,-1-1,-1 1,-4 35,3 33,-2-92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32.48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0,'1'3,"0"-1,0 0,0 1,0-1,1 0,-1 0,1 0,-1 0,1 0,0 0,0-1,0 1,0 0,0-1,0 0,5 3,15 14,-16-11,-1 1,-1 0,1 0,2 10,-4-10,1-1,0 1,0-1,0 0,8 10,0-5,0 1,-2 1,1 0,-2 0,13 24,8 33,25 50,-55-121,0 1,0-1,0 1,0-1,1 0,-1 1,0-1,0 0,1 1,-1-1,0 0,0 1,1-1,-1 0,0 0,1 1,-1-1,0 0,1 0,-1 1,0-1,1 0,-1 0,1 0,5-8,1-3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32.87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258 26,'0'-20,"0"20,-1-1,1 1,0 0,0-1,-1 1,1-1,0 1,-1 0,1 0,0-1,-1 1,1 0,0 0,-1-1,1 1,-1 0,1 0,0 0,-1-1,1 1,-1 0,1 0,-1 0,1 0,0 0,-1 0,1 0,-1 0,1 0,-1 0,1 0,0 1,-1-1,1 0,-1 0,1 0,-1 1,-1-1,1 0,-1 1,0-1,1 1,-1 0,1-1,-1 1,1 0,-1 0,-1 2,-57 69,-32 40,82-96,0 0,0 1,-11 32,4-11,17-37,-1-1,1 0,0 1,-1-1,1 1,0-1,0 1,-1-1,1 0,0 1,0-1,0 1,0-1,0 1,-1-1,1 1,0-1,0 1,0-1,0 1,0-1,0 1,1-1,-1 1,0-1,0 1,0-1,0 1,1-1,-1 1,0-1,0 0,1 1,-1-1,0 1,1-1,-1 0,0 1,1-1,-1 0,1 1,-1-1,0 0,1 0,0 1,0-1,-1 1,1-1,0 1,0-1,-1 1,1-1,0 1,-1-1,1 1,0 0,-1 0,1-1,-1 1,0 0,1 1,1 12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33.32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1 150,'0'-3,"0"0,1 1,-1-1,1 0,0 0,0 1,0-1,0 1,0-1,1 1,-1-1,4-3,27-28,-7 9,-18 17,2-1,-1 1,1 0,18-11,-27 19,1 0,-1 0,0 0,0 0,1 0,-1 0,0 0,1 0,-1 0,0 0,1 0,-1 0,0 0,1 0,-1 0,0 0,1 0,-1 1,0-1,0 0,1 0,-1 0,0 0,0 1,1-1,-1 0,0 0,0 1,0-1,1 0,-1 1,0-1,0 0,0 0,0 1,0-1,0 0,0 1,0-1,0 0,0 1,0-1,0 0,0 1,0-1,0 0,0 1,0-1,0 1,0 17,0-18,-4 150,4-143,0 0,0-1,1 1,0-1,0 1,0-1,1 1,0-1,6 11,-5-15,-2-5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33.73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17 1,'0'45,"1"-4,-2 1,-1 0,-10 49,10-77,1 1,1 0,0 0,1-1,6 28,-5-32,6 41,-4-47,0-7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34.10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1,'0'5,"-1"1,1 0,1 1,-1-1,1 0,3 11,-4-15,1-1,0 1,0-1,0 1,-1-1,1 1,1-1,-1 0,0 1,0-1,0 0,1 0,-1 0,1 0,-1 0,1 0,-1 0,1-1,-1 1,1 0,0-1,-1 1,1-1,0 0,2 1,52 3,112-4,-119-6,-45 5,0 0,-1 0,1 0,0-1,-1 1,1-1,-1 0,0 0,1 0,4-5,0-1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35.01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7,'0'-7,"0"20,2 19,6-5,-1 1,6 53,-9-58,24 125,-27-143,0-1,0 1,1-1,0 1,0-1,0 0,1 1,0-1,-1-1,1 1,1 0,4 4,4 6,-11-14,-1 0,0 1,0-1,1 0,-1 0,0 1,0-1,1 0,-1 0,0 0,1 0,-1 0,0 0,1 1,-1-1,0 0,1 0,-1 0,0 0,1 0,-1 0,0 0,1 0,-1 0,0-1,1 1,-1 0,0 0,1 0,-1 0,0 0,0 0,1-1,12-11,4-17,-10 13,-1 6,-1-1,-1 1,0-1,0 0,-2 0,1 0,-1-1,1-16,6-150,-10 175,-1 9,0 12,3-3,1 1,0-1,1 0,1 1,8 19,-5-14,7 34,-8-27,1 0,2-1,13 28,-14-33,-6-18,0 0,0 0,1 0,-1 0,1-1,0 1,0-1,0 0,0 0,1 0,-1 0,1 0,0-1,0 0,0 0,0 0,4 2,-7-4,0 0,0 0,-1 0,1-1,0 1,0 0,-1 0,1-1,0 1,-1 0,1-1,0 1,-1 0,1-1,-1 1,1-1,-1 1,1-1,-1 1,1-1,-1 0,1 1,-1-1,1 0,-1 1,0-1,1-1,9-24,-8 21,4-14,15-51,-7 23,-9 33,-1 1,5-25,-5 7,8-102,-12 127,-1 1,0 0,0 0,0 0,0 0,-1 0,0 0,0 0,0 1,-1-1,1 1,-1-1,0 1,-1 0,-4-6,3 6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35.69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78,'0'13,"0"-9,0-6,1-1,0 0,0 0,0 0,0 0,1 0,-1 1,4-5,0 1,0 1,0 0,1 0,0 0,0 1,0 0,1 0,-1 1,1-1,0 2,0-1,0 1,0 0,0 0,9-1,-2 1,-12 1,0 0,0 1,-1-1,1 1,0-1,0 1,0 0,-1 0,1 0,0 0,0 0,0 0,0 1,-1-1,1 1,0-1,0 1,-1-1,4 2,-3 1,0-1,0 0,0 1,0-1,-1 1,1 0,-1-1,0 1,1 0,-1 0,0 0,-1 0,1 0,0 0,-1 0,0 0,0 0,0 0,0 0,0 0,-1 1,1-1,-1 0,-1 4,-1 0,0 1,0-1,-1 0,0 0,0 0,-1-1,-7 9,-31 40,-8 8,48-60,1-1,-1 1,1 0,0 0,-1 0,1 1,1-1,-1 0,0 1,1-1,-2 7,3-9,0 0,1 0,-1 0,0 0,1 0,-1-1,0 1,1 0,-1 0,1-1,0 1,-1 0,1-1,-1 1,1-1,0 1,-1 0,1-1,0 0,0 1,0-1,-1 1,1-1,0 0,0 0,0 1,0-1,0 0,-1 0,1 0,0 0,0 0,0 0,0 0,0 0,0 0,1-1,0 1,132-1,-75-4,-54 5,1-1,-1 0,0 0,0-1,0 0,0 0,0 0,0 0,4-4,-6 4,-1 0,0 0,0 0,0 0,-1-1,1 1,0-1,-1 1,2-4,-3 4,9-17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36.08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0,'4'0,"0"0,-1 0,1 1,0 0,0-1,-1 1,1 1,0-1,-1 0,1 1,-1 0,0 0,1 0,-1 0,0 0,0 1,4 4,3 1,9 10,-2 0,0 1,26 38,6 8,-15-22,-21-25,1-1,0-1,22 21,-12-15,-15-14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36.44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287 1,'-16'16,"1"1,0 0,-16 24,-20 26,18-26,-38 60,40-53,13-25,12-19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37.01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43,'4'-4,"-1"1,1 0,0 0,0 0,0 1,0-1,1 1,-1 0,1 0,0 1,-1-1,1 1,0 0,6 0,10-1,0 1,24 3,-6-1,-27-1,0-1,0-1,15-3,-26 5,-1-1,1 1,0 0,-1 0,1 0,0 0,-1-1,1 1,-1 0,1 0,0 0,-1 1,1-1,0 0,-1 0,1 0,0 0,-1 0,1 1,-1-1,1 0,-1 1,1-1,-1 0,1 1,-1-1,1 1,-1-1,1 0,-1 1,1-1,-1 1,0 0,1-1,-1 1,0-1,0 1,1-1,-1 1,0 0,0-1,0 1,0 0,0 0,1 1,-2 0,1 0,0 0,0-1,0 1,-1 0,1 0,-1-1,0 1,1 0,-1-1,0 1,0-1,-2 3,-39 46,-28 28,7-17,61-60,0 1,0 0,0 0,0 0,1 0,-1 0,1 0,0 0,-1 1,1-1,0 0,0 1,0-1,1 1,-1-1,1 1,-1-1,1 1,0 0,0-1,0 1,0-1,0 1,1 0,-1-1,1 1,0-1,0 1,0-1,0 0,0 1,0-1,0 0,1 0,-1 1,1-1,0 0,0-1,0 1,0 0,0 0,0-1,0 0,0 1,1-1,-1 0,0 0,1 0,-1 0,1 0,-1-1,6 1,30 2,-1-2,1-2,53-8,-89 8,0 1,-1 0,1 0,0 0,0 0,-1 0,1 0,0 1,0-1,-1 0,1 1,0 0,-1-1,3 2,4 6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37.43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34 8,'0'-7,"-1"25,-1-1,-7 31,-4 22,5 141,7-195,3 19,2-16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37.81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4,'56'-1,"-30"-1,0 2,0 0,0 2,33 7,-33-5,18 5,-42-8,0 0,0 0,1 0,-1 0,0 0,0 0,0 0,0 1,-1-1,1 1,0-1,-1 1,1 0,-1 0,3 2,8 35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38.22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324 48,'-33'0,"21"-2,1 2,-1 0,1 0,0 1,-1 0,1 1,0 1,0 0,0 0,-15 7,17-6,0 1,1-1,0 1,0 1,0 0,1 0,-1 1,2-1,-1 1,1 1,0 0,0-1,-6 14,-4 7,11-21,0 0,1 0,1 1,-5 10,7-16,1 0,-1 0,1 0,0 0,-1 0,1 0,0 0,0-1,0 1,1 0,-1 0,0 0,1 0,-1 0,1 0,0 0,-1 0,1-1,0 1,0 0,0-1,1 1,1 2,-1-2,0 0,1 0,-1 1,1-2,0 1,0 0,0 0,0-1,0 0,0 1,0-1,0 0,0 0,1-1,3 1,-1-1,-1 0,1 0,0 0,0-1,-1 0,1-1,-1 1,8-4,-2 1,-1-1,0 0,0-1,-1 0,0-1,0 0,0-1,12-12,-18 15,1 0,-1-1,0 1,0 0,-1-1,1 0,-1 1,0-1,1-9,5-57,-7 60,-1 9,0-1,0 1,0-1,0 1,0 0,-1-1,1 1,-1 0,0-1,0 1,0 0,-1 0,1 0,-1 0,0 0,1 0,-1 0,-1 1,1-1,0 0,-1 1,1 0,-1 0,0 0,1 0,-1 0,0 0,0 1,0-1,-1 1,1 0,0 0,0 0,-1 1,1-1,0 1,-1 0,1-1,-1 2,-3-1,-9 3,-5-3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38.61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0 506,'7'-94,"16"-14,-11 56,6-55,-16 91,-1 4,0 0,0 0,-2-13,2-6,-1 27,1-1,-1 0,0 1,0-1,-2-8,14 32,-8-3,-3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39.21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2,'10'-1,"-8"1,0 0,-1 0,1-1,0 1,0 0,0 1,0-1,-1 0,1 0,0 1,0-1,-1 1,1 0,0-1,-1 1,1 0,-1 0,1 0,-1 0,1 0,-1 0,2 2,23 25,-21-24,1 1,-1 1,-1-1,1 1,-1-1,0 1,5 10,12 35,-2 0,17 74,-28-82,1 7,0 19,-4 14,-4 0,-3 1,-17 98,11-131,-4-2,-8 6,-7 2,-1-1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41.24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11 0,'27'49,"44"67,-31-55,-15-22,1 13,0 20,4 29,-3 13,-6 7,8 245,-30-259,-11-2,-5 4,-50 125,32-133,-12 34,-1-4,5-15,10-27,3-12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42.18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79,'0'-7,"1"6,-1 1,0 0,0-1,1 1,-1-1,0 1,1 0,-1-1,1 1,-1 0,0 0,1-1,-1 1,1 0,-1 0,1 0,-1-1,1 1,-1 0,0 0,1 0,-1 0,1 0,-1 0,1 0,-1 0,1 0,-1 0,1 0,-1 0,1 0,0 1,2-1,0 0,3 1,0-1,0-1,1 1,-1-1,0 0,0 0,0-1,0 1,0-1,6-3,9-6,-3 1,1 2,27-10,-41 17,0-1,1 1,-1 0,0 1,1-1,-1 1,0 0,1 0,-1 1,0-1,1 1,-1 0,0 1,7 2,4 3,-13-7,-1 1,1 0,0 0,-1 1,1-1,-1 1,0-1,1 1,-1 0,0-1,0 1,0 0,0 1,0-1,0 0,-1 0,1 1,-1-1,0 1,2 4,-1-4,-1-1,1 1,-1 0,0 0,0 0,0 0,-1 0,1 0,-1 0,1 0,-1 0,0 0,0 0,-1 0,1 0,0 0,-1 0,0 0,0 0,0-1,0 1,0 0,0 0,-3 3,-29 35,-70 66,75-78,27-29,1 0,0 1,0-1,-1 1,1-1,0 1,0-1,0 0,0 1,0-1,-1 1,1-1,0 1,0-1,0 1,0-1,0 0,0 1,0-1,1 1,-1-1,0 1,0-1,0 1,0-1,1 0,-1 1,0-1,0 1,1-1,-1 0,0 1,0-1,1 0,-1 1,1-1,-1 0,0 0,1 1,-1-1,0 0,1 0,0 0,8 3,1-1,-1 0,1-1,0 0,-1-1,1 0,0-1,0 0,-1 0,14-4,35-3,-20 7,12-2,17 2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54.32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165 100,'47'-13,"1"3,78-7,-91 13,45-12,-43 8,-35 8,0 0,0-1,-1 1,1 0,0 0,0 0,0 1,0-1,0 0,1 1,21 2,-24-3,0 0,1 0,-1 0,0 0,0 0,0 0,1 0,-1 0,0 0,0 0,0 0,1 0,-1 0,0-1,0 1,0 0,0 0,1 0,-1 0,0 0,0 0,0-1,0 1,0 0,0 0,1 0,-1-1,0 1,0 0,0 0,0 0,0-1,0 1,0 0,0-14,0 0,0 11,0 14,1 7,1 0,1-1,0 1,1-1,10 26,-2-16,8 15,0 18,5 19,57 223,-61-217,-3-2,-1 6,40 379,-56-463,-1 0,0 0,0 0,-1 0,1 0,-1 0,0 0,-3 7,1-4,-1 0,-1 0,1-1,-1 1,0-1,-8 7,7-8,0 0,0 0,-1 0,0-1,0 0,-1 0,-12 6,-5-1,-30 9,-9 3,45-14,-38 9,14-5,-8 3,-18 4,-25 7,-12 2,86-24,0-1,0-1,-22 0,19-3,-43-9,65 10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55.42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30 907,'-2'-30,"-1"-1,-7-30,5 31,0-1,1-31,3-6,3-82,2 110,4-3,3 3,4 5,6 7,-19 26,0 1,-1-1,1 1,0-1,1 1,-1 0,0 0,0 0,0 0,1 0,-1 1,0-1,1 1,-1-1,0 1,1 0,-1 0,1 0,-1 0,0 0,1 1,-1-1,1 1,-1-1,0 1,0 0,1 0,-1 0,0 0,2 2,8 5,-1 0,0 1,-1 0,13 14,3 3,10 8,-35-31,0-5,6-9,3-5,9-9,5-14,-7 11,56-90,13-7,-78 117,0 9,4 13,4 22,-1 24,18 261,-19-142,20 11,-28-171,2-11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56.10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378 33,'0'-1,"0"0,0 0,0 0,0-1,0 1,0 0,0 0,0 0,0 0,-1 0,1 0,-1 0,1 0,-1 0,1 0,-1 0,1 0,-1 0,0 0,1 0,-1 0,0 1,-1-2,-1 1,0 0,0 0,0 0,0 0,0 1,0 0,-6-1,6 1,-110-1,61 1,45 1,-1 1,1-1,0 1,-1 0,1 1,0 0,0 0,1 0,-10 7,-20 8,4-1,30-16,0 1,1-1,-1 0,1 1,-1-1,1 0,-1 1,1 0,0-1,0 1,0 0,0 0,0 0,-1 3,1-4,2-1,-1 1,0 0,0-1,0 1,0 0,0 0,0-1,1 1,-1 0,0-1,1 1,-1-1,0 1,1 0,-1-1,1 1,-1-1,1 1,-1-1,1 1,0-1,-1 0,1 1,-1-1,1 0,0 1,25 9,-10-3,0 0,1 0,0 0,1-2,-1 0,1-1,0 0,0-2,27 1,-22 0,-1 1,1 1,33 12,-50-14,0 0,0 1,-1-1,1 1,-1 0,0 1,0-1,0 1,-1 0,0 0,5 7,10 10,-18-20,1 0,-1 0,0 0,1 0,-1 0,0 0,0 0,0 1,-1-1,1 0,0 1,-1-1,0 1,1-1,-1 5,-1-2,1 1,-1-1,0 0,0 0,-1 0,0 0,-2 5,-2 2,0-1,-1 1,0-2,-1 1,-12 12,13-17,0 1,-1-1,1-1,-1 1,-1-1,1-1,-18 8,-3-2,-34 7,50-14,-21 5,-9-1,-4-3,-4-7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56.69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140 575,'0'-8,"-1"0,-1-1,1 1,-6-15,-3-17,4-49,-2-7,6 84,0-1,-1 1,-1 0,0 0,-11-20,-53-99,67 130,1 0,-1 0,0 0,1 0,-1 1,1-1,0 0,-1 0,1 0,0 0,-1 0,1 0,0 0,0 0,0-1,0 1,0 0,0 0,0 0,0 0,1 0,-1 0,1-2,0 2,1 0,-1 0,1 0,0 0,-1 0,1 0,0 0,0 0,-1 1,1-1,0 0,3 1,18-5,1 2,42-1,1 0,4-4,-7 1,-63 6,0 1,0 0,0 0,1 0,-1 0,0 0,0 0,0 0,0 0,1 1,-1-1,0 0,0 1,0-1,0 1,0-1,0 1,0-1,0 1,0 0,2 1,-3-2,0 1,0-1,0 0,0 0,0 1,0-1,0 0,0 0,0 1,0-1,0 0,0 1,0-1,0 0,0 0,0 1,0-1,-1 0,1 1,0-1,0 0,0 0,0 0,0 1,-1-1,1 0,0 0,0 0,-1 1,-15 6,-11-2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57.06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83,'148'0,"-137"-1,-1-1,1 0,-1 0,0-1,0-1,15-6,12-5,99-22,-129 35,-1 1,1 0,0 0,-1 0,1 1,0 0,0 0,9 2,-16-2,1 0,-1 0,0 0,0 0,0 0,1 0,-1 0,0 0,0 0,1 0,-1 0,0 1,0-1,0 0,1 0,-1 0,0 0,0 0,0 0,0 1,1-1,-1 0,0 0,0 0,0 0,0 1,0-1,0 0,0 0,0 0,1 1,-1-1,0 0,0 0,0 1,0-1,0 0,0 0,0 0,0 1,0-1,0 0,0 0,0 1,-1-1,1 0,0 0,0 0,0 1,0-1,0 0,-6 7,6-7,-12 4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8:57.48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77,'44'0,"0"-2,45-9,-55 5,156-31,-166 28,-4-2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9:44.51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252 575,'-5'-5,"0"1,-1 0,1 0,-1 0,0 1,0 0,-1 0,1 0,0 1,-1 0,0 0,-9-1,12 3,-1-1,1 1,0 0,0 1,0-1,0 0,0 1,0 0,0 0,0 1,0-1,0 1,0-1,1 1,-1 0,1 1,-1-1,1 1,0-1,0 1,-5 5,-1 5,0-1,1 1,1 0,0 1,0 0,2 0,0 1,0-1,1 1,-2 20,4-23,1 1,1-1,0 1,0-1,1 1,1-1,0 0,1 0,0 0,1 0,0 0,1 0,6 10,-4-11,0 0,0 0,1-1,1-1,0 1,0-1,0-1,1 0,1 0,12 7,-18-12,0-1,0 1,1-1,-1 0,1 0,-1-1,1 0,-1 0,1 0,-1 0,1-1,0 0,0 0,-1-1,1 0,-1 0,1 0,-1 0,1-1,-1 0,0 0,1-1,-1 1,0-1,4-4,1 0,-1-2,-1 1,1-1,-1 0,-1-1,0 0,0 0,-1-1,0 0,-1 0,6-18,1-8,-2-1,7-50,-5-58,-10 103,1 0,10-46,-6 57,-1 1,4-61,-11 45,-1-4,1 0,-3 4,3 36,1 8,0-1,0 1,0 0,-1 0,0 0,1 0,-1 0,0-1,0 2,-1-1,-1-4,3 7,-1 0,1 0,0-1,-1 1,1 0,0 0,-1 0,1 0,-1 0,1 0,0 0,-1 0,1 0,0 0,-1 0,1 0,-1 0,1 0,0 0,-1 0,1 0,0 1,-1-1,1 0,0 0,-1 0,1 1,0-1,-1 0,1 0,0 1,0-1,-1 0,1 1,0-1,0 0,-1 0,1 1,0-1,0 1,0-1,0 0,0 1,0-1,0 0,0 1,-1 0,-6 18,-5 30,2 1,3 0,-2 72,-3 24,11-135,-42 427,36-346,-2 49,9-141,2 26,2-17,-4-9,0 0,1 0,-1 0,0-1,1 1,-1 0,0 0,1 0,-1 0,0-1,0 1,1 0,-1 0,0 0,0-1,1 1,-1 0,0 0,0-1,0 1,1 0,-1-1,0 1,0 0,0-1,0 1,0 0,0-1,9-16,3-5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9:45.13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101 1,'-1'12,"-1"-1,1 1,-2-1,-5 19,-3 11,-53 237,62-267,1-5,-1 49,-1-15,1 8,2-40,1 1,0-1,0 0,4 10,-3-12,0-1,0 0,1 0,0 0,0 0,0 0,5 5,-3-5,-1-1,1 0,0 0,0 0,0-1,0 0,8 4,-2-3,1 1,-1-2,19 5,-11-5,0-1,21 0,56-4,3 2,-14 1,-24 6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9:45.66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73,'-1'1,"5"2,14 7,-12-7,1-1,0 1,-1-1,14 2,66-1,93-9,-130 2,-6-3,5 2,267-24,-275 26,59-5,119 3,-113-1,251-15,-293 17,-14 3,1-3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9:46.75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371 204,'-3'-3,"-1"0,0 0,0 1,-1-1,1 1,-1 0,1 0,-1 1,1 0,-1-1,0 1,0 1,0-1,0 1,1 0,-1 0,0 0,0 1,0-1,0 1,1 0,-1 1,-9 3,-12 11,0 2,-30 25,36-27,11-8,-1 1,1 0,1 1,0 0,0 0,1 0,0 1,-6 14,4-4,0 0,2 1,-9 39,12-27,8 7,6 5,-8-40,1 0,0 0,0 0,0 0,1-1,-1 1,1-1,1 0,-1 0,1 0,0-1,0 1,0-1,0-1,1 1,0-1,0 0,0 0,0 0,0-1,0 0,8 1,-8-2,0 0,0-1,0 1,-1-1,1-1,0 1,0-1,0 0,-1 0,1-1,-1 0,1 0,-1 0,1-1,-1 1,0-1,0 0,-1-1,1 1,-1-1,1 0,-1 0,0-1,-1 1,6-8,4-9,-2 0,0-1,-1 0,-1-1,-1 1,-1-2,-1 1,-1-1,3-44,-4-8,-11-148,-3 173,3 19,3 19,4 13,0 0,0-1,0 1,-1 0,1 0,0 0,0 0,-1-1,1 1,0 0,-1 0,1 0,0 0,0 0,-1 0,1 0,0 0,-1 0,1 0,0 0,0 0,-1 0,1 0,0 0,-1 0,1 0,0 0,0 0,-1 0,1 0,0 0,0 1,-1-1,1 0,0 0,0 0,-1 0,1 1,0-1,0 0,0 0,-1 1,1-1,0 0,0 0,0 1,0-1,0 0,-1 1,-10 12,9-7,0-1,0 1,1 0,-1 0,1-1,1 1,-1 10,-1 9,-9 100,6-53,2 172,5-191,1 6,7 17,3 8,-9-68,12 30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9:47.71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23 33,'0'40,"1"-17,-1 1,-1-1,-7 39,3-39,1 0,1 1,1 0,2-1,0 1,1 0,8 40,-4-31,-4-24,0 0,0 0,1-1,5 13,-1-1,-5-14,1 0,0 0,0-1,1 1,0 0,3 4,-5-9,0 0,-1 0,1 0,0 0,0 0,0 0,0 0,0-1,1 1,-1-1,0 1,0 0,0-1,1 0,-1 1,0-1,0 0,1 0,-1 0,0 1,0-1,1-1,-1 1,0 0,1 0,-1 0,0-1,0 1,1 0,-1-1,0 0,0 1,0-1,2 0,-1-1,0 1,0-1,1 0,-1 0,0 0,-1 0,1 0,0 0,-1 0,1 0,-1-1,1 1,1-5,10-37,-8 25,9-40,-2 0,6-77,-14 4,-2 173,0-19,-2 31,-2-27,2 0,0 1,2-1,6 29,-4 7,1-30,4 4,-7-31,-1 0,2 0,-1-1,0 1,5 5,-6-8,1 1,0-1,1 0,-1 0,0 0,1 0,-1 0,1 0,3 1,-2-2,-1 0,0 0,1 0,-1-1,1 0,-1 1,1-1,-1 0,1-1,-1 1,0-1,1 1,-1-1,1 0,-1-1,0 1,0 0,0-1,0 0,0 1,0-1,0-1,3-2,3-3,1 0,-2-1,1 0,-1 0,9-15,-9 10,-1 0,0-1,0 0,-2 0,0 0,-1-1,3-17,7-114,-17 64,0 25,9 6,-8 39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9:48.38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1 193,'7'0,"0"0,0-1,1 0,-1-1,0 0,0 0,0 0,-1-1,1 0,-1 0,1 0,-1-1,0 0,6-5,5-7,0-1,29-37,-28 31,-14 18,1 1,-1-1,0 1,1 0,0 0,0 0,0 1,1 0,7-4,-13 7,0 0,0 0,1 0,-1 0,0 0,0 0,1 0,-1 0,0 0,0 0,1 0,-1 0,0 0,0 0,1 0,-1 0,0 0,0 0,1 0,-1 1,0-1,0 0,1 0,-1 0,0 0,0 0,0 1,1-1,-1 0,0 0,0 0,0 1,0-1,0 0,0 0,1 1,-1-1,0 0,0 0,0 1,0-1,0 0,1 13,-1-12,-2 16,0 0,-1-1,0 0,-7 18,9-31,-14 49,-9 61,21-91,0-1,2 1,1 0,1-1,6 42,3-24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9:50.04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369 489,'-1'-1,"0"0,0 0,0 0,0 0,0 0,0 0,0 0,0 0,-1 1,1-1,0 0,0 0,-1 1,1-1,-1 1,1 0,0-1,-1 1,-1 0,-3-1,-7-2,-1 1,0 0,0 1,0 1,-20 2,-3-1,28-1,0 0,-1 1,1 1,0 0,0 0,0 1,0 0,0 0,-12 7,17-8,-1 1,1 0,0 0,-1 0,2 1,-1 0,0-1,1 1,-1 0,1 1,0-1,1 0,-1 1,1 0,0-1,0 1,0 0,1 0,-2 8,1-2,-1 11,0 0,-9 23,9-33,1 0,0 0,0 1,1-1,0 1,1-1,1 1,0-1,1 0,0 1,1-1,0 0,1 0,0-1,1 1,0-1,1 0,0 0,1-1,0 1,1-1,0-1,0 0,1 0,1-1,-1 0,1 0,19 10,-26-16,0 0,0 0,1-1,-1 1,1-1,-1 0,1 0,-1 0,1 0,0-1,-1 0,1 1,0-1,-1-1,1 1,0 0,3-2,-2 0,-1 1,0-1,1-1,-1 1,0 0,0-1,-1 0,1 0,0 0,-1-1,5-5,4-8,-1-1,-1 1,0-2,12-34,-19 46,13-37,-1-1,-2-1,-2 0,-2 0,2-48,16-220,-25 288,1-4,-2 0,0 0,-2 0,-5-29,2 46,0 11,-5 22,-1 36,-10 346,22-308,4-1,29 140,-7-130,-18-73,-1-6,-8-21,1 0,0 0,0 0,0-1,0 1,0 0,1-1,-1 0,1 0,0 0,-1 0,1 0,0 0,0-1,0 1,1-1,4 1,5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9:50.57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197 0,'-6'5,"0"0,1 0,-1 0,1 1,1 0,-1 0,1 0,-6 12,1 1,-10 36,12-34,-14 30,1-11,-26 77,46-117,-8 26,-5 33,11-31,2-25,0 0,1 1,0-1,-1 0,1 0,0 0,0 0,2 3,0-2,-1 0,1 0,0-1,0 1,0-1,4 4,29 17,10-6,-1-9,7-6,-4-5,-1-3,-3-2,-42 7,9-2,0 0,0 0,0-1,0-1,-1 0,14-6,-16 1,-9 1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9:51.08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53,'1'1,"-1"0,0 1,0-1,1 0,-1 0,0 0,1 0,-1 0,1 1,0-1,-1 0,1 0,0-1,0 1,-1 0,1 0,0 0,0 0,0-1,0 1,0 0,0-1,0 1,0-1,0 1,1-1,-1 0,0 1,0-1,0 0,1 0,-1 0,2 0,7 1,1 0,0-1,11-2,-3 1,38 1,0-2,99-16,-109 9,-5 2,4 2,12 1,127-8,-80 5,108-2,-106 6,2 2,0 1,3 0,-5 0,-12 1,-13 1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9:52.03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383 447,'-18'-1,"1"-1,0 0,-29-9,26 6,-1 0,-23-1,37 5,0 1,0 0,0 0,1 1,-1 0,0 0,0 0,0 1,1 0,-1 0,1 1,0 0,0 0,-1 0,2 1,-1 0,0 0,1 0,0 1,0 0,0 0,1 0,0 0,0 1,0 0,0 0,-2 7,-1 2,1 1,0 0,2 0,0 0,0 1,2 0,-2 22,4-32,0 1,0 0,1-1,0 1,1-1,-1 0,1 1,1-1,-1 0,1 0,0 0,1-1,0 1,0-1,0 0,1 0,0 0,9 8,-10-10,0-1,0 1,0-1,1-1,-1 1,1 0,0-1,0 0,0 0,0-1,10 2,-12-2,0-1,0-1,0 1,0 0,1-1,-1 0,0 0,-1 0,1 0,0 0,0 0,0-1,-1 1,1-1,0 0,-1 0,0 0,1 0,-1 0,0 0,3-5,7-8,1-1,-1 1,-1-2,0 1,-1-1,12-28,-6-5,-2-1,-2 0,-3-1,-2 0,-2 0,-2-1,-6-64,2 93,-7-88,7 109,0 0,0 0,0 0,0 0,-1 0,1 0,-1 0,1 0,-4-3,-3-6,3 49,-3 22,3-20,-2 48,3 80,1-66,10 132,-2-173,-4-37,0 0,2 0,9 36,-10-54,1 0,-1 0,1-1,0 1,0-1,1 1,-1-1,1 0,0-1,0 1,0-1,1 1,-1-1,11 4,-4-6,-2-4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9:52.92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36 1,'1'70,"0"-21,-5 57,1-87,-10 34,9-40,0 1,1 0,0 1,0 20,2-14,2 0,1 0,0 0,8 29,-7-44,1 1,-1-1,1 1,0-1,0 0,1-1,-1 1,1-1,9 8,-13-13,-1 0,1 0,-1 1,1-1,-1 0,1 0,-1 0,1 0,-1 0,1 0,-1 0,1 0,-1 0,1 0,-1 0,1 0,-1 0,1-1,-1 1,1 0,-1 0,1 0,-1-1,1 1,-1 0,1-1,-1 1,0 0,1-1,14-15,-9 8,0 1,-1-1,1 1,-2-2,1 1,-1 0,0-1,-1 1,0-1,0 0,-1-1,2-13,0 5,11-34,-6 26,-2-1,7-37,-9 37,0-33,-6 35,-1 20,0 7,-4 16,0 0,1 1,1 0,1 0,0 0,2 0,0 1,1-1,1 0,1 0,6 29,4-18,4 3,9 0,-21-29,0 0,0-1,1 1,-1-1,10 5,-11-7,1 1,0-1,-1 0,1 0,0 0,0 0,-1-1,1 1,0-1,0 0,0 0,0-1,-1 1,1-1,5-1,-3 0,-1 0,1-1,-1 0,0 0,0 0,0 0,0-1,0 0,4-4,0-2,0-1,-1 1,0-1,-1 0,0-1,-1 0,-1 0,6-15,-7 11,-1 1,-1 0,-1 0,0-1,-1 1,-3-29,1-13,1 41,1 0,-2 0,0 0,-1 0,-1 1,-9-26,8 33,-2 3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9:53.48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45 119,'1'0,"1"0,0 0,0 1,-1-1,1 0,0 1,-1-1,1 1,-1 0,1-1,0 1,-1 0,0 0,1 0,-1 0,1 0,-1 0,0 1,0-1,0 0,0 1,0-1,0 1,1 2,-5-6,0 0,0 0,0 0,0 1,0-1,-1 1,1 0,0 0,-1 0,-4 0,-21-8,28 9,0-1,0 1,1-1,-1 1,0-1,1 1,-1-1,0 0,1 1,-1-1,1 0,-1 1,1-1,-1 0,1 0,0 0,-1 1,1-1,0 0,0 0,-1 0,1 0,0 0,0 1,0-1,0 0,0 0,0 0,0 0,1 0,-1 0,0 1,0-1,1 0,-1 0,0 0,1 1,-1-1,1 0,-1 0,1 1,0-1,0-1,1 0,1-1,-1 1,0-1,1 1,-1 0,1 0,0 0,0 0,-1 1,1-1,4-1,6-1,-1-1,1-1,21-13,6-3,-39 21,1 1,0 0,0-1,-1 1,1 0,0 0,0 0,0 1,-1-1,1 0,0 1,0-1,-1 1,1-1,2 2,-4-2,1 0,-1 0,1 1,-1-1,1 0,-1 0,1 0,-1 1,1-1,-1 0,1 1,-1-1,1 0,-1 1,1-1,-1 1,0-1,1 0,-1 1,0-1,1 1,-1-1,0 1,0-1,0 1,1 0,-1-1,0 1,0-1,0 1,0-1,0 1,0 0,0-1,0 1,0-1,0 1,0-1,0 1,-1-1,1 1,0 0,0-1,-1 1,1-1,-1 1,-7 10,0 0,1 0,-8 15,-6 10,-11 1,25-30,1-1,0 1,-7 10,11-14,1 0,-1 0,1 0,0 0,-1 0,2 1,-1-1,0 0,1 0,-1 1,1-1,0 7,0-5,1 0,0 0,0-1,0 1,0 0,1-1,0 1,-1-1,2 1,-1-1,1 0,-1 0,1 0,0 0,0 0,6 4,2 0,-1 0,1-1,1-1,-1 0,15 5,3 1,1-2,1-1,49 7,-56-11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9:54.65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546 597,'-1'-2,"1"0,-1 0,0 0,1 0,-1 0,0 0,0 1,0-1,0 0,-3-2,-7-16,9 15,1 1,-1-1,0 1,0 0,-1 0,1 0,-1 0,-6-7,4 6,1-1,0 0,0-1,-2-6,4 9,0 0,0 0,0 0,-1 0,1 1,-1-1,0 1,0 0,0-1,-8-4,5 5,0 0,0 0,-1 0,1 1,-1 0,0 1,0 0,1 0,-1 0,0 0,0 1,-12 2,-9 1,-49 13,52-10,15-4,-1 1,0 1,0-1,1 2,0-1,0 1,0 1,0 0,1 0,0 1,-15 15,-1 7,2 9,19-28,-1 0,2 0,-4 11,5-4,-1-1,2 0,0 0,1 1,1-1,0 1,1-1,1 0,0 0,1 0,1-1,7 16,-3-9,1-2,1 1,1-1,1-1,0 0,1-1,34 33,-42-46,0 0,0 0,1 0,0-1,-1 0,2 0,-1-1,0 0,1 0,-1-1,12 2,-13-3,0 0,-1-1,1 0,0 0,0-1,0 1,0-1,-1 0,1-1,0 0,-1 0,0 0,1 0,-1-1,0 0,5-3,3-5,0 1,0-2,-2 0,1 0,-2-1,0 0,0-1,-1 0,-1-1,9-19,2-16,25-96,-41 137,14-57,-3-1,-3 0,5-127,-13 52,-4 100,-1 2,2-23,-2 47,2 16,0 0,0 0,0 0,0 0,0 0,-1 0,1 0,0 0,0 0,0 0,0 0,0 0,0 0,0 0,0 0,-1 0,1 0,0 0,0 0,0 0,0 0,0 0,0 0,0 0,0 0,-1 0,1 0,0 0,0 0,0 0,0 0,0 0,0 0,0 0,0 1,0-1,0 0,0 0,0 0,-1 0,1 0,0 0,0 0,0 0,0 0,0 1,0-1,0 0,0 0,0 0,0 0,0 0,0 0,0 0,0 0,0 1,0-1,0 0,-7 29,-4 76,3-26,-1 25,5-48,1 68,5 0,5 0,24 122,-28-228,1 0,6 17,-9-31,1 0,-1 0,1-1,-1 1,1-1,0 1,1-1,-1 0,0 1,1-1,0-1,-1 1,1 0,1-1,5 5,3-6,1-3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9:55.19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166 0,'-13'33,"-23"42,20-44,6-11,-40 87,37-70,-10 41,21-67,1 0,0 0,0 1,1-1,0 0,1 0,1 0,3 13,3 3,4-2,-10-22,1 0,0-1,-1 1,1-1,0 0,0 0,1 0,3 2,2 0,0-1,0 0,18 3,49 3,15-8,-10-1,-36 2,-45-2,0 0,0 0,1 0,-1 0,0 0,0 0,0 0,0 1,1-1,-1 0,0 0,0 0,0 0,0 1,0-1,0 0,1 0,-1 0,0 0,0 1,0-1,0 0,0 0,0 0,0 1,0-1,0 0,0 0,0 0,0 1,0-1,0 0,0 0,0 0,0 1,0-1,0 0,-1 0,1 0,0 1,0-1,0 0,0 0,0 0,0 0,-1 1,1-1,0 0,0 0,0 0,0 0,-1 0,1 0,0 0,0 0,0 1,0-1,-1 0,1 0,0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9:55.63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0 146,'34'0,"0"-1,-1-2,0 0,53-14,107-31,-137 35,7-2,13 3,24 3,14 1,10 0,278-1,-323 9,-79 1,-3 0,-16 6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9:57.22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191 463,'-23'-13,"19"10,0 0,-1 1,1-1,-1 1,0 0,0 0,-5-1,4 3,-37-15,32 11,5 1,1 1,0 0,-1 0,0 1,-6-1,10 3,1 0,0 0,0 0,-1 0,1 1,0-1,0 0,0 1,1-1,-1 1,0-1,0 1,1-1,-1 1,1-1,0 1,-1 3,0-1,-2 8,1 1,0-1,1 1,0-1,1 1,1-1,0 1,4 17,1 44,-6-67,0 1,1-1,-1 0,1 0,1 0,-1 0,1 0,0-1,1 1,-1 0,1-1,1 1,-1-1,1 0,0-1,1 1,-1 0,1-1,0 0,1 0,-1-1,1 0,0 1,0-2,0 1,10 3,-14-6,-1 0,1-1,0 0,0 1,0-1,0 0,0 0,0 0,0 0,0 0,0 0,0-1,0 1,0-1,0 1,0-1,0 0,2-1,33-23,-22 13,-10 9,-1-1,1 0,-1-1,0 1,0 0,-1-1,1 0,-1 0,0 0,-1-1,4-7,1-8,9-38,-10 33,4-29,-2 0,-3 0,-1-56,1-13,-4 111,-1 0,0 1,-1-1,0 0,-1 0,0 1,-1-1,0 1,-1 0,-1 0,0 0,-9-15,11 17,10 12,-5-1,0 0,0 0,-1 0,1 0,-1 1,1-1,-1 1,0-1,1 1,-1 0,0-1,1 3,1 13,0-1,-1 1,-1-1,0 1,-3 21,2-3,-1 50,9 240,-3-289,2 1,14 43,3 14,-23-88,0 0,1 0,0 0,0 0,0-1,1 1,-1-1,1 1,0-1,1 0,0 0,-1-1,1 1,1-1,-1 0,9 6,3-2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9:57.80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215 120,'28'9,"-17"-7,-10-3,-5-2,-24-22,-14-8,34 25,-1 0,0 1,0 0,-1 1,0 0,0 0,-1 1,1 1,-17-6,25 10,0 0,0-1,0 1,0 0,-1 0,1 0,0 0,0 0,0 1,0-1,0 1,0-1,0 1,0 0,0 0,0 0,0 0,0 0,1 0,-1 0,0 1,1-1,-1 1,1-1,-1 1,1 0,0-1,0 1,0 0,0 0,0 0,0 0,0 0,0 0,1 0,-1 4,-2 5,2 0,-1 1,1-1,1 0,1 17,0-19,-2-5,1 0,0 1,1-1,-1 0,1 0,-1 0,1 0,1 0,-1 0,0 0,1 0,0 0,0-1,0 1,0-1,1 1,-1-1,1 0,0 0,3 3,17 12,25 16,-44-32,-1 0,1-1,-1 1,1-1,0 0,0 0,-1 0,1-1,0 1,0-1,0 0,0 0,-1 0,1 0,0-1,0 0,0 0,-1 0,1 0,0 0,-1-1,1 0,-1 1,0-1,1-1,-1 1,0 0,0-1,-1 1,1-1,0 0,-1 0,0 0,1 0,-1-1,0 1,-1-1,1 1,-1-1,0 1,1-1,-1 0,-1 0,1 1,-1-1,1 0,-1 0,0 0,-2-7,1 5,0 0,-1 0,0 0,0 1,-1-1,0 0,0 1,0 0,0 0,-1 0,0 0,0 0,0 1,-1 0,1 0,-1 0,0 0,0 1,0 0,-1 0,1 0,-1 1,0 0,0 0,1 0,-9-1,-2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49:58.33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85 575,'-59'0,"59"0,-1 0,1-1,0 1,-1-1,1 1,0-1,-1 1,1-1,0 1,0 0,0-1,-1 1,1-1,0 1,0-1,0 0,0 1,0-1,0 1,0-1,0 1,0-1,0 1,1-1,-10-44,3-2,3 35,1 1,1-1,0 0,1 1,0-1,3-23,5 0,3-14,9-79,-19 91,-1-16,0 48,-2-5,-5-17,3 6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10.83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52,'20'-5,"1"1,0 1,36-1,-28 3,31-6,-19-1,-3 0,41-2,-67 9,1 1,-1 0,1 1,-1 0,1 1,-1 1,16 4,-11-1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11.86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23,'0'1,"-1"0,1 0,0 0,0 0,0 0,0 0,0 0,1 0,-1-1,0 1,0 0,1 0,-1 0,0 0,1 0,-1 0,1 0,-1-1,1 1,-1 0,1 0,0-1,-1 1,1 0,0-1,-1 1,1-1,0 1,0-1,0 1,0-1,0 0,-1 1,1-1,0 0,0 0,0 1,0-1,0 0,0 0,0 0,0 0,0 0,0-1,1 1,49 2,-33-1,0 0,-1-1,1-1,0-1,20-4,7-6,-1 2,2 2,-1 1,87 1,-75 9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22.73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1 176,'18'-18,"0"1,2 1,26-18,-30 22,1 1,0 0,0 2,1 0,1 0,0 2,31-9,-31 13,-1 1,1 1,-1 0,1 2,-1 0,20 4,-11-2,-18-2,1 0,0 0,-1 1,1 1,-1 0,11 4,-17-5,-1-1,1 1,-1 0,1 0,-1 0,0 0,0 0,0 0,0 1,-1-1,1 0,0 1,-1 0,0-1,0 1,1 0,-2 0,1 0,0 0,-1-1,1 1,-1 0,0 0,0 6,-1 6,0 0,-2 0,1 0,-2-1,0 1,-1-1,0 0,-1 0,-1 0,0-1,-15 21,-6 4,-2-1,-49 45,75-77,-12 9,2 1,0 1,0 1,-12 21,3-5,16-24,0 1,1 0,-7 13,13-22,-1 0,1 1,0-1,0 0,0 0,0 0,0 1,0-1,0 0,1 0,-1 0,0 0,1 1,-1-1,0 0,1 0,0 0,-1 0,1 0,0 0,-1 0,2 1,-1-1,0 0,0-1,-1 1,1 0,0 0,0-1,0 1,0 0,0-1,0 1,0-1,0 0,0 1,0-1,0 0,0 1,0-1,1 0,-1 0,1 0,26-3,-18 1,12 0,8 0,12-4,20-4,421-32,-469 42,1-2,0 2,0 0,18 2,-22-1,-12-1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23.45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1 101,'106'1,"225"-9,-260 1,14-6,12-1,3-1,10 3,3 0,2 0,-7 5,-10 6,-15 1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24.4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32 510,'0'-1,"-1"-1,1 1,-1 0,1 0,-1-1,1 1,-1 0,0 0,0 0,0-1,0 1,-2-1,-6-12,5 2,2 0,0 0,0 0,1-1,0 1,1 0,3-18,-2-9,-1 14,0 0,2 1,1-1,0 1,8-24,-5 29,6-36,-11 49,-1 0,1-1,-1 1,0 0,0 0,-1 0,0 0,0-1,-3-8,1 6,5 13,6 17,-3-9,-2 1,1 0,-2 0,0 0,0 1,-2-1,1 0,-4 26,0-21,0 1,2 0,0 0,0 0,2 0,1 0,0 0,1 0,1-1,9 27,-4-21,-9-24,0 0,1 0,-1 1,0-1,1 0,-1 0,0 0,1 0,-1 0,0 0,1 0,-1 0,0 0,0 0,1 0,-1 0,0 0,1 0,-1 0,0 0,1 0,-1 0,0-1,1 1,-1 0,0 0,0 0,1 0,-1-1,0 1,0 0,1 0,-1-1,0 1,0-1,6-8,-5 9,3-9,0 0,0 0,-1-1,3-10,-3 8,0 1,1 0,7-14,19-40,-24 48,2 1,-1 0,2 0,13-19,-11 22,0 0,0 1,1 0,1 1,0 0,15-8,-6 6,-16 13,0 0,-3-1,1 0,-1 0,1 1,0 0,-1-1,1 1,-1 0,1 1,0-1,-1 1,1 0,0-1,-1 2,0-1,1 0,-1 1,0-1,1 1,2 3,-1-1,-2 0,1 0,0 1,-1-1,0 1,0 0,0 0,2 7,0-1,2 2,-1 1,0 0,-1 0,0 0,-1 1,-1 0,0 0,-1 0,0 25,-2-38,8 212,-6-206,-1 1,1-1,1 1,4 9,1 4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25.76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661 1,'-30'0,"-1"2,1 0,-35 9,-48 8,-47 11,124-19,1 2,30-11,-1 1,1 0,0 0,1 1,-1-1,0 1,1 0,0 0,-6 8,9-11,0 0,0 1,0-1,0 0,0 1,1-1,-1 1,1 0,-1-1,1 1,-1-1,1 1,0 0,0-1,0 1,0 0,0-1,0 1,0-1,0 1,1 0,-1-1,1 1,-1-1,1 1,0-1,-1 1,1-1,0 1,0-1,0 0,0 1,0-1,0 0,1 0,-1 0,0 0,3 1,9 6,1-1,0-1,0 0,1 0,-1-2,1 0,18 2,-6 0,78 16,-47-11,75 24,-106-28,-22-6,0-1,-1 1,0 0,1 1,-1-1,0 1,1 0,-1 0,0 0,0 0,-1 1,6 4,-8-6,-1 0,1 0,-1 0,1 0,-1 0,0 0,0 0,0 0,1 0,-1 0,0 0,0 0,-1 0,1 0,0 1,0-1,0 0,-1 0,1 0,0 0,-1 0,1 0,-1 0,1-1,-1 1,0 0,1 0,-1 0,0 0,0-1,0 1,1 0,-2 0,-29 22,-37 17,39-26,-8 5,-11 6,-13 8,-17 13,-9 9,87-55,-22 13,2 1,0 1,0 0,1 2,-20 24,-28 50,67-90,-1-1,1 1,-1-1,1 0,0 1,-1-1,1 1,-1-1,1 1,0-1,0 1,-1-1,1 1,0-1,0 1,0-1,0 1,0 0,-1-1,1 1,0-1,0 1,0-1,1 1,-1 0,0-1,0 1,0-1,0 1,0-1,1 1,-1-1,0 1,0-1,1 1,-1-1,0 1,1 0,7 4,-1 0,1 0,0 0,1-1,-1-1,13 5,12 0,9 0,19-4,29-4,33-4,18 0,19 1,-9 2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27.20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40 350,'0'-26,"-1"0,-2 0,-8-40,6 40,-1-41,-1-5,1 43,5 17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27.56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0,'0'0,"8"8,0-1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27.95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33 0,'-27'0,"21"0,20 0,13 0,28 0,64 8,-115-8,0 1,0-1,0 1,-1-1,1-1,0 1,5-1,-11-3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28.34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1,'354'0,"-337"0,2 3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28.71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0 124,'1'0,"0"0,0 0,0-1,0 1,0 0,0 0,0 0,0-1,-1 1,1-1,0 1,0-1,0 1,0-1,-1 1,1-1,0 0,-1 1,1-1,0 0,0 0,9-22,-9 21,0-1,0 1,0-1,0 1,1-1,-1 1,0 0,1-1,0 1,0 0,-1 0,3-2,13-5,31-13,-2 1,-44 20,0 1,-1-1,1 0,0 0,-1 1,1-1,0 1,0-1,0 1,-1 0,1 0,0 0,0 0,0 0,0 0,0 0,-1 1,1-1,0 1,0-1,2 2,-2 0,1-1,-1 1,0 0,0 0,1 0,-1 1,-1-1,1 0,0 1,0-1,2 6,1 6,0 0,0 0,-2 0,3 17,-5-26,4 29,-3 0,-1 42,-1-53,0-19,0-6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29.63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0 503,'2'-2,"0"1,0-1,-1 0,1 0,0 0,-1 0,0-1,1 1,-1 0,0-1,0 1,-1 0,1-1,0 1,0-4,-1 1,-1-1,1 1,-1-1,0 1,-1 0,-1-6,2 5,0-1,1 0,0 1,0-1,0 0,1 0,0 1,1-1,-1 1,1-1,0 1,1 0,5-10,-4 7,-1 0,0 1,0-1,0-1,-1 1,1-17,-4 0,-5-31,2 29,-1-36,13 100,-2 23,-4-48,-1 0,0 1,0-1,-1 0,0 1,-3 13,1-19,1 1,0 0,0 0,1 0,0 1,0-1,0 0,1 0,0 0,1 0,0-1,0 1,3 7,-3-9,10 16,-6-18,-1-13,-1-4,0 1,12-22,-10 21,28-52,-24 48,0 0,-1 0,-1-1,-1 0,6-27,-12 40,0 0,1 0,0 0,0 1,0-1,1 0,0 1,0 0,0 0,5-6,-5 8,-1 1,1-1,0 1,0-1,0 1,0 0,0 0,0 0,0 1,1-1,-1 1,1 0,-1 0,1 0,-1 0,1 1,0-1,3 1,-6 0,-1 0,1 0,0 0,-1 1,1-1,-1 0,1 0,0 0,-1 1,1-1,-1 0,1 1,-1-1,1 0,-1 1,1-1,-1 1,0-1,1 1,-1-1,1 1,-1-1,0 1,0-1,1 1,-1-1,0 1,0 0,0-1,1 1,1 25,0-11,6 29,3 1,17 42,-23-74,-4-10,0 0,0 0,0 0,-1 0,1 0,-1 0,0 0,1 3,4 54,-1-26,3-1,13 46,-15-66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30.22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150 1,'0'3,"-1"0,1 1,-1-1,0 0,-1 0,1 0,0 0,-4 5,-5 15,-68 234,65-187,5-28,0 14,-2 15,3-1,3 73,5-44,5 2,32 101,-12-109,9-9,-22-59,18 29,-7-21,1-2,55 55,-10-24,1-6,9-3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31.38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279 1,'-24'0,"24"1,-1 0,1 0,0 0,0 0,0 0,0 0,1 0,-1 0,0 0,0 0,1-1,-1 1,0 0,1 0,-1 0,1 0,0 1,0 0,0 2,0 0,0 1,0-1,0 1,-1-1,0 1,0-1,0 1,0-1,-1 1,0-1,-1 6,-3 6,-13 31,2-8,-13 43,-15 26,26-72,-6 10,-8 18,-5 9,0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31.88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234 341,'-1'-2,"0"1,0-1,0 0,0 0,0 0,0 1,0-1,0 0,-1 1,1-1,-3-1,-14-20,8 3,5 8,-1 0,-12-18,-22-21,14 20,-31-52,49 70,4 7,0-1,1 1,0-1,-4-11,7 19,0-1,0 0,0 0,0 0,0 0,0 0,0 1,0-1,0 0,0 0,0 0,0 0,0 1,0-1,0 0,0 0,0 0,0 0,0 0,0 1,0-1,0 0,0 0,0 0,0 0,0 0,0 0,0 1,-1-1,1 0,0 0,0 0,0 0,0 0,0 0,0 0,-1 0,1 0,0 1,0-1,0 0,0 0,0 0,-1 0,1 0,0 0,0 0,0 0,0 0,0 0,-1 0,1 0,0 0,0 0,0 0,0 0,0-1,-1 1,1 0,0 0,0 0,0 0,0 0,0 0,0 0,-1 0,1 0,0-1,0 1,-3 7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32.59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48 149,'0'1,"0"0,0-1,0 1,0 0,0 0,0 0,0 0,1 0,-1 0,0 0,1-1,-1 1,1 0,-1 0,2 1,0 0,0-1,0 1,0-1,0 0,0 0,0 1,0-1,5 1,-7-2,0-1,1 1,-1 0,0 0,1-1,-1 1,0 0,0-1,1 1,-1 0,0-1,0 1,0-1,0 1,1 0,-1-1,0 1,0 0,0-1,0 1,0-1,0 1,0 0,0-1,0 1,0-1,0 1,-1-1,1-12,0 13,-2-13,-1 0,-1 0,0 1,-1-1,0 1,-1 0,0 1,-10-15,6 14,-7-3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32.98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12 1,'-3'0,"-1"0,0 0,12 0,24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33.45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50,'15'-1,"0"-1,1 0,23-7,-23 4,1 2,20-3,181-14,-198 19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34.15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32 849,'-2'-1,"1"1,0 0,0 0,-1 0,1-1,0 1,0-1,-1 1,1-1,0 1,0-1,0 0,0 0,0 1,0-1,0 0,0 0,0 0,0 0,1 0,-1 0,0 0,1 0,-1-1,0 1,1 0,0 0,-1-1,1 1,0 0,-1 0,1-3,-1-6,0 0,1 0,1-15,0 8,-3-124,1-95,3 202,0-6,6-9,7-18,-11 53,1 1,1-1,10-18,-9 22,-1 0,1 1,1 0,15-15,-17 19,1 0,-1 0,1 0,0 1,0 0,9-4,-10 6,0 1,1-1,-1 1,0 0,9 0,-14 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35.28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65,'13'0,"-2"0,5 0,-7 0,-1 0,16-5,11 1,17-4,-7-4,4 4,-5-5,-4 10,-12-1,-4-1,3 2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36.97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135 1,'-9'14,"1"0,0 1,1 0,1 0,1 1,-4 15,-4 10,-11 55,17-62,-6 11,-1 11,5 19,6-17,3 0,3-1,2 0,2 0,24 90,-27-136,0 1,1-1,0 0,0 0,12 15,-14-21,0-1,1 1,0-1,0 0,1 0,-1 0,1 0,-1-1,1 0,0 0,1 0,9 3,12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38.37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53 9,'-40'0,"40"1,-1-1,1 1,-1 0,1-1,0 1,-1-1,1 1,0 0,0-1,-1 1,1-1,0 1,0 0,0-1,0 1,0 0,0 0,0-1,0 1,0 1,0-1,-5 38,2 0,2 43,3-59,0 0,1-1,1 1,14 43,-8-26,-9-33,0-1,1 0,0 0,0 1,0-1,1-1,-1 1,5 6,-3-7,-1 1,1-1,0 0,1-1,-1 1,1-1,0 0,0 0,11 6,-8-6,-7-3,0-1,0 1,0 0,0-1,0 1,0-1,0 1,0-1,0 0,0 1,0-1,0 0,0 0,1 0,-1 0,0 0,0 0,0 0,0 0,0 0,0 0,1-1,-1 1,0 0,0-1,0 1,0-1,0 1,0-1,0 0,0 1,-1-1,1 0,0 1,0-1,0 0,-1 0,1 0,0-1,5-8,0 0,-1 0,0 0,0 0,5-21,-2 6,3-3,-2 0,0-1,-2-1,-2 1,0-1,0-32,-5 18,-2 60,1-8,1 0,-1-1,2 16,7 19,2 27,-7-53,0 1,1 0,0-1,2 0,0 0,0 0,2-1,12 20,-8-15,3-3,2-3,-15-13,0 0,0 0,0 0,0-1,0 1,0 0,0-1,0 0,4 1,-3-2,1 1,-1-1,1 0,-1 0,1 0,-1-1,0 1,1-1,-1 0,0 0,0 0,0 0,-1 0,1-1,0 1,-1-1,0 0,4-5,5-8,0-1,9-21,-12 23,2-7,0 0,-2-1,-1 0,-1-1,6-34,-6 7,0-77,-6 126,0 1,0-1,-1 0,1 1,-1-1,1 0,-1 1,1-1,-1 1,-1-3,-5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38.88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1 190,'1'-5,"0"1,0-1,0 1,0-1,1 1,0 0,0-1,0 1,1 0,-1 0,7-7,-5 6,-1 0,1 0,-1-1,0 0,4-9,-5 8,-2 4,1-1,0 1,0-1,0 1,1-1,-1 1,1 0,0 0,0 0,0 0,0 0,0 0,1 1,-1-1,4-2,7-8,-12 11,1 1,-1-1,1 0,-1 1,1-1,0 1,0 0,4-3,-5 4,0 0,0 0,0 0,0 0,0 0,-1 0,1 0,0 0,0 0,0 1,0-1,0 0,0 1,0-1,0 0,-1 1,1-1,0 1,0-1,-1 1,1 0,0-1,-1 1,1 0,0-1,-1 1,1 1,2 4,0-1,0 1,-1 0,0 0,0 0,-1 0,0 0,0 0,0 0,-1 12,2 3,2 103,-4-85,0-34,-1 0,1 0,0 0,0 0,0 0,1 0,0 0,0 0,0 0,0 0,1-1,0 1,0 0,5 7,-7-12,0 1,0-1,0 0,0 0,0 0,0 0,1 1,-1-1,0 0,0 0,0 0,0 0,0 0,1 0,-1 1,0-1,0 0,0 0,1 0,-1 0,0 0,0 0,0 0,0 0,1 0,-1 0,0 0,0 0,0 0,1 0,-1 0,0 0,0 0,0 0,1 0,-1 0,0 0,0 0,0 0,1-1,-1 1,0 0,0 0,0 0,0 0,0 0,1 0,-1-1,0 1,0 0,0 0,0 0,0 0,0-1,0 1,0 0,0 0,8-8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39.26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1,'0'9,"1"-1,0 1,1 0,0 0,0-1,1 1,0-1,0 0,1 0,0 0,9 12,6 6,1-2,23 23,19 21,-61-66,16 21,2-1,27 27,-37-42,35 41,-31-31,3-1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39.64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268 1,'0'1,"0"-1,0 1,0 0,0 0,0 0,0 0,0 0,-1 0,1 0,0 0,-1 0,1 0,0-1,-1 1,1 0,-1 0,0 0,1-1,-1 1,0 0,1-1,-1 1,0-1,1 1,-1 0,0-1,0 0,0 1,0-1,0 1,-1-1,-14 9,12-5,0 1,1-1,-1 1,1 0,0 0,1 0,-1 0,1 1,0-1,0 1,1-1,0 1,-1 6,-8 23,3-20,0-1,-1 0,0-1,-13 16,-18 30,13-16,16-28,1 1,1 0,0 1,1-1,-8 27,3-2,8-32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40.17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89,'0'20,"0"-19,1-1,-1 0,1 1,-1-1,0 1,1-1,-1 0,1 1,-1-1,1 0,-1 0,1 1,-1-1,1 0,-1 0,1 0,-1 0,1 0,0 0,-1 0,1 0,-1 0,1 0,-1 0,1 0,-1 0,1 0,-1 0,2-1,18-3,-15 2,0-1,-1 1,1-1,-1 0,1-1,-1 1,0-1,0 0,0 0,-1 0,1 0,-1-1,0 1,4-9,0 1,7-3,-12 13,0 1,-1-1,1 0,-1 1,1-1,-1 0,1 0,1-4,-11 32,2-1,-3 32,2-17,4-23,1-1,0 22,2-34,0 0,0-1,0 1,1 0,0 0,-1 0,1 0,0 0,1-1,-1 1,1 0,0-1,0 1,4 5,-2-4,-4 2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40.66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0,'0'23,"0"-22,0-1,0 0,0 1,0-1,0 0,0 1,1-1,-1 0,0 1,0-1,0 0,0 1,1-1,-1 0,0 1,0-1,0 0,1 0,-1 1,0-1,1 0,-1 0,0 1,0-1,1 0,1 2,26 53,-24-49,0 1,-1 0,0-1,0 2,-1-1,1 0,-2 0,1 1,-1-1,1 11,3 22,-3-32,0 1,-1-1,-1 1,1 0,-1-1,-3 17,1-15,1-1,-1 0,2 1,-1-1,1 0,2 19,-1-10,0 5,-1-22,0 0,0 0,1-1,-1 1,0 0,0 0,1-1,-1 1,0 0,1-1,-1 1,1 0,-1-1,1 1,-1-1,1 1,-1 0,1-1,0 0,-1 1,1-1,0 1,4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41.06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1,'32'-1,"1"2,-1 1,50 10,15 1,-42-8,31 8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41.86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31 1,'-1'0,"0"0,0 0,0 0,0 0,-1 0,1 0,0 0,0 0,0 0,0 1,0-1,0 1,0-1,0 0,0 1,0 0,0-1,0 1,0 0,0-1,1 1,-1 0,0 0,-1 1,1 1,0 0,1 0,-1 0,1 0,-1 0,1 0,0 0,0 4,0 30,4 105,-2-126,0 0,1 0,1 0,1 0,0 0,10 21,5 14,-19-44,1 0,1 1,-1-2,1 1,0 0,1-1,0 1,0-1,0 0,1 0,6 6,-11-11,1-1,-1 0,1 1,-1-1,1 0,0 1,-1-1,1 0,0 0,-1 1,1-1,0 0,-1 0,1 0,0 0,-1 0,1 0,0 0,-1 0,1 0,0-1,-1 1,1 0,-1 0,2-1,15-14,-14 10,1-1,-1 1,0-1,4-10,47-177,-49 168,-1-1,-2 0,0-41,-3 47,-1 14,2 11,6 33,-4-15,0 0,1 0,2-1,0 1,1-1,2 0,17 38,-18-40,-5-10,2-1,-1 0,1 0,8 16,5 4,5 5,-19-30,0-1,0 1,1-1,0 1,0-1,5 3,-6-4,0-1,0 1,0-1,0 0,1 0,-1 0,0 0,8 0,-9 0,1-1,0-1,-1 1,1 0,0-1,-1 1,1-1,-1 0,1 0,-1 0,4-2,-3 1,1 0,-1-1,0 1,-1-1,1 0,0 1,-1-1,3-5,6-10,-2-2,0 0,-1 0,-1 0,5-26,10-24,-19 59,0 0,0-1,-1 1,0 0,-1-1,-1 1,0-1,-1-12,-3-2,-1-1,-10-33,15 59,0 0,-1 1,1-1,0 0,0 0,-1 0,1 1,0-1,-1 0,1 1,-1-1,1 0,-1 1,1-1,-1 0,0 1,1-1,-1 1,-1-1,2 1,-1 0,1 0,0 0,-1 1,1-1,0 0,-1 0,1 0,0 1,-1-1,1 0,0 1,0-1,-1 0,1 1,0-1,0 0,-1 1,1-1,0 0,0 1,0-1,0 1,0-1,0 0,0 1,-1-1,1 1,0-1,0 1,1-1,-1 0,0 1,0-1,0 1,0 0,2 2,4-2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42.37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44 117,'9'-7,"0"1,-1-2,0 1,10-12,5-5,17-21,-55 63,7-7,-1-1,0 0,-16 12,20-18,0 1,0 0,0 0,0 1,1-1,0 1,-7 13,-18 47,25-58,1 0,0 0,1 0,0 0,0 0,0 1,0 12,2-17,1 0,-1 0,0 0,1 0,0 0,0 0,0 0,1 0,-1 0,1 0,0-1,0 1,0-1,0 1,5 4,-5-6,1 0,-1 0,1 0,0 0,0-1,0 1,0-1,0 0,0 1,0-2,6 2,38 4,-43-5,5 0,0-1,0 1,-1-1,1-1,0 0,-1 0,1-1,0 0,-1 0,0-1,1 0,8-5,-2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42.74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1,'1'2,"-1"0,0 0,1 0,0 0,-1 0,1 0,0 0,0 0,0 0,0 0,0 0,1-1,-1 1,0 0,1-1,2 3,32 23,-23-19,-4 0,0 0,0 1,-1-1,14 19,-14-16,1-1,0 1,12 9,-5-7,11 9,-2 1,0 1,-2 1,39 53,-36-50,12-3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43.13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244 1,'0'1,"0"0,0 0,-1 0,1 0,-1 0,1 0,-1 0,1 0,-1 0,1 0,-1 0,0 0,0 0,1 0,-1 0,0-1,0 1,0 0,0-1,0 1,-1 0,-13 12,11-4,0 0,0 0,1 0,-5 19,5-16,0 0,-8 17,-43 68,34-63,-28 63,39-75,-14 42,14-42,-2-3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43.64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5,'192'0,"-177"-3,-5 1,-10 3,0 0,0-1,0 1,0-1,0 1,0 0,0-1,0 1,0 0,0-1,0 1,-1-1,1 1,0 0,0-1,-1 1,1-1,0 1,0-1,-1 2,-4 4,1 1,-1-1,0 0,-1 0,1 0,-1-1,0 1,0-2,-1 1,0-1,-7 4,3-1,0 1,-19 16,20-15,4-4,0 0,1 1,0-1,0 1,0 0,0 0,1 1,0-1,1 1,-4 8,7-14,0 0,0 0,0 0,0 0,0 0,0 0,0 0,0 0,0 0,1 0,-1 0,0 0,1 0,-1 0,0 0,1 0,0 0,-1 0,1 0,-1 0,1-1,1 2,0 0,1 0,-1 0,1-1,-1 1,1-1,0 0,5 2,4 1,1-1,22 2,-16-4,-1 0,1-2,-1 0,1 0,-1-2,0 0,23-8,-9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44.06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28 0,'-1'27,"-2"-1,-7 36,5-42,1 1,2 0,0 0,1 36,4-43,0 1,7 20,-7-24,1 0,-2 0,1 0,0 20,-6-27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44.41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1,'0'12,"0"-5,0-2,8-5,5 4,10-4,6 0,2 0,7 0,-2 3,-1 6,-2-1,-9-5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44.80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175 16,'-14'0,"10"-1,-1 1,1 0,0 0,0 0,0 0,0 1,-1 0,1 0,0 0,0 0,0 1,0-1,1 1,-6 3,-1 3,0 1,1-1,0 2,1-1,0 1,0 1,1-1,-11 22,17-29,0 0,0 0,0 0,0 0,0 1,0-1,1 0,0 0,0 1,0-1,0 0,0 0,0 1,1-1,0 0,-1 0,1 0,3 6,-1-5,-1 0,1 0,0-1,0 1,0-1,0 0,1 0,-1 0,1 0,0-1,0 1,5 1,1 1,-1-1,1-1,0 0,1 0,-1-1,0 0,1-1,-1 0,1-1,-1 0,13-2,-15 1,1-1,-1 0,0-1,0 0,0 0,0-1,0 1,-1-2,0 1,12-10,-17 12,1-1,-1 0,1 1,-1-1,0 0,0 0,-1 0,1 0,0 0,-1 0,0-1,0 1,0-1,0 1,-1 0,1-1,-1 1,0-1,0 1,0-1,0 1,0-1,-1 1,0-1,0 1,0-1,0 1,-3-6,0 1,0 0,-1 0,0 1,0-1,0 1,-1 0,-1 1,1-1,-1 1,0 0,0 1,-1 0,1 0,-1 0,0 1,0 0,-1 1,1 0,-1 0,0 1,-12-2,-3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54.12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1 519,'7'-12,"0"0,-1-1,0 0,-1 0,6-21,9-72,-12 60,3-69,-8 58,1 33,-4 21,1 0,0 0,-1 0,1-1,-1 1,0 0,0 0,0 0,-1 0,1 0,-1 0,1 0,-1 0,0 0,0 0,-1 1,1-1,-3-4,-4-6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54.94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1,'3'0,"-1"0,1 1,0-1,0 1,0 0,0 0,-1 0,1 1,0-1,-1 0,1 1,-1 0,0 0,1-1,-1 1,0 1,0-1,0 0,-1 0,1 1,0-1,-1 1,0-1,1 1,0 4,0 8,1 1,1-1,0 1,1-1,1-1,0 1,13 21,-8-13,-1 1,0 0,-2 1,-2 0,0 0,-1 0,2 41,-6-28,-1 9,-1 13,-3 9,-3 5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0:55.60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0,'6'2,"0"1,0-1,-1 1,1 0,-1 0,1 1,-1-1,0 1,0 0,-1 1,1-1,-1 1,0 0,0 0,-1 1,1-1,-1 1,3 8,-2-8,1 1,-1-1,1 0,0 0,6 6,19 25,-11-6,2 3,19 40,-24-36,0 13,3 18,39 181,-51-217,9 54,-7 2,-5 6,-4 6,-5 4,-30 119,12-109,-2-4,-4-5,-3-5,14-53,-45 84,17-54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1:42.63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0,'2'2,"0"0,-1 0,1-1,0 1,-1 0,1 1,-1-1,0 0,1 0,-1 1,0-1,0 0,0 5,3 34,-1-7,3-1,-2 1,-2-1,-1 35,-1-48,4 35,1 6,8 92,-13-149,3-1,0-2,0-1,-1 1,1-1,0 0,0 0,-1 0,1 0,0-1,0 1,-1-1,1 1,0-1,-1 0,1 0,0 0,3-3,1 1,0 0,-1 1,1 0,0 0,0 1,0 0,0 0,11 1,1-1,36-6,-32 4,17-1,21 2,3 0,232-1,-218 5,0-2,11-1,11-5,10 0,4-1,1 4,115 2,-119 0,3-3,120 0,-128 4,-3 1,13 2,19-2,-16 3,45-1,0-3,-11-3,-150 3,290-4,-159 7,-23-2,-18-1,-3 1,9 1,10 0,8 4,1-1,-1 0,183 11,-222-10,-5 0,-1 2,3 3,0 2,-7 1,-13-5,-30-6,-1 1,42 13,-62-16,1 0,0 0,0 0,0 0,0-1,0 0,5 0,4-1,-10 2,0 2,0 0,2-7,-3 2,16-28,-9 10,-1 0,12-40,-10 21,-3-3,0-5,0 0,0 7,-4 7,-4 16,-1 15,-2 9,-4 17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1:43.35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366 1,'-3'7,"0"-1,-1 1,0 0,0-1,-1 0,1 0,-2-1,1 1,0-1,-1 0,-11 8,-8 7,-5 13,1 0,1 2,-31 51,48-68,-11 15,1 0,-5 8,-1 6,5 1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1:43.73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81 314,'0'-13,"0"-1,-1 1,-1 0,0 0,-1 0,-4-13,-2-13,7 30,0-1,0 1,-6-12,-6-26,12 39,0 0,-1-1,0 1,0 0,-7-12,9 20,1-1,-1 0,1 1,-1-1,1 0,0 1,-1-1,1 0,0 1,0-1,-1 0,1 1,0-1,0 0,0-1,4 2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1:44.99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9 112,'-2'0,"-5"0,9-3,6-6,-4 5,1 0,-1 0,0 0,1 1,0-1,0 1,5-2,4-3,4-3,0 0,1 2,1 0,-1 2,22-6,-39 13,-1 1,1-1,0 1,-1 0,1 0,-1 0,0 0,1 0,-1 0,0 0,0 0,1 0,-1 1,0-1,0 1,0-1,-1 0,2 3,4 4,4 1,-2 0,1 0,-1 0,-1 1,0 0,6 12,-5-7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1:46.44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1,'8'5,"-1"1,0 1,0-1,-1 1,1 0,-1 1,-1-1,10 17,-11-17,-1-2,0 0,-1 1,0-1,0 0,-1 1,1-1,0 11,-1-10,0-1,0 0,0 0,0 0,1 0,0 0,0 0,1 0,2 5,1-3,-1 0,0 0,0 1,0-1,-1 1,0 0,4 11,-6-14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1:46.81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 31,'8'0,"0"0,-5-7,-3 2,4-2,-4-2,0 6,-4 3,-20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1:47.21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334 1,'0'2,"0"1,0 0,-1 0,1 0,-1-1,0 1,1 0,-1-1,-1 1,1 0,0-1,-1 1,1-1,-1 0,1 0,-1 1,0-1,0 0,-5 3,-15 20,0 3,-1-1,-50 44,55-55,-45 34,27-20,-14 12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2:13.44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12 1,'-3'0,"-1"0,-1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1:11.57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206 1,'0'1,"0"1,-1-1,1 1,0-1,-1 1,1-1,-1 0,1 1,-1-1,0 0,0 1,-1 1,-4 7,0 5,0 0,2 1,0-1,0 1,-2 30,5-36,-2-1,1 1,-1 0,-1-1,0 1,0-1,-10 16,7-14,0 1,2 0,-7 17,-9 43,10-32,-2 12,-2 23,-9 128,17-103,3-5,4 8,1 3,5 5,27 109,-10-123,-15-70,14 34,-7-31,1-1,1 0,1-2,2 0,1-1,0-1,2 0,1-2,1-1,40 27,-23-24,-2-7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1:12.93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5,'0'0,"25"0,10 0,22 0,-5-5,-1 10,-5-5,-6 0,-1 0,1 3,-4-3,4 0,1-3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1:23.89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0,'10'5,"-1"1,0 1,0-1,0 1,-1 1,0 0,0 0,-1 0,0 1,-1 0,1 0,-2 1,1 0,5 17,4 11,1 0,35 58,-26-59,7 4,6 4,11 7,229 190,-211-198,-58-38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1:24.29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368 25,'0'-1,"0"0,0 0,0 0,0 0,0 1,0-1,0 0,0 0,0 0,0 0,-1 0,1 0,0 1,-1-1,1 0,-1 0,1 0,-1 1,1-1,-1 0,1 1,-1-1,0 0,0 0,-2 0,0 0,1 1,-1-1,1 1,-1 0,0 0,-4 0,3 0,2 1,-1 0,1 1,-1-1,1 0,0 1,-1 0,1-1,0 1,0 0,0 0,0 1,1-1,-1 0,0 0,-1 4,-14 15,1-5,2 1,0 0,1 1,-20 35,-5 8,-9 9,22-33,-2 3,-1 1,6 6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1:24.90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0 187,'3'0,"1"0,-1 0,0 0,0-1,1 1,-1-1,0 0,0 0,0 0,0 0,0 0,0-1,0 1,0-1,0 0,-1 0,1 0,-1 0,1 0,-1-1,4-4,26-22,-27 25,1 0,-1 0,-1-1,1 1,7-11,4-7,-8 11,-1 1,9-18,-15 26,0 1,-1 0,1-1,0 1,0 0,0 0,0 0,0 0,0 0,0 0,0 0,1 1,-1-1,0 0,0 0,1 1,1-1,-2 2,0 0,0 0,0 0,0 0,-1 0,1 1,0-1,-1 0,1 1,0-1,-1 0,0 1,1-1,-1 1,0-1,0 1,1 1,-1-2,2 31,-1 0,-4 36,-2-26,3-30,1 0,0 0,0 0,1 0,1 0,0 0,1 0,5 22,-6-32,0-1,0 1,0 0,0 0,0-1,1 1,-1-1,0 0,1 1,-1-1,3 1,-2 0,6 6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14.09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1,'1'0,"0"1,0 0,0 0,0 0,0 0,-1 0,1 0,0 1,0-1,-1 0,1 0,-1 0,1 1,-1-1,1 3,4 25,-3-14,-2-15,5 26,1-1,1 0,2-1,16 37,-18-49,-1 0,0 1,-1 0,-1-1,0 2,3 19,23 84,-18-80,1 12,2 16,-2 0,7 131,-17-123,-3 2,-20 103,6-87,1-4,-29 109,30-146,-3 11,0-10,-10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17.38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49,'37'-7,"-2"7,1-5,-4 5,1 0,12-4,-5-4,-4-4,-12 8,-4-1,-12 2,0 3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17.73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41,'10'0,"10"-1,1 2,0 0,25 6,-19-1,1-2,0 0,0-2,0-1,0-1,0-2,0-1,0 0,33-10,-10-3,13-12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18.77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8,'17'21,"-7"-18,0 0,0 0,0-1,0-1,0 0,0 0,17-1,77-12,-13 0,15 4,37-2,-139 10,6 0,-16 4,1-1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19.75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0 164,'0'-27,"2"24,0 0,-1 0,1 0,0 0,0 1,0-1,1 1,-1-1,5-3,4-4,-4 2,1 0,-1 1,1 0,0 0,1 1,0 0,0 1,0 0,0 0,1 1,12-4,1 2,1 1,-1 2,1 0,0 1,0 2,0 0,40 6,-39-4,-16-2,0 1,0 0,0 1,12 3,-18-4,0 0,0 0,0 1,0-1,-1 1,1 0,-1 0,1 0,-1 0,1 0,-1 0,0 1,0-1,0 1,-1 0,4 4,-2 1,0-1,-1 1,1-1,-1 1,-1 0,1 0,-1 0,-1-1,0 1,0 0,0 0,-1 0,0 0,0 0,-1 0,0-1,-1 1,0-1,0 1,0-1,-6 8,-13 24,-51 95,68-122,-2-1,1-1,-1 1,-1-1,-13 14,-51 42,6-6,42-41,20-17,1 1,-1-1,1 1,0 0,0 0,0 0,0 0,-3 4,2 0,2-5,1 0,-1 0,1 1,0-1,0 1,0-1,0 1,-1 2,2-4,0 0,0 0,0 0,0 0,1 0,-1 0,0 0,1-1,-1 1,0 0,1 0,-1 0,1-1,-1 1,1 0,-1 0,1-1,0 1,-1 0,1-1,0 1,0-1,-1 1,1-1,0 1,0-1,0 0,-1 1,2-1,4 4,0 0,20-1,3-3,20-2,21-2,25 0,184 9,-236-3,1-1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20.86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61 529,'1'-25,"-1"5,0 0,-1 0,-1 0,-4-20,-2 2,2 0,-2-56,5-52,3 129,-10 162,-1 4,5-6,6-162,0-3,0 1,1 0,1-1,1 1,5-22,29-96,-32 125,1 0,0 1,1 0,1 0,12-16,-14 22,0 0,0 1,1-1,0 1,0 0,0 1,1 0,0 0,14-6,-14 7,0 1,0 0,0 1,0 0,16-2,-20 4,0 0,0 0,0 1,0-1,0 1,0 0,-1 0,1 1,0-1,-1 1,1 0,-1 0,0 0,7 5,-1 0,0 1,0 0,-1 1,0 0,0 1,-1-1,-1 1,1 1,-2-1,7 16,0 8,-4-4,-2 0,-1 0,2 51,-5-47,1 0,14 61,-13-82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22.02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809 1,'-15'0,"0"0,1 1,-1 0,0 1,1 1,-1 0,1 1,0 1,0 0,1 1,-16 9,-129 67,114-60,11-5,1 7,2 4,28-26,-1 1,1-1,0 1,0 0,1 0,-1 0,0 0,1 0,0 0,0 0,0 0,0 1,0-1,1 0,-1 7,2-8,-1 1,1 0,-1 0,1 0,0-1,0 1,0 0,0-1,1 1,-1-1,1 1,0-1,-1 0,1 0,0 1,0-1,1-1,3 4,2 0,0 0,0 0,0-1,1-1,-1 1,13 2,58 10,-52-11,120 14,-6-1,-129-16,0 1,17 6,-26-8,0 1,0-1,0 0,0 1,0 0,0 0,-1 0,1 0,-1 0,1 0,-1 0,0 1,0 0,3 4,-4-6,-1 0,0-1,0 1,0 0,1 0,-1-1,0 1,0 0,0 0,0-1,-1 1,1 0,0-1,0 1,0 0,-1 0,1-1,0 1,0 0,-1-1,1 1,-1 0,1-1,-1 1,1-1,-1 1,0 0,-18 13,16-12,-10 6,-1-1,0 0,0-1,-27 7,5-2,-6 1,-15 5,-17 8,-23 7,-145 46,197-63,-68 32,87-32,8-2,3 3,15-14,-1 0,1 0,-1 0,1-1,0 1,0 0,0 0,0 0,0 0,0 0,0 0,0-1,1 1,-1 0,1 0,-1 0,1-1,0 1,0 0,0-1,0 1,0-1,0 1,0-1,0 1,1-1,-1 0,1 1,-1-1,1 0,-1 0,1 0,3 1,3 3,1-1,-1-1,1 1,0-1,15 2,-15-3,12 2,1-1,37 0,-49-3,40 3,13-2,16 2,23-2,11 4,-37 0,0 3,115 29,-155-29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23.59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25 310,'8'-45,"-11"6,-2 3,5-5,5 9,3-1,-1 10,-11 0,-4 6,-8 1,0 12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23.98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0,'0'0,"8"0,-5 0,5 0,0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24.33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14 24,'-13'0,"19"0,23 0,-19 0,25 0,0-1,68-11,-84 8,1 1,0 1,20 0,-31 2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24.70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0,'11'0,"-3"0,12 0,4 0,3 0,-2 0,-4 0,1 0,7 0,4 0,-1 0,-4 0,1 0,-10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25.06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1 157,'0'-2,"0"0,1 0,0 0,-1 0,1 0,0 0,0 0,0 0,0 1,0-1,0 0,0 1,1-1,-1 1,1-1,2-1,30-22,-23 18,83-53,-85 55,1 0,0 1,0 0,20-5,-9 3,-29 59,-17 108,3-35,20-116,2-8,0-1,-1 1,1 0,0-1,0 1,-1 0,2-1,-1 1,0 0,0-1,0 1,1 0,-1-1,1 1,0 2,4-3,2-5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25.92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38 398,'-38'0,"40"0,0 0,-1 0,1 0,-1-1,1 1,0-1,-1 1,1-1,-1 1,1-1,-1 0,1 0,-1 0,1 0,-1 0,0 0,0 0,1 0,1-3,-1 1,0-1,0 1,0-1,0 0,-1 0,0 1,1-1,-1-4,2-5,-2 0,0-1,0 1,-3-18,2 18,-1-1,2 1,0-1,0 1,1 0,1 0,0 0,1 0,9-19,-10 24,-1 5,-1-1,0 1,0-1,0 1,0-1,1-5,-3 9,1 0,0 0,0-1,0 1,-1 0,1 0,0 0,0 0,-1 0,1 0,0 0,0 0,-1 0,1 0,0 0,0 0,-1 0,1 0,0 0,0 0,-1 0,1 0,0 0,0 0,-1 0,1 0,0 0,0 0,0 1,-1-1,1 0,0 0,0 0,0 0,-1 1,1-1,0 0,0 0,0 1,-10 5,9-4,-1 1,1-1,0 1,-1 0,1-1,1 1,-1 0,0 0,1 0,-1-1,1 1,0 0,0 0,0 0,0 3,-1 15,-5 25,3-25,-1 1,-7 23,-13 38,24-83,0 1,0-1,-1 0,1 0,0 1,0-1,0 0,0 1,0-1,0 0,-1 0,1 1,0-1,0 0,0 1,0-1,0 0,0 0,0 1,0-1,0 0,0 1,1-1,-1 0,0 0,0 1,0-1,0 0,0 1,0-1,1 0,-1 0,0 0,0 1,0-1,1 0,-1 1,6-12,-4 1,7-24,-4 23,-2-1,1 0,-1 1,1-18,-3 20,1 0,-1 0,1 0,1 0,0 0,0 1,1-1,8-13,2 2,-1 1,0 1,2 0,20-20,-31 34,0 0,1 1,0-1,0 1,0 0,0 0,0 0,1 1,-1 0,1 0,-1 0,1 1,0 0,0 0,-1 0,1 1,10 0,-14 0,1 1,-1 0,0-1,0 1,1 0,-1 0,0 0,0 0,0 0,0 1,0-1,0 1,-1-1,1 1,0 0,-1-1,1 1,-1 0,0 0,2 4,2 4,0 0,-1 1,3 12,-2-7,4 19,-2 1,-1 0,-2 0,0 50,5 41,-8-122,-1 0,1 0,-1 0,1 0,0-1,1 1,-1 0,1 0,4 6,11 6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27.26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2,'29'0,"-19"-1,0 1,0 0,-1 0,1 1,0 0,0 1,-1 0,1 0,-1 1,9 4,-9-3,5 3,1 0,-2 1,1 1,-1 0,13 12,64 74,-60-65,10 7,13 12,14 16,6 8,107 81,-136-125,0-9,-37-17,0-1,1 0,13 2,20-5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27.62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386 1,'-15'17,"13"-13,-1-1,1 0,-1-1,0 1,1 0,-1-1,-1 1,1-1,0 0,-5 2,-6 3,11-7,0 2,-1-1,1 0,0 1,0 0,0-1,1 1,-1 0,0 0,1 1,-1-1,1 1,0-1,0 1,0 0,0 0,0-1,0 1,-1 5,-5 13,-2 1,0-1,-2-1,0 0,-18 22,20-28,-19 24,-9 9,-4 15,29-43,-17 39,23-38,-10 41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28.12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0 182,'7'0,"-4"0,0 0,0 0,0 0,0 0,0 0,0-1,0 1,0-1,0 0,0 0,0 0,0 0,-1 0,1-1,0 1,-1-1,1 0,2-2,29-29,-27 25,0 1,0 0,0 0,1 1,0 0,1 0,9-4,41-24,-38 21,27-12,-47 25,0 0,-1-1,1 1,0 0,0 0,-1 0,1 0,0 0,0 0,-1 0,1 0,0 0,0 0,-1 0,1 0,0 1,0-1,-1 0,1 1,0-1,-1 0,1 1,0-1,-1 1,1-1,-1 1,1-1,-1 1,1-1,-1 1,1 1,11 22,-9-17,1 2,-1 0,0 1,0-1,-1 1,0 0,-1-1,0 13,-6 70,1-32,-1 2,3-37,0 1,4 45,3-54,2-7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28.65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281 2,'-14'0,"10"-1,0 1,1 0,-1 0,1 0,-1 0,0 0,1 1,-1 0,1 0,-1 0,1 0,0 0,-1 0,1 1,0 0,0 0,0 0,0 0,-3 3,-3 4,1 1,0 1,0-1,1 1,1 0,-7 15,-25 76,11-27,10-29,4 11,-1 15,-7 134,21-202,-7 103,7-8,4-55,1 0,16 65,35 81,-33-112,1-6,-12-45,0-1,1-1,1 0,2-1,1 0,0-1,2-1,32 29,-11-16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30.01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446 1,'-9'0,"0"0,0 1,1 0,-1 1,0 0,0 1,1 0,-1 0,1 0,0 1,0 0,0 1,1 0,0 0,0 1,-7 6,-6 9,1 1,2 1,-26 41,15-18,-1 6,-8 9,-4 14,3 4,10-6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30.37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179 377,'0'-2,"0"1,-1-1,1 0,-1 0,0 1,1-1,-1 0,0 1,0-1,-2-2,-8-16,-14-44,17 49,1-1,1 0,-6-28,8 30,0 1,-1-1,0 0,-1 1,-1 0,0 1,-1-1,-16-19,-3-6,23 34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30.77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13 157,'-4'0,"0"0,-1 0,5-7,5-2,-1-7,4 1,0-1,-8-5,0 1,-4-7,-4 1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31.13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55 1,'-3'0,"-5"0,5 0,-2 0,2 0,-5 0,-5 0,9 0,0 0,0 0,12 0,12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31.52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25,'12'0,"381"-8,-341 4,2-3,1 2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31.89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236 1,'-1'3,"1"0,-1 0,0 0,0-1,0 1,0 0,0 0,-1 0,1-1,-1 1,0-1,1 1,-1-1,-3 3,2-2,0 1,0 0,1 0,-1 0,-3 8,-54 163,23-58,16-72,-2 3,1 4,-8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32.24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136 221,'-1'-14,"0"0,-1 0,-1 0,0 0,-6-19,6 25,0 0,0 0,-1 0,0 1,-1-1,1 1,-1 0,-1 0,-10-11,8 13,1-1,-1 1,0 0,-15-6,14 11,9 4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32.74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1 146,'0'-12,"0"-3,0-2,0 1,0-5,0-1,9 1,10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33.08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29,'0'0,"8"0,-4-8,4 5,0-6,-8 1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33.84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1 331,'0'0,"1"0,0 0,0 0,0 0,0 0,0 0,0 0,0 0,0 1,0-1,0 0,0 1,-1-1,1 1,0-1,0 1,0-1,-1 1,1 0,0-1,-1 1,1 0,0 0,-1-1,1 1,-1 0,0 0,1 0,-1 0,1 0,-1-1,0 1,0 0,0 0,1 0,-1 0,0 0,0 2,0-3,1 1,0-1,0 1,0-1,0 1,0-1,-1 1,1-1,0 0,0 1,0-1,0 0,0 0,0 0,0 0,0 0,0 0,1 0,-1 0,0 0,0 0,0 0,0-1,-1 1,3-1,-2 0,1 0,-1 0,1-1,-1 1,0 0,0 0,0-1,0 1,0-1,0 1,0-1,0 1,0-1,0-2,4-5,2-2,1 0,0 0,1 1,0 0,18-14,-2 0,27-33,6-6,-51 54,0 0,-1 0,0-1,0 0,-1 0,7-20,-12 29,0 0,1 1,-1-1,0 0,0 0,1 0,-1 1,0-1,1 0,-1 0,1 1,-1-1,1 0,-1 1,1-1,-1 1,1-1,0 0,-1 1,1-1,0 1,-1 0,1-1,0 1,0 0,-1-1,1 1,0 0,0 0,0 0,0-1,-1 1,1 0,0 0,0 0,0 1,0-1,-1 0,1 0,0 0,0 0,0 1,-1-1,1 0,0 1,0-1,1 2,0 0,0-1,0 1,1 0,-1 1,0-1,-1 0,1 1,0-1,-1 1,1-1,1 6,8 16,-8-20,-1 0,0 0,0 0,0 0,2 10,-2-4,1 0,0 1,1-1,0-1,1 1,0 0,0-1,8 9,-10-13,1-1,0 1,0-1,0 1,1-1,-1 0,1-1,0 1,0-1,0 0,1-1,-1 1,1-1,-1 0,12 3,-9-4,-5-1,-1 1,1-1,0 0,-1 0,1 0,0 0,-1 0,6-1,0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34.40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11 0,'-1'2,"-8"25,9-26,0 0,0 1,0-1,0 0,0 0,1 1,-1-1,0 0,1 0,-1 0,1 1,-1-1,1 0,0 0,-1 0,1 0,0 0,0 0,2 2,1 2,1 0,-1 1,0 0,0 0,-1 0,3 8,-2-7,0 1,0-1,10 13,20 15,-25-28,0 2,-1 0,0 0,12 17,-12-12,0 1,-1 1,10 32,-8-9,1 7,0 10,5 15,17 120,-21-98,-3-3,-5-29,-6 69,-6-36,-6-2,-30 92,11-97,-8-5,-9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41.86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20,'37'-7,"0"2,1 1,57 3,3-1,-61 1,52 6,-86-5,1 1,-1-1,0 1,0-1,1 1,-1 0,0 1,0-1,0 0,0 1,-1 0,1 0,0 0,-1 0,1 0,2 3,-5 2,-7 1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42.28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0,'0'21,"0"-20,0-1,1 0,-1 1,1-1,-1 1,0-1,1 0,-1 1,1-1,-1 0,1 0,-1 1,1-1,-1 0,1 0,-1 0,1 0,-1 0,1 0,-1 0,1 0,-1 0,1 0,-1 0,1 0,-1 0,1 0,0 0,0-1,2 1,21 0,4-1,1 1,-1 2,0 1,0 1,28 7,-42-6,-1-2,0 1,29 1,73 11,-58-7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45.10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1 163,'0'-6,"0"-6,0 0,1 0,0 0,4-15,-5 24,2-1,-1 1,0 0,1-1,-1 1,1 0,0 0,0 1,0-1,0 0,1 0,-1 1,1 0,0-1,-1 1,1 0,0 0,0 1,4-3,6-1,0 0,0 2,0-1,0 1,19-1,68 1,-68 4,-26-1,-1 1,1 0,0 1,-1-1,1 1,-1 0,1 0,-1 1,0 0,0 0,0 0,0 0,-1 1,1 0,-1 0,0 0,5 7,-6-8,0 0,-1 0,1 1,-1-1,0 1,0 0,0 0,-1 0,1 0,-1 0,0 0,0 0,0 0,-1 1,1-1,-1 0,0 0,0 1,-1-1,1 0,-1 0,0 0,0 1,-3 5,-6 9,-1 0,-2-1,0 0,-19 20,-65 56,0 0,46-32,46-56,1 1,0 0,0 0,1 0,0 0,0 1,-3 13,6-17,0-1,0 0,0 1,0-1,1 0,-1 1,1-1,0 0,0 0,0 0,1 0,-1 0,1 0,-1 0,1 0,0-1,0 1,0-1,1 1,-1-1,1 0,-1 0,1 0,0 0,-1 0,1-1,0 1,0-1,0 0,1 1,3-1,0 2,44 6,-3-5,17-5,21-6,18-4,-11 3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45.72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1 110,'0'11,"-1"-8,1 0,0-1,0 1,0 0,1 0,-1 0,1 0,-1-1,3 6,-2-7,0 0,0 0,0 0,0 0,0 0,1 0,-1 0,0 0,1-1,-1 1,0-1,1 1,-1-1,1 1,-1-1,1 0,-1 1,1-1,-1 0,1 0,-1 0,3-1,20 2,-1-1,1-2,-1 0,1-1,-1-2,40-12,69-23,-86 28,4 4,21-1,-7 3,172-21,-152 13,-1 6,3 2,-2-2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46.97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42 474,'0'23,"-7"-40,5 13,0 1,0-1,1 1,-1-1,-1-6,-1-35,-3-18,3 47,2 10,0-1,1 1,0-1,0 0,0 1,1-1,0 0,2-12,15-21,-12 32,-1 0,-1-1,1 0,3-17,3-11,2-13,-11 47,-1 0,0 0,0 1,0-1,0 0,-1 0,1 0,-1 0,1 0,-1 1,0-1,0 0,-1 0,0-2,-6-13,10 13,6 7,-6 1,-1-1,0 0,0 0,0 1,0-1,0 1,0-1,-1 1,1-1,0 4,1 5,3 9,-1 0,0 1,-2 0,0-1,-2 1,0 0,-4 26,1 0,3-37,0 0,0 0,-2 0,1 0,-1 0,-1 0,1 0,-5 9,-4 9,11-25,1-10,1-2,1-5,1 1,8-19,7-21,14-63,-30 109,0 0,0 0,0 1,1-1,0 1,1-1,5-6,29-29,-25 28,33-30,-47 44,1 0,-1 0,1 0,-1 0,1 0,-1 0,1 0,-1 1,1-1,-1 0,1 0,-1 0,1 1,-1-1,1 0,-1 1,1-1,-1 0,0 1,1-1,-1 0,1 1,-1-1,11 13,0-1,-1 1,0 1,-1 0,0 0,-2 1,8 18,2 11,14 59,-14-36,12 42,-29-107,1 1,0-1,0 0,0 0,1 1,-1-1,0 0,1 0,0 0,-1-1,1 1,2 2,9 4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48.27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385 95,'1'0,"0"-1,-1 0,1 1,-1-1,1 0,0 0,-1 1,0-1,1 0,-1 0,1 0,-1 0,0 1,0-1,1 0,-1 0,0 0,0 0,0 0,0 0,0 0,0-1,0-30,0 28,0-3,1 4,-1 1,0 0,0 0,0 0,-1-1,1 1,0 0,-1 0,1 0,-2-2,1 3,1 0,-1 1,0-1,0 1,0-1,0 1,0 0,1-1,-1 1,0 0,0 0,0-1,0 1,0 0,0 0,0 0,0 0,0 0,0 1,0-1,0 0,0 0,1 0,-1 1,-2 0,-20 5,-1 1,1 1,0 1,0 2,1 0,1 1,0 1,-32 26,20-13,24-19,0 0,0 1,1-1,0 2,0-1,-8 13,11-14,0 1,1-1,0 1,0 1,-3 10,7-17,-1 0,1 0,-1 0,1 0,0 0,0 0,0 0,0 0,0 0,0-1,1 1,-1 0,1 0,-1 0,1 0,0 0,0-1,-1 1,1 0,0-1,1 1,-1 0,0-1,0 0,1 1,-1-1,1 0,-1 1,1-1,2 1,4 2,1-1,0 0,-1-1,1 0,0 0,1-1,-1 0,0-1,0 0,0 0,11-2,-2 1,-1 1,19 1,-27 1,121 9,-128-11,-1-1,0 1,0 0,1 1,-1-1,0 0,1 0,-1 0,0 1,0-1,1 1,-1-1,0 1,0-1,0 1,0 0,1-1,-1 1,0 0,0 0,1 1,-2-1,0 0,0-1,0 1,0 0,0 0,0 0,-1-1,1 1,0 0,0 0,0-1,-1 1,1 0,0-1,-1 1,1 0,-1 0,1-1,-1 1,1-1,-1 1,1-1,-1 1,1-1,-1 1,0-1,1 1,-1-1,0 0,0 1,1-1,-1 0,0 0,-1 1,-30 15,-11 4,2 2,-41 30,55-32,11-2,19-22,-2 2,-4 4,-36 37,14-8,9-6,14-23,1 1,-1 0,1 1,0-1,0 0,0 0,0 4,1-3,-1-1,1 0,1 1,-1-1,0 0,1 0,-1 1,1-1,2 4,-2-5,0 1,1-1,-1 1,1-1,0 1,0-1,0 0,0 0,0 0,0 0,3 2,1 0,1 0,-1 0,1-1,14 5,43 6,18-3,14-6,1-1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49.00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0 198,'0'47,"0"-30,0-15,0-9,7-75,-4 64,-1 0,-1-1,0 1,-2 0,-3-25,0 23,-1-1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49.35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1,'70'0,"-63"0,-13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49.76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29 0,'-20'3,"19"-2,1-1,-1 0,1 1,-1-1,0 1,1-1,-1 1,1-1,0 1,-1-1,1 1,-1 0,1-1,0 1,-1 0,1-1,0 1,0 0,0-1,-1 1,1 0,0 0,0-1,0 1,0 1,1-1,-1-1,0 1,1-1,-1 1,1-1,-1 1,1-1,-1 1,1-1,0 1,-1-1,1 0,-1 1,1-1,0 0,-1 0,1 1,0-1,-1 0,1 0,0 0,-1 0,1 0,0 0,0 0,-1 0,2 0,27-1,-21 1,14 0,1 0,-1 2,1 0,38 10,-55-10,1-1,-1 1,1-1,0 0,-1 0,14-1,-20 0,0 0,1 0,-1 0,0 0,0 0,1 0,-1 0,0 0,0 0,0 0,1 0,-1 0,0 0,0 0,1 0,-1-1,0 1,0 0,0 0,1 0,-1 0,0 0,0 0,0-1,0 1,1 0,-1 0,0 0,0 0,0-1,0 1,0 0,0 0,1 0,-1-1,0 1,0 0,0 0,0 0,0-1,0 1,0 0,0 0,0-1,0 1,0 0,0 0,0-1,0 1,0 0,0 0,0 0,-1-1,0-6,1-2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50.09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1,'3'1,"-1"0,1 0,-1 0,1 1,-1-1,0 1,0 0,0-1,0 1,2 2,20 22,-22-25,-1 1,1-1,0 0,-1 1,1-1,0 0,0 0,0 0,0-1,0 1,0 0,1-1,-1 1,3-1,36 2,-25-2,1 1,1 1,-1 0,0 2,23 7,-34-10,0 1,0-1,0 0,0-1,0 1,0-1,0-1,0 1,0-1,0 0,0 0,0-1,0 0,-1 0,1 0,0 0,-1-1,9-6,-6 1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50.56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0 193,'1'0,"0"0,0 1,0 0,0-1,-1 1,1-1,0 1,0 0,-1 0,1-1,-1 1,1 0,0 0,-1 0,0 0,1 0,-1 0,0 0,1 0,-1 0,0 0,0 0,0 0,0 0,1 0,-2 1,1-4,0 0,0-1,0 1,1 0,-1-1,1 1,-1 0,1-1,0 1,0 0,0 0,0 0,0 0,3-3,-1 1,0 1,1 0,-1 0,1 1,0-1,7-2,-4 0,-1 0,1 0,-1 0,0-1,0 0,-1 0,1 0,-2-1,1 0,5-9,-7 9,1 1,0-1,1 1,0 0,0 0,0 0,0 1,1 0,0 0,0 0,12-6,5 4,-23 7,1 0,-1 0,1 0,-1 0,1 1,0-1,-1 0,1 0,-1 1,1-1,-1 0,0 1,1-1,-1 1,1-1,-1 1,0-1,1 1,-1-1,0 1,1-1,-1 1,0-1,0 1,1-1,-1 1,0 0,0-1,0 1,0-1,0 1,0 0,0-1,0 1,23 132,-11-36,-8-7,-4-90,0-10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51.57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26 391,'0'36,"7"-162,-8 112,-1-1,-5-25,4 28,0 0,1-1,1 0,0-23,6-24,-5 60,0 0,0 0,0 0,0 0,1-1,-1 1,0 0,0 0,0 0,0 0,0-1,0 1,0 0,-1 0,1 0,0-1,0 1,0 0,0 0,0 0,0 0,0 0,0-1,0 1,0 0,0 0,-1 0,1 0,0 0,0 0,0-1,0 1,0 0,-1 0,1 0,0 0,0 0,0 0,0 0,0 0,-1 0,1 0,0 0,0 0,0 0,-1 0,1 0,0 0,0 0,0 0,0 0,-1 0,1 0,0 0,0 0,0 0,0 0,0 0,-1 1,-5 3,5 0,0 0,0-1,0 1,1 0,-1-1,1 1,0 0,0 0,0 0,1 4,11 42,-1-5,-10 28,-1-52,0-17,1-6,2-10,0 1,1 0,6-14,9-24,-15 35,0 0,1 1,0-1,1 1,0 1,1-1,1 1,0 0,1 1,0 0,0 0,1 1,1 0,0 1,13-9,-22 16,1 0,-1 1,1-1,-1 0,1 1,0 0,-1-1,1 1,0 0,0 1,0-1,0 0,0 1,0 0,0-1,0 1,0 0,0 1,0-1,3 1,-2 1,-1-1,0 1,0 0,0 0,0 0,0 1,0-1,-1 1,1-1,-1 1,0 0,1 0,-1 0,-1 0,1 0,2 6,1 5,0 1,-1 0,-1 0,0 0,-1 0,-1 1,0 17,4 41,27 81,-31-149,0-2,0 0,0 1,1-1,0 0,0 0,0 0,0 0,0-1,1 1,0-1,-1 1,7 5,3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52.34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230 1,'-6'15,"-13"37,18-50,0-1,1 1,-1-1,0 0,0 1,0-1,0 0,-1 0,1 0,0 0,-3 2,-9 10,4 0,4-5,-1 0,1 0,1 0,0 0,0 1,0 0,1-1,0 1,-1 10,1 2,-1-1,-14 38,-2 8,11-28,-6 12,0 10,2 1,-7 79,13-48,5-2,14 101,1-93,5-1,10 3,8 0,8-1,-10-40,46 63,-19-41,-43-60,34 32,40 19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54.09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271 1,'0'205,"0"-196,-1 1,0-1,0 0,-1 0,0 0,-1 0,0 0,0 0,-1 0,-7 12,-3 8,-21 62,20-47,-6 13,-2 16,-88 291,105-339,-2 5,2-23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54.67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270 516,'-4'-5,"0"0,1 0,0-1,1 0,-1 1,1-1,0 0,0 0,1-1,-2-8,-4-18,-3 8,0 1,-2 0,0 1,-22-29,12 16,-13-16,21 32,1 1,-19-38,-4-10,33 56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55.52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79 210,'-1'-2,"0"0,0 1,0-1,0 0,0 0,-1 1,1-1,0 0,-1 1,1 0,-1-1,0 1,-1-2,1 1,1 0,1 0,-1 0,0 0,0 0,1 0,-1 0,1 0,0-1,-1 1,1 0,0 0,1-1,-1 1,1-4,-1 0,-1-1,-1 1,1 0,-1 0,-1 0,1 0,-1 0,0 1,-5-7,-11-23,12 9,6 6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55.94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0,'0'12,"0"1,0-5,0-4,0 0,8-4,-4 0,17 0,27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56.33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24 21,'-24'0,"259"-10,-132 5,12 0,-75 4,5 1,8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56.83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223 1,'0'1,"1"0,-1 1,0-1,0 1,0-1,0 1,0-1,-1 1,1-1,0 0,-1 1,1-1,0 1,-1-1,0 0,1 0,-1 1,0-1,0 0,0 0,0 0,0 0,0 0,0 0,0 0,-2 2,0 0,0 0,1 0,0 1,-1-1,1 1,1 0,-1-1,0 1,1 0,0 0,0 0,-1 7,-2 3,-3 13,-5 38,10-46,-1 0,-2 0,1 0,-15 32,7-27,5-11,1 1,0 1,1-1,-4 21,-2 2,-2 8,-11 14,2 5,18-50,1 1,-1 20,5 18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57.21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284 214,'-6'-6,"0"1,-1 0,0 0,0 1,0-1,0 2,0-1,-15-4,10 3,1 1,0-2,-12-7,2-1,9 7,1-1,-16-15,14 11,1 2,1-1,0-1,1 1,-10-17,17 23,5 5,-1 0,7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57.67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62 262,'0'-7,"0"-6,1 11,-1 0,0 0,0 0,0 0,0 1,0-1,0 0,-1 0,1 0,-1 0,1 1,-1-1,1 0,-1 0,0 1,0-1,0 1,0-1,-2-1,1-2,-1 1,1-1,0 1,0-1,0 0,0 0,1 0,-1-5,-3-9,-3-22,3 12,-4-14,2 19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58.06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17,'0'0,"9"0,-5-8,4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58.69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1 363,'1'-3,"-1"1,1-1,0 1,0 0,0-1,1 1,-1 0,1 0,-1 0,1 0,-1 0,1 0,0 0,3-2,12-15,13-39,-24 44,1 0,1 0,0 0,0 1,18-20,-14 21,-7 9,-1-1,0 0,0 0,0-1,0 1,-1-1,0 0,0 0,0 0,0 0,-1 0,0-1,0 1,1-10,-2 12,-1 0,1 0,-1 0,1 0,0 0,0 1,0-1,0 0,0 0,1 1,-1-1,1 1,0-1,0 1,0 0,0-1,0 1,0 0,1 1,-1-1,4-2,-5 4,0 0,0 0,0 0,0 0,0 0,0 1,0-1,0 0,0 1,0-1,0 0,0 1,0-1,0 1,0 0,0-1,0 1,-1 0,1-1,0 1,0 0,-1 0,2 1,21 28,-17-22,-4-5,54 71,123 126,-157-180,-22-18,-3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3:59.37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24 1,'0'3,"0"1,1-1,-1 0,1 1,0-1,0 0,0 1,0-1,0 0,1 0,-1 0,1 0,0 0,0-1,4 5,6 10,-7-9,-1 0,-1 0,5 14,-7-16,1 0,0 0,1-1,-1 1,1-1,0 0,0 0,1 0,3 5,5 1,0 1,-2 1,1 0,-1 1,-1 0,-1 0,9 20,12 23,-16-24,1 12,0 16,32 218,-38-191,-5 1,-5-38,-14 86,-1-38,7-46,-2 0,-3-2,-29 70,2-37,-79 133,114-204,-31 55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13.27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0,'2'16,"0"0,0 0,2 0,0-1,1 0,7 16,8 29,-14-44,1 1,1-1,0-1,2 1,-1-1,2-1,12 14,9 14,-10-11,5 6,6 7,8 14,129 208,-107-168,-26-44,-36-53,0 0,-1 0,1 0,0 0,0-1,0 1,0 0,0 0,0-1,0 1,0 0,0-1,0 1,0-1,0 1,0-1,1 0,-1 0,0 1,0-1,0 0,1 0,-1 0,0 0,0 0,0-1,1 1,-1 0,0 0,0-1,0 1,0-1,0 1,0-1,0 1,0-1,0 0,0 1,2-3,5-9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13.81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781 2,'-23'0,"15"-1,0 0,-1 1,1 1,0-1,-1 2,1-1,0 1,0 0,0 0,-9 5,-4 6,1 0,0 2,-37 33,7-3,20-18,-31 34,38-36,-5 3,-8 8,-7 9,-42 63,54-66,-53 55,74-87,0 0,1 1,-14 20,21-27,-1 0,1 1,0-1,0 1,1 0,-1 0,1 0,0 0,1-1,-1 1,1 0,0 1,1 7,-1-12,0 0,0-1,0 1,0 0,0-1,0 1,0 0,1 0,-1-1,0 1,0-1,1 1,-1 0,0-1,1 1,-1-1,1 1,-1 0,1-1,-1 0,1 1,0 0,2-4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14.81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30 49,'-15'0,"10"0,12 0,-1-2,0 1,-1 0,1-1,0 0,0-1,-1 1,10-7,20-8,-26 14,1 1,0 0,0 1,0 0,18 1,-27 0,0 0,0 0,0 1,0-1,0 0,0 1,0-1,0 1,-1-1,1 1,0-1,0 1,0 0,-1-1,1 1,0 0,-1 0,1-1,-1 1,1 0,-1 0,1 0,-1 0,0 0,1-1,-1 1,0 0,0 0,0 0,1 0,-1 1,2 37,-3-32,2 6,-1-10,0 0,0-1,0 1,0 0,0 0,0 0,-1 0,0 0,1 0,-1 0,0 0,-1-1,-1 6,-48 89,39-70,-2-1,-31 48,22-52,20-20,0 1,0-1,0 1,1 0,-1 0,1 0,-1 0,1 0,-3 6,-1 5,3-7,0-1,0 1,1 0,-3 12,4-18,1 0,0 0,0 0,0 0,0 0,0 0,0 0,0 0,0 0,1 0,-1 0,0 0,1 0,-1 0,0 0,1 0,-1 0,1 0,0 0,-1-1,1 1,0 0,-1 0,1-1,0 1,0 0,0-1,-1 1,1-1,0 1,0-1,0 1,0-1,0 0,0 1,0-1,0 0,0 0,1 0,10 2,5 2,1-2,-1 0,1-1,0 0,-1-1,1-2,28-4,-5-2,-33 6,0 1,1-1,-1 0,0 0,0-1,13-7,-8-1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15.98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32,'0'1,"1"0,-1-1,0 1,1 0,-1-1,1 1,-1 0,1-1,-1 1,1-1,-1 1,1-1,-1 1,1-1,0 1,-1-1,1 1,0-1,-1 0,1 1,0-1,0 0,-1 0,1 0,0 1,0-1,-1 0,1 0,0 0,1-1,24 1,74-20,-73 13,-1 1,1 2,41-3,-56 7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24.38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0,'424'4,"-414"-5,-5-2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24.98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28,'23'-1,"26"2,-47 0,0-1,0 1,-1-1,1 1,0 0,0-1,-1 1,1 0,-1 0,1 0,1 2,-1-1,-1-1,1 0,-1 0,1 0,0 0,0 0,0 0,-1 0,1-1,4 2,14 1,0-1,0-1,1-1,-1 0,0-2,0 0,1-1,-2-2,1 0,20-7,26-9,-44 14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26.12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35,'3'-1,"0"1,1-1,-1 0,0 0,1 0,-1 0,0-1,0 1,0-1,0 0,0 0,4-3,3-3,-8 7,-1 1,1-1,-1 0,1 0,0 1,-1-1,1 1,0-1,-1 1,1 0,0 0,0 0,0 0,-1 0,4 1,1-1,15 1,1 2,-1 0,29 8,21 4,9-4,-71-8,-1 11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27.02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87,'13'-12,"-9"8,0 0,1 0,-1 1,1-1,0 1,7-3,13-6,-15 7,0 0,0 0,0 1,1 1,0 0,15-3,-25 6,6-1,1 0,0 0,0 0,-1 1,1 0,0 1,0 0,-1 0,1 1,-1-1,1 2,-1-1,9 5,-13-6,-1 0,0 0,1 0,-1 0,0 1,0-1,0 0,0 1,0 0,0-1,0 1,-1 0,1 0,-1 0,1 0,-1 1,0-1,0 0,0 0,0 1,0-1,0 1,0-1,-1 1,0-1,1 1,-1 4,0-1,0 1,-1-1,0 1,0-1,-1 0,1 1,-1-1,-1 0,1 0,-1 0,0 0,0 0,-1-1,0 0,0 1,0-1,-6 5,-48 64,10-10,26-39,-3 3,2 1,1 0,-21 38,42-66,1 0,0 1,-1-1,1 0,0 0,0 0,0 0,0 1,0-1,0 0,0 0,0 0,0 1,1-1,-1 0,0 0,1 0,-1 0,1 0,0 0,-1 0,1 0,0 0,-1 0,1 0,0 0,0 0,0 0,0-1,0 1,0 0,1 0,6 4,0 1,19 7,-16-7,-3-4,-1 1,1-1,-1-1,1 0,0 0,0 0,0-1,-1 0,10-1,5 0,21-2,-21 0,43 0,-40 3,6 1,8 3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28.22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77 574,'1'-33,"1"-23,-2 51,-1 1,1-1,-1 0,0 0,0 1,0-1,-1 0,-2-5,-1-1,0-2,1 1,1 0,0-1,1 0,0 0,0-18,-5-27,-18-119,15 130,10 50,1 0,0 0,0 1,1-1,-1 0,1 0,-1 0,3 3,9 19,-9-9,0 0,-2 0,0 1,-1-1,0 1,-4 28,2 3,1-31,-1-11,1 0,0 0,0 0,0 1,1-1,0 0,0 0,1 0,0-1,2 8,10 18,-15-43,0 1,1-1,0 1,1-1,0 0,1 1,5-18,3-37,-9 56,1 1,-1 0,2 0,-1 0,1 0,1 1,6-14,39-55,-21 35,-27 41,0-1,0 0,0 1,0-1,0 1,0 0,0-1,0 1,1 0,-1 0,0 0,1 0,-1 0,1 0,-1 0,1 0,0 0,-1 1,1-1,0 1,0-1,-1 1,1 0,0 0,0 0,-1 0,1 0,0 0,0 0,0 0,-1 1,4 0,20 3,-21-3,0-1,0 0,0 1,0 0,0 0,0 0,0 1,0-1,-1 1,1 0,0 0,-1 0,5 5,-1 0,0 0,0 1,-1 0,0 0,-1 1,0-1,0 1,-1 0,0 1,-1-1,0 1,3 18,-1 4,-3 0,-1 54,-1-47,0-29,1 0,0 0,0 0,1 0,1 0,5 13,-8-23,0 0,0 0,0 0,0 0,0 0,0 0,0 0,0-1,0 1,0 0,0 0,0 0,0 0,1 0,-1 0,0 0,0 0,0 0,0 0,0 0,0 0,0 0,0 0,1 0,-1 0,0 0,0 0,0 0,0 0,0 0,0 0,0 0,0 0,0 0,1 0,-1 0,0 0,0 0,0 0,0 0,0 0,0 0,0 1,0-1,0 0,0 0,0 0,1 0,-1 0,0 0,0 0,0 0,0 0,0 0,0 1,0-1,0 0,0 0,0 0,0 0,0 0,0 0,0 0,8-20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29.34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224 52,'-192'0,"191"0,0 0,-1 0,1 0,0 0,-1 0,1 1,0-1,0 0,-1 1,1-1,0 1,0-1,0 1,0 0,-1-1,1 1,0 0,0 0,0 0,1 0,-3 2,-2 2,5-3,5-2,4-2,15-3,-1 2,2 1,-1 1,27 3,44-3,7-12,-68 8,0 1,59 0,-50 6,8-6,11-2,-13 0,-2-1,2 2,9-3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31.20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568 1,'-24'0,"0"0,-1 1,1 2,0 0,-45 14,-2 3,48-15,-1 2,1 0,1 2,-32 16,16-8,20-10,1 1,-21 13,19-6,15-12,1 1,-1 1,1-1,1 0,-6 10,7-12,1-1,-1 1,0 0,0 0,1-1,-1 1,1 0,-1 0,1-1,0 1,0 0,0 0,0 0,0 0,0 0,0-1,1 1,0 3,3-2,-1-1,1 0,0 0,-1 0,1-1,0 1,0-1,8 1,2 2,19 5,0-1,1-2,56 3,-28-4,-48-3,-1 0,1 1,-1 0,19 7,-28-8,0 0,1 0,-1 0,0 0,0 1,0 0,0 0,-1 0,1 0,-1 0,1 1,-1 0,0-1,-1 1,5 8,-7-11,0-1,0 1,0-1,0 0,0 1,0-1,0 1,0-1,0 1,0-1,0 0,0 1,0-1,0 1,-1-1,1 0,0 1,0-1,0 1,-1-1,1 0,0 1,-1-1,1 0,0 0,-1 1,1-1,-1 1,-13 8,6-5,4-2,1 0,-1 0,1 0,-1-1,0 1,-7 1,-10 4,-48 22,33-13,-12 6,-6 3,2 3,10-1,10-2,31-23,-1-1,1 1,0 0,0-1,0 1,0 0,0 0,0-1,0 1,0 0,0 3,1-3,0-1,0 0,0 1,0-1,0 0,0 0,0 1,0-1,1 0,-1 0,0 1,1-1,-1 0,1 0,-1 0,1 0,1 2,0-1,0 0,0 0,0 0,0 0,1-1,-1 1,1-1,-1 1,6 1,43 11,22-4,19-8,-5-2,-9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32.04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1 217,'20'0,"-19"0,-1 0,1-1,0 1,-1 0,1 0,0-1,-1 1,1 0,-1-1,1 1,-1-1,1 1,-1-1,1 1,-1-1,1 1,-1-1,1 1,-1-1,0 0,1 1,-1-1,0 0,0 1,0-1,1 0,-1 1,0-1,0 0,0 1,0-1,0 0,0 1,0-1,0 0,-1 0,1 1,0-1,0 0,-1 0,1-1,0-16,-1 2,2 0,3-29,-3 40,-1 0,0 0,0 0,0 0,-1 0,0 0,0 0,0 0,0 0,-4-7,0-3,1-5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32.41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1,'0'4,"0"4,0-5,0 1,0 1,0-2,0 6,0-2,0-3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32.75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25,'33'0,"-17"1,0-1,0 0,0-1,18-4,-18-4,-11-1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33.13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32,'43'1,"-31"1,1-2,0 0,0 0,-1-1,1 0,23-7,-16-3,-18 10,-1 0,1 0,0 0,-1 0,1 0,0 0,0 1,0-1,0 0,0 1,0 0,0-1,3 1,17-3,-7 3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33.64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0 205,'3'-7,"1"0,-1 1,1-1,1 1,6-9,-7 11,15-12,-16 14,-1 1,1-1,-1 0,0 0,1 0,-1 0,0 0,2-4,13-16,-14 18,0 1,0-1,0 0,0 0,-1-1,0 1,3-6,-4 6,0 1,1-1,-1 1,1-1,0 1,0 0,0 0,0 0,1 0,-1 0,1 0,0 1,0-1,0 1,0 0,0 0,6-3,-8 5,0 0,-1 0,1 0,0 1,-1-1,1 0,0 0,-1 1,1-1,-1 1,1-1,0 0,-1 1,1-1,-1 1,1-1,-1 1,0-1,1 1,-1 0,1-1,-1 1,0 0,0-1,1 2,7 17,-7 37,-2-43,1 1,2 19,1-12,-2 0,-2 37,0-34,3 37,2-22,-4-22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36.25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13 434,'4'-27,"0"-1,-2-52,2-14,-1 77,-2 16,-1-1,1 0,-1 0,1 0,-1 0,0 0,0 1,0-1,0 0,0 0,0 0,0 0,-1 0,1 0,-1-2,0 4,1 0,0 0,0-1,0 1,0 0,0-1,0 1,0 0,-1-1,1 1,0 0,0 0,0-1,0 1,0 0,0-1,0 1,1 0,-1-1,0 1,0 0,0-1,0 1,0 0,0 0,1-1,-1 1,0 0,0 0,0-1,1 1,-1 0,0 0,1-1,-1 1,0 0,0 0,1 1,-1-1,0 0,1 0,-1 0,0 0,0 0,1 0,-1 1,0-1,0 0,1 0,-1 0,0 0,0 1,0-1,1 0,-1 0,0 1,0-1,0 0,0 0,0 1,0-1,1 0,-1 1,0-1,0 0,0 1,0-1,0 0,0 0,0 1,0-1,0 0,0 1,0-1,-1 0,1 0,0 1,0-1,3 51,-1-39,-1 0,-1 0,0 0,-1 0,0 0,-3 14,-28 111,32-119,0-9,-2-16,1 0,0 0,0 0,0 0,1 0,0 0,1 0,-1 0,1 0,2-7,10-55,-8 40,1-1,1 1,1 0,17-37,-14 46,17-23,-4 4,-22 37,-1 0,1 0,0-1,0 1,-1 0,1 0,0 1,1-1,-1 0,0 1,0-1,1 1,-1 0,1 0,-1 0,1 0,0 0,3 0,-4 0,0 1,0 0,0 0,0 0,0 1,0-1,0 0,1 1,-1-1,0 1,-1 0,1 0,0 0,0 0,0 0,0 0,-1 0,1 0,0 1,-1-1,0 1,1-1,-1 1,3 3,3 8,0 0,0 1,-1 0,-1 0,-1 0,0 1,0-1,-1 1,-1 0,0 24,-3 13,-12 88,8-99,4-8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37.35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24,'3'-4,"-3"2,1 1,0 0,0-1,0 1,0 0,1 0,-1-1,0 1,0 0,1 0,-1 1,1-1,-1 0,0 0,1 1,0-1,2 0,-2 0,0 1,0 0,0 0,1 0,-1 0,0 0,0 1,0-1,0 1,0-1,0 1,0 0,-1 0,1-1,0 1,0 1,0-1,-1 0,1 0,-1 1,1-1,2 4,7 4,37 17,-37-21,0 0,16 12,88 81,-81-68,2 2,6 7,11 10,-7-2,-1 11,2 18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37.76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407 4,'-14'5,"13"-4,0-1,0 1,0 0,-1-1,1 1,0-1,-1 0,1 1,0-1,-1 0,1 0,0 0,-1 0,1 0,-1 0,1 0,0 0,-1 0,1-1,0 1,-1-1,1 1,0-1,0 1,0-1,-1 0,1 1,0-1,0 0,-2-2,3 3,-1-1,1 1,0 0,-1 0,1-1,-1 1,1 0,-1 0,1 0,-1-1,1 1,0 0,-1 0,1 0,-1 0,1 0,-1 0,1 0,-1 0,1 0,-1 0,1 0,-1 0,1 1,-1-1,1 0,-1 0,1 0,-1 1,1-1,-1 0,1 1,0-1,-1 0,1 1,0-1,-1 0,1 1,0-1,-1 1,0 1,-19 13,11-9,1 0,0 1,0-1,1 2,0-1,-9 13,-94 137,85-124,0 4,-3 7,-3 7,0-3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38.91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27 97,'0'-4,"0"1,0 0,0 0,0 0,0 0,1 0,0 0,-1 0,1 0,0 0,0 1,1-1,1-4,-1 5,0 1,0-1,1 1,-1-1,0 1,1 0,-1-1,1 1,-1 0,1 1,2-2,3 0,111-26,-117 27,0 0,1 0,-1 1,0-1,1 1,-1 0,1-1,-1 1,0 0,1 0,-1 1,1-1,-1 0,0 1,1-1,-1 1,0 0,1 0,-1 0,0 0,0 0,4 3,-6-3,0-1,1 1,-1-1,0 1,0 0,0-1,0 1,0-1,0 1,0-1,0 1,0-1,0 1,0 0,0-1,0 1,-1-1,1 1,0-1,0 1,0-1,-1 1,1-1,0 1,-1-1,1 1,0-1,-1 0,0 1,-18 19,10-11,4-3,-1 0,0-1,-14 10,13-10,0 0,1 1,-10 9,-28 32,-7 8,41-43,-21 30,30-40,-1 1,1 0,0-1,0 1,0 0,0 0,0-1,1 1,-1 0,1 0,-1 0,1 0,0 0,1 4,0-3,0 0,0 0,0 0,0 0,1 0,2 5,11 3,-2-4,-7-5,1-1,-1 1,1-1,-1-1,1 1,0-1,-1 0,1-1,0 0,10 0,-13 0,169-1,-163 2,1-1,0-1,18-2,3-5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39.85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163 1,'-40'0,"39"1,0 0,1 0,-1 0,0 0,1 1,-1-1,1 0,-1 1,1-1,0 0,-1 3,1 0,-29 61,-39 112,63-158,1 1,0 0,2 0,-1 21,3 0,3 4,5 13,5 18,66 252,-61-271,1-8,3-2,-1 8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40.36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231 0,'0'17,"0"-10,1 1,-1 0,0-1,-1 1,0-1,0 1,-1-1,0 1,0-1,0 0,-1 0,0 0,-6 10,-6 6,1 1,1 0,1 1,-15 48,0-5,10-32,-3 5,0 9,0 13,-1 8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40.80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173 286,'0'-3,"0"0,0 0,-1 0,0 0,1 0,-1 1,0-1,-1 0,1 1,0-1,-1 1,-1-3,-9-16,7 8,0 1,-1 0,-1 1,0-1,-1 1,-14-15,13 14,1 0,0 0,1 0,1-1,-11-26,17 37,-1 0,0 1,-1-1,1 1,0-1,0 1,-1-1,1 1,-1 0,1 0,-1 0,1 0,-4-2,-3-2,4 1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41.33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78 138,'-8'8,"-6"5,13-12,1-1,-1 0,1 0,-1 0,1 0,-1 0,1 0,-1 0,1 0,0-1,-1 1,1 0,-1 0,1 0,-1 0,1-1,-1 1,1 0,0 0,-1-1,1 1,0 0,-1-1,1 1,0 0,-1-1,1 1,0-1,0 1,-1 0,1-1,0 1,0-1,0 1,0-1,-1 1,1-1,0 0,-7-18,6 14,0 1,-1-1,0 0,0 1,0 0,-1-1,-5-7,7 10,-1 0,1 0,-1 0,1-1,0 1,0-1,0 1,0-1,1 1,-1-1,1 0,-1 1,1-1,0 0,0 1,0-1,0 0,1 1,0-6,9-22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41.76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1,'0'0,"6"0,2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42.13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26,'7'0,"5"-11,-9 9,1 0,-1 0,1 0,0 1,0 0,-1 0,1 0,0 0,0 0,0 1,0 0,5 0,56 6,-31-2,35 3,-40-3,1-1,37-2,-45-4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42.50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190 0,'0'29,"1"-4,-4 33,2-50,-1 1,0-1,0 0,0 0,-1 0,0 0,-9 14,-4 4,6-12,0 1,2 1,-14 32,18-36,-1 0,0-1,-8 12,2-2,0 0,-14 44,16-34,2-3,3-2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42.92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184 298,'0'-23,"1"13,-1 0,-1 0,1 0,-4-13,3 20,0-1,0 1,-1-1,1 1,-1 0,0-1,0 1,0 0,0 0,-1 0,1 1,-1-1,0 1,0-1,-4-2,-7-5,0 0,1-1,0-1,1 0,0-1,-17-23,-2-13,28 46,1-1,11 4,6 3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43.28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6 258,'0'-96,"0"80</inkml:trace>
  <inkml:trace contextRef="#ctx0" brushRef="#br0" timeOffset="1">1 1,'0'0,"8"0,0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44.02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1 285,'2'0,"0"-1,0 1,0-1,0 1,-1-1,1 1,0-1,0 0,0 0,-1 0,1 0,0-1,-1 1,1 0,-1-1,1 1,-1 0,2-4,21-35,-14 22,-6 11,0-1,-1 0,4-11,-5 13,0 0,0 0,1 1,-1-1,1 1,1-1,4-5,10-12,30-49,-47 70,-1 1,1 0,-1 1,1-1,-1 0,1 0,-1 0,1 0,0 0,-1 1,1-1,0 0,-1 0,1 1,0-1,0 1,0-1,0 1,0-1,0 1,0-1,0 1,0 0,0 0,0-1,0 1,0 0,0 0,0 0,0 0,0 0,0 0,0 0,1 1,-1 0,1 0,-1 0,0 0,0 0,0 0,1 0,-1 0,0 0,-1 1,1-1,0 0,0 1,-1-1,1 1,0-1,-1 1,0-1,1 1,-1 1,2 3,0 0,0 0,0-1,1 1,0-1,6 10,-5-8,0-1,0 1,5 14,-1 3,14 33,-18-48,1-1,0 0,0 1,1-1,0-1,12 13,-6-10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4:44.50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0,'2'0,"0"1,0-1,1 1,-1 0,0 0,0-1,0 1,0 1,0-1,0 0,0 0,-1 1,1-1,0 1,-1-1,3 4,24 33,-17-22,2 0,25 24,-26-29,-1 1,0 0,11 16,20 45,-20-28,-4 3,1 13,3 17,18 103,-32-85,-9-2,-2-57,-2 0,-2 0,-16 56,-14 7,14-45,-54 91,11-46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11.91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2,'90'-1,"-5"0,95 10,-138-4,-4-1,52 12,-84-15,0 1,-1 0,1 0,-1 1,1 0,-1 0,0 0,0 0,0 1,6 6,-6-7,-2-6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12.58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1,'0'105,"0"-104,0 0,1-1,-1 1,0-1,0 1,1-1,-1 1,1 0,-1-1,1 1,-1-1,1 0,-1 1,1-1,-1 1,1-1,-1 0,1 1,0-1,-1 0,1 0,0 1,-1-1,1 0,0 0,-1 0,1 0,0 0,0 0,24 0,259-19,-236 16,8 2,10 1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20.30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1 242,'20'-12,"103"-60,-48 30,-43 22,59-24,-71 36,13-5,40-9,-48 17,-2 2,-22 3,1 0,0 0,0 0,0 0,0 1,0-1,0 1,-1-1,1 1,0 0,0-1,-1 1,1 0,0 0,-1 0,1 0,-1 1,0-1,1 0,-1 0,0 1,0-1,2 4,-2-3,0 0,0 0,-1 0,1 1,-1-1,0 0,1 0,-1 1,0-1,0 0,-1 0,1 0,0 1,-1-1,1 0,-1 0,0 0,0 0,0 0,-2 4,-5 7,-2-1,1 0,-1 0,-1-1,-16 13,-19 21,-36 35,51-52,-39 45,64-64,1-1,0 1,1 0,0 0,0 0,-2 10,-9 22,14-40,1 0,0-1,-1 1,1 0,0 0,0 0,-1 0,1 0,0 0,0 0,0 0,0 0,0 0,0 0,1 0,-1 0,0 0,0 0,1 0,-1 0,1 0,-1-1,1 1,-1 0,1 0,-1 0,2 0,23 18,-6-7,-15-9,0 0,0 0,0-1,1 0,-1 1,1-1,0-1,0 1,6 1,46 4,-24-7,13 0,16-4,20 0,13-3,-13 3,-34 3,-33 1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20.86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16,'3'0,"6"0,-1 0,1 1,-1-1,0 1,1 1,10 3,2 1,-1-1,1-1,0 0,1-2,-1 0,0-2,27-2,147-27,-160 24,8 1,17 1,348-1,-315 4,-88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21.97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104 618,'-2'0,"0"-1,0 0,0 1,0-1,0 0,1 0,-1 0,0 0,1 0,-1-1,0 1,1 0,-1-1,1 1,0-1,0 0,-1 1,1-1,-1-3,-2-1,1-1,0 1,0-1,-2-9,0-6,-1-32,0-2,-18-89,21 121,1-1,1 0,3-42,-1 54,-1 0,0-1,-1 1,-1 0,-3-17,6 16,-1 14,0 0,0 0,0 0,0-1,0 1,0 0,1 0,-1 0,0-1,0 1,0 0,0 0,0 0,1 0,-1 0,0-1,0 1,0 0,1 0,-1 0,0 0,0 0,0 0,1 0,-1 0,0-1,0 1,0 0,1 0,-1 0,0 0,0 0,1 0,-1 0,0 1,0-1,0 0,1 0,-1 0,0 0,0 0,0 0,1 0,-1 0,0 0,0 1,0-1,1 0,-1 0,0 0,0 0,0 1,0-1,1 0,-1 3,1-1,-1 1,0-1,0 1,0-1,0 1,0 0,0-1,-1 1,1-1,-1 1,1-1,-3 5,0 5,2 4,1 0,0 0,1 0,7 30,0 9,-5-25,16 120,-15-118,-8-95,0-25,4 78,1 0,0 0,1 0,0 0,0 0,8-16,14-16,-11 21,21-41,-21 35,3 2,7 3,-21 21,1-1,-1 1,0 0,1-1,-1 1,1 0,-1 0,1 0,0 1,-1-1,1 1,0 0,0-1,-1 1,1 0,0 0,0 1,-1-1,1 1,0-1,-1 1,1 0,-1 0,1 0,-1 0,1 1,-1-1,0 1,1-1,-1 1,0 0,0 0,0 0,2 3,6 7,-2 0,1 1,-2 0,12 28,-12-27,0-2,-2 0,1 0,-2 1,1-1,-2 1,0 0,0 0,-1 0,0 20,-9 57,7-77,1 0,1-1,0 1,1-1,0 1,1-1,8 18,-12-29,5 6,-4-7,-1 0,1 0,-1 0,1 0,-1 0,1-1,-1 1,0 0,1 0,-1-1,1 1,-1 0,0-1,1 1,-1 0,0-1,1 1,-1-1,0 1,0 0,1-1,-1 1,0-1,0 1,0-1,15-27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23.31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491 72,'0'-28,"1"28,-1-1,0 1,1-1,-1 1,1-1,-1 1,1 0,-1-1,1 1,-1 0,1 0,-1-1,1 1,-1 0,1 0,0 0,-1 0,1 0,-1-1,1 1,0 0,-1 0,1 1,-1-1,1 0,0 0,-1 0,1 0,0 1,8-1,-8 0,-1 0,1 0,-1 0,1 0,-1 0,1 0,-1-1,1 1,-1 0,1 0,-1 0,0-1,1 1,-1 0,1-1,-1 1,0 0,1-1,-1 1,0 0,1-1,-1 1,0-1,0 1,1 0,-1-1,0 1,0-1,0 1,0-1,1 1,-1-1,0 1,0-1,0 1,0-1,0 1,0-1,0 1,-1-1,1 1,0-1,-6-17,3 17,0 0,0 0,0 0,0 0,-1 0,1 1,0 0,0-1,0 1,0 0,0 1,-1-1,-3 1,-9 0,-7 1,0 1,-1 0,1 2,-32 11,-96 48,106-44,40-17,0 0,0 0,1 0,-1 1,1-1,0 1,-1 0,2 0,-1 1,0-1,1 1,0 0,0 0,-3 8,5-12,1-1,0 1,0 0,0-1,0 1,0-1,0 1,0 0,0-1,0 1,0 0,0-1,0 1,0-1,1 1,-1-1,0 1,0 0,1-1,-1 1,0-1,1 1,-1-1,1 1,-1-1,1 0,-1 1,0-1,1 1,0-1,-1 0,1 0,-1 1,1-1,-1 0,1 0,-1 1,1-1,0 0,0 0,31 8,-26-7,9 2,-10-1,1-1,-1 0,0 0,0-1,1 1,-1-1,9-1,5 0,0 1,-1 1,34 5,5 0,-32-4,5-1,-1 1,0 1,-1 2,1 1,45 15,-64-17,1 1,0 0,-1 0,0 1,0 1,16 14,-25-21,-1 1,1 0,-1 0,0-1,1 1,-1 0,0 0,1 0,-1 0,0 0,0 0,0-1,0 1,0 0,0 0,0 0,0 0,0 0,0 0,-1 0,1-1,0 1,-1 0,1 0,0 0,-1-1,1 1,-1 0,1 0,-1-1,0 1,1 0,-2 0,-28 26,22-21,-15 18,20-20,-1 0,1 0,-1 0,0 0,-1-1,1 0,0 0,-7 4,-53 23,-108 57,138-68,-9 3,-5 3,-3-2,0 4,-7 2,54-27,0 0,0 0,0 1,0-1,-5 6,9-7,-1-1,0 1,1 0,-1 0,1-1,-1 1,1 0,0 0,-1 0,1 0,0 0,-1 0,1 0,0 1,0-1,0-1,0 1,0-1,0 0,0 1,0-1,0 0,0 1,0-1,1 0,-1 1,0-1,0 0,0 1,1-1,-1 0,0 0,0 1,1-1,-1 0,0 0,0 1,1-1,-1 0,0 0,1 0,-1 0,0 1,1-1,-1 0,1 0,25 3,19-3,25-6,25-2,15 4,6 0,-2 0,-15-2,-75 4,29-8,6-9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24.03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0 273,'8'-3,"0"2,-1-1,1 1,0 0,0 1,8 0,-13 0,0 0,0 0,0 1,0-1,0 1,0-1,0 1,0 0,-1 0,1 0,0 1,-1-1,1 1,-1-1,1 1,-1 0,0 0,0 0,3 3,-1 15,-1-17,-2-6,-1-8,-2 1,1-1,-1 1,-1-1,0 1,-8-19,9 24,-7-19,0 0,2 0,1-1,-6-47,13 49,5 2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24.41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0,'8'3,"0"6,-5-6,5 2,-8-2,3-3,-3 4,0 4,0 1,0-6,0 1,0-8,0 1,0-6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24.88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22 0,'0'3,"-7"-6,-7 3,14 1,23 1,-8-1,35 2,-35-3,1 1,21 4,-32-4,-1 0,1 1,0-1,0 1,0 0,-1 1,1-1,-1 1,0 0,0 0,5 5,-8-7,3 2,-4-6,-1-3,-3-9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25.30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29 1,'-2'9,"0"0,0 0,-1 0,-1 0,1 0,-7 9,9-13,0 0,1-1,0 1,-1 0,1-1,1 1,-1 0,2 5,-2-9,1 0,-1 0,1 0,0 0,-1 0,1 0,-1-1,1 1,0 0,0 0,-1-1,1 1,0-1,0 1,0-1,0 1,0-1,0 1,0-1,0 0,0 1,0-1,0 0,0 0,0 0,0 0,0 0,0 0,0 0,1 0,39-6,-26 3,6 0,-14 3,1 0,-1-1,0 0,0-1,0 1,0-2,0 1,0-1,0 0,11-7,-8 3,-7 4,0 0,1 0,-1 0,1 1,-1-1,1 1,0 0,0 0,0 1,0-1,0 1,0 0,0 0,1 0,5 0,16 10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25.71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0 158,'7'0,"-6"1,0 0,-1 0,1 0,-1 0,1 0,-1 0,1 0,-1 0,0 1,0-1,0 0,0 0,0 0,0 1,0-1,0 0,0 0,-1 2,1-2,1 0,-1-1,0 0,0 1,1-1,-1 0,0 1,0-1,1 0,-1 0,1 1,-1-1,0 0,1 0,-1 1,0-1,1 0,-1 0,1 0,-1 0,1 0,-1 0,0 0,1 0,-1 0,1 0,-1 0,1 0,-1 0,1 0,11-1,-12 1,5-2,-1 1,1-1,0 0,-1-1,0 1,0-1,0 0,0 0,0 0,4-5,18-13,-19 16,0-1,0 0,0 0,-1 0,0-1,-1 0,0 0,0-1,0 0,7-16,-3 8,-8 14,0 0,1 0,-1 0,1 0,0 1,-1-1,1 0,0 1,0 0,0-1,0 1,0 0,0 0,1 0,-1 0,0 1,0-1,1 1,-1-1,0 1,1 0,-1 0,0 0,1 0,3 1,-6-1,1 0,-1 0,1 0,-1 0,1 0,0 0,-1 1,1-1,-1 0,1 0,-1 1,1-1,-1 0,1 1,-1-1,0 1,1-1,-1 0,1 1,-1-1,0 1,1-1,-1 1,0-1,0 1,1 0,-1-1,0 1,0-1,0 1,0-1,0 1,0 0,0-1,0 1,0-1,0 1,0 0,0 0,-6 29,4-20,2-1,0 0,1 0,0 0,2 10,0 5,-1-2,-1 0,-1 0,-1 0,-1 0,-1 0,-1 0,-1-1,-10 28,10-34,0 1,1-1,1 1,0 0,0 25,3-34,0 0,0 1,1-1,0 0,0 0,1 0,0 0,0 0,1 0,-1-1,2 1,-1-1,1 1,5 6,-9-12,1-1,-1 0,0 0,0 1,1-1,-1 0,0 0,1 0,-1 0,0 1,0-1,1 0,-1 0,0 0,1 0,-1 0,0 0,1 0,-1 0,0 0,1 0,-1 0,0 0,1 0,-1 0,0 0,1 0,-1 0,0-1,1 1,-1 0,0 0,1 0,-1 0,0-1,0 1,1 0,-1 0,0-1,0 1,0 0,1 0,-1-1,0 0,7-4,1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26.92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3 504,'-3'-244,"5"212,9-53,-3 29,-7 43,-2 8,1 1,1-1,-1 1,0-1,1 1,0-1,3-7,-4 11,1 1,-1 0,0 0,1 0,-1-1,0 1,1 0,-1 0,0 0,1 0,-1 0,1 0,-1 0,0 0,1 0,-1 0,0 0,1 0,-1 0,1 0,-1 0,0 0,1 0,-1 0,0 0,1 0,-1 1,0-1,1 0,-1 0,0 1,1-1,-1 0,0 0,0 1,1-1,-1 0,0 0,0 1,0-1,1 0,-1 1,0-1,0 1,0-1,0 0,0 1,0-1,0 1,3 23,-3-16,7 40,-2-26,-2 0,0 24,-1-17,-1-23,0-1,-1 1,0 0,0-1,0 1,-1 0,-1 6,-1 5,30-71,-21 44,0-1,0 1,1 0,9-11,-6 10,-1-1,8-15,-8 13,0 1,1 0,0 0,1 1,0 1,1 0,19-14,-26 21,3-5,-7 8,-1 0,1 0,0 1,-1-1,1 0,0 0,-1 1,1-1,0 0,0 1,-1-1,1 1,0-1,0 1,0-1,0 1,0 0,0-1,0 1,0 0,0 0,0 0,0-1,0 1,0 0,0 0,0 1,0-1,0 0,0 0,0 0,0 1,0-1,0 1,0-1,-1 0,1 1,0 0,1 0,26 19,-27-19,1 1,0 0,-1 0,0 0,1 0,-1 0,0 1,0-1,0 0,0 0,-1 1,2 3,2 5,7 22,-1 1,-2 0,7 56,5 18,-18-100,-1 1,1-1,1-1,-1 1,1 0,1-1,-1 1,1-1,1 0,-1 0,1-1,10 11,-8-13,-6-10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27.58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237 1,'-1'0,"0"0,0 0,0 0,0 1,0-1,0 0,0 1,0-1,0 1,0-1,0 1,1-1,-1 1,0 0,0-1,0 1,1 0,-1 0,0-1,1 1,-2 1,-10 25,1-5,-5 1,1-2,0 1,2 0,-15 34,7-12,14-32,1 0,1 1,0-1,-4 16,2 8,-1 2,-5 10,3 13,-6 224,17-195,7-4,4-20,4-1,30 84,-18-70,0-9,5-3,-24-50,18 28,-23-40,0-1,-1 1,2-1,-1 0,0 0,1 0,0-1,6 4,-7-5,-1 0,1-1,0 0,0 0,9 1,2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28.17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369 1,'0'11,"0"-1,1 1,-2-1,1 0,-2 0,1 0,-5 15,-8 20,12-34,-1 0,-8 20,-2 0,8-19,0 0,0-1,-2 1,-6 9,-1-1,0 1,-10 23,9-12,-3 11,-6 16,-3 15,-88 237,98-265,14-33,0 0,0-1,-1 19,4-27,0-1,0 1,0 0,0 0,1 0,-1-1,1 1,0 0,0 0,0-1,1 1,-1-1,1 1,0-1,3 6,-5-9,0 0,1 1,-1-1,0 0,0 1,0-1,1 0,-1 1,0-1,0 0,1 0,-1 1,0-1,0 0,1 0,-1 1,0-1,1 0,-1 0,0 0,1 0,-1 1,0-1,1 0,-1 0,1 0,-1 0,0 0,1 0,-1 0,0 0,1 0,-1 0,1 0,-1 0,0-1,1 1,-1 0,0 0,1 0,-1 0,0-1,1 1,-1 0,0 0,1 0,-1-1,2-10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28.56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186 541,'0'-164,"-1"155,-1 1,0 0,0-1,0 1,-1 0,0 0,-1 1,-7-12,-8-22,14 29,-1 0,-1 0,-14-20,-10-17,-27-63,49 96,10 15,-1 1,0-1,0 1,1 0,-1-1,0 1,0 0,1-1,-1 1,0 0,1-1,-1 1,0 0,1 0,-1-1,1 1,-1 0,1 0,-1 0,0 0,1-1,-1 1,1 0,-1 0,1 0,-1 0,1 0,-1 0,1 0,-1 0,0 0,1 1,0-1,21 2,-9 7,3 5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28.98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28 213,'0'0,"0"-8,0 4,-8-7,0-6,5-7,-2-3,2-10,3 5,0 4,0 4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29.33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1 118,'0'-12,"0"-8,0 4,0 3,0 5,0 4,0-8,8 4,-3-4,3 4,-2 3,-6 10,5 19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29.71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24 11,'0'-1,"0"1,-1-1,1 1,0-1,0 1,0-1,-1 1,1-1,0 1,-1-1,1 1,0 0,-1-1,1 1,0 0,-1-1,1 1,-1 0,1-1,0 1,-1 0,1 0,-1 0,1-1,-1 1,1 0,-1 0,1 0,-1 0,1 0,-1 0,1 0,-1 0,1 0,-1 0,1 0,-1 0,1 0,-1 0,1 1,-1-1,1 0,-1 0,1 1,-1-1,1 0,0 1,-1-1,1 0,-1 1,1-1,0 0,-1 1,1-1,0 1,0-1,-1 1,1-1,0 1,0-1,0 1,0 0,0-1,1 0,-1 1,1-1,-1 0,0 1,1-1,-1 0,1 0,-1 0,1 1,-1-1,1 0,-1 0,1 0,0 0,-1 0,1 0,-1 0,1 0,-1 0,1 0,-1 0,1 0,0 0,368 7,-334-7,-2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30.05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281 1,'0'3,"-1"0,0 0,1 0,-1 0,0-1,0 1,-1 0,1 0,-1-1,1 1,-1 0,0-1,-3 3,-8 15,-34 78,26-57,-44 77,43-80,4 0,-1 1,-1 8,-2 9,19-49,0 1,1 0,0 0,-1 8,3-9,0-1,0 1,1 0,2 9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30.45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258 391,'0'-4,"-1"1,1-1,-1 1,0-1,0 1,0 0,0-1,-3-4,-7-22,10 21,1 4,-1 0,0 1,1-1,-1 0,-1 0,1 1,-1-1,0 1,0-1,0 1,0 0,-1 0,0 0,0 0,0 0,-4-3,-12-9,0 0,1-2,1 0,0-1,-25-39,37 51,0 0,-1 1,1 0,-11-9,-14-16,29 15,1 11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31.00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89 443,'0'-1,"-1"-1,1 1,-1-1,0 0,1 1,-1-1,0 1,0 0,0-1,0 1,0 0,-2-3,1 3,1-1,-1 0,1 0,-1 0,1 0,0 0,0 0,0 0,-1-4,-1-15,2 0,1-31,1 31,-1 1,-3-23,3 40,0 0,-1 0,1 0,-1 0,0 0,0 1,0-1,-2-3,0-4,-4-40,7 39,-2-1,1 1,-1 0,-6-18,7 27,0 1,0 0,0 0,1 0,-1-1,0 1,0 0,-1 0,1 0,0 1,-2-3,-9-8,12 11,0-1,0 0,0 1,0-1,0 1,1-1,-1 1,0-1,0 1,0-1,0 1,1-1,-1 1,0 0,0-1,1 1,-1-1,0 1,1-1,-1 1,0 0,1-1,-1 1,1 0,0-1,0 1,2-7,-3 7,1-1,-1 1,0 0,0-1,1 1,-1 0,0-1,1 1,-1 0,0-1,1 1,-1 0,1 0,-1-1,0 1,1 0,-1 0,1 0,-1 0,1 0,-1 0,1-1,-1 1,0 0,2 1,4-4,0-2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31.91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1 383,'0'1,"0"0,0 0,0 0,1 0,-1 0,0 0,1 0,-1 0,1 0,-1 0,1 0,0 0,-1 0,1 0,0-1,-1 1,1 0,0 0,0-1,0 1,0 0,0-1,0 1,0-1,0 0,0 1,0-1,0 0,0 1,0-1,0 0,0 0,0 0,0 0,0 0,1 0,-1 0,0 0,0 0,0-1,0 1,0 0,0-1,0 1,0-1,0 1,0-1,0 0,0 1,-1-1,1 0,1-1,7-6,-1-1,0 0,-1 0,12-19,2-3,-14 20,-1 0,0-1,0 1,-2-1,1-1,-1 1,2-16,-2 12,0 0,1 1,15-30,-8 19,13-32,-24 57,-1 0,0 0,1 0,-1 0,1 1,-1-1,1 0,-1 0,1 0,-1 1,1-1,0 0,-1 1,1-1,0 1,0-1,0 1,-1-1,1 1,0-1,0 1,0 0,0-1,0 1,1 0,0 0,0 0,0 0,0 0,0 1,0-1,1 1,-1-1,0 1,0 0,0 0,1 1,8 4,-2 1,1 0,10 11,-16-15,77 82,-30-29,-29-24,-19-27,0 0,0 0,1 0,-1 0,1-1,7 7,1-3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33.45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9,'0'-8,"0"12,0-3,0 0,1 0,-1-1,0 1,1 0,-1 0,1 0,-1 0,1-1,-1 1,1 0,0 0,-1-1,1 1,0 0,-1-1,1 1,0-1,0 1,0-1,-1 0,1 1,0-1,0 0,0 1,2-1,23 5,-25-5,87 8,-81-7,0 0,1 0,-1 1,0 0,0 0,0 0,0 1,0 0,-1 1,1-1,-1 1,11 10,6 5,36 41,-51-52,4 8,-1 1,-1 0,0 0,13 33,-22-48,9 27,6 5,4 15,5 21,-11-14,-3 0,-2 0,1 66,-6-35,-4-1,-9 3,-4-20,-3 1,-47 124,38-133,0-10,-3 4,3-1,23-47,0 1,0-1,1 0,0 11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34.34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227 97,'0'-96,"-3"97,0 1,1 0,-1 0,0 0,1 0,-4 4,-33 59,30-48,-2 1,-19 25,21-32,1 1,1 0,0 0,1 0,-10 26,-16 70,24-75,-5 39,6-34,4 6,7 9,9 17,10 18,8 0,65 127,-85-191,2-1,1 0,22 27,-9-18,5 0,7 1,16 8,74 45,-79-49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57.45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0 439,'52'-45,"88"-103,-123 129,100-123,-99 118,2 1,1 0,-11 13,-5 8,-4 2,0-1,0 1,0 0,0-1,0 1,0 0,0 0,-1 0,1 0,0-1,0 1,0 1,0-1,0 0,0 0,0 0,0 0,0 1,0-1,-1 0,1 1,0-1,0 1,0-1,-1 1,1-1,0 1,0 0,-1-1,1 1,-1 0,1 0,-1-1,1 1,0 1,1 2,1 0,-1-1,0 1,0 0,-1 0,2 6,-1 4,0 0,-2 0,0 24,0 14,-1 125,-2-122,7 85,0-34,-1 22,-3-100,0-1,0-10,1-10,2-9,1-9,-4 11,0-9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58.48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16,'1'-15,"0"25,4 19,3-9,0-1,1 0,1 0,14 18,-9-13,19 42,-4 24,-23-67,5 18,0 5,1 17,-6-29,12 45,14 158,-32-162,-1 3,-29 252,21-273,-2-8,-6-1,-7 0,-5-1,23-41,0 0,0 0,-1-1,-7 7,-20 7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5:59.49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0,'24'47,"-23"-74,-1 26,0 1,0 0,0 0,0 0,0 0,0-1,-1 1,1 0,0 0,0 0,0 0,0-1,0 1,-1 0,1 0,0 0,0 0,0 0,0 0,-1 0,1 0,0-1,0 1,0 0,-1 0,1 0,0 0,0 0,0 0,-1 0,1 0,0 0,0 0,0 0,-1 1,1-1,0 0,0 0,0 0,-1 0,1 0,0 0,0 0,0 0,0 0,-1 1,1-1,0 0,0 0,0 0,0 0,0 1,0-1,0 0,-1 0,1 0,0 0,0 1,0-1,0 0,0 2,0-1,1 1,-1 0,0-1,1 1,-1-1,1 1,-1-1,1 1,0-1,0 1,-1-1,1 0,0 1,0-1,1 0,-1 0,0 0,0 0,0 0,1 0,-1 0,1 0,-1 0,0-1,1 1,-1-1,1 1,0-1,-1 1,1-1,-1 0,1 0,0 0,-1 0,1 0,2 0,31-1,25 1,71 5,-130-5,-1-1,0 1,1 0,-1 0,1 0,-1 0,0 0,1 0,-1 0,0 0,1 0,-1 0,0 0,1 1,-1-1,1 0,-1 0,0 0,1 0,-1 0,0 1,0-1,1 0,-1 0,0 1,1-1,-1 0,0 0,0 1,0-1,1 0,-1 1,0-1,-2 4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6:03.83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1,'13'0,"0"0,-1 1,1 1,-1 0,1 1,14 5,-18-6,-1 1,1-2,0 1,0-1,0-1,0 0,0 0,0 0,0-1,0-1,14-3,3 0,0 1,0 2,35 0,57-2,-101 4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6:04.36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42,'87'1,"99"-3,-150-2,-1-2,39-11,-53 11,3-1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6:05.26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2,'28'0,"-17"-1,0 1,0 0,0 0,0 1,0 1,17 4,-7 1,0-2,1-1,0-1,36 2,-28-3,44 8,-53-6,-6-1,0 0,0 1,0 1,17 7,-27-8,2 1,17-2,-4-3,4-2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6:06.41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53 164,'-3'3,"-11"12,10-16,2-11,2 6,0 1,0-1,0 1,1-1,0 1,0-1,1 1,-1 0,5-8,-4 10,0 0,0 0,0 0,1 1,-1-1,1 1,0-1,0 1,0 0,0 0,0 0,0 1,0-1,0 1,7-2,2-2,1-1,22-13,-25 13,0 0,0 1,0 0,1 1,17-5,-22 7,-1 1,0 1,0-1,0 1,1 0,-1 0,0 0,0 1,0-1,1 1,7 3,-10-2,0-1,0 1,0 0,0 0,-1 0,1 0,0 1,-1-1,0 1,1-1,-1 1,0 0,0 0,-1 0,1 0,-1 0,1 1,0 5,0-3,-1 0,0 0,0 1,-1-1,0 0,0 1,-1-1,0 0,-2 10,0-4,0 1,-1-1,-10 20,-61 100,68-120,0 0,-1-1,-15 18,-8 12,14-18,-1-1,-25 24,20-21,-21 28,39-45,0 1,1 0,-5 12,8-17,0-2,1-1,0 0,0 0,0 1,0-1,0 0,0 0,0 1,0-1,0 0,1 0,-1 0,0 1,1-1,-1 0,1 0,-1 0,1 0,0 0,-1 0,1 0,0 0,0 0,0 0,0 0,0 0,0-1,0 1,0 0,0-1,0 1,0-1,0 1,3 0,-1 0,24 12,22-8,-23-2,0-1,-1-1,40-2,-41-3,7-2,3 7,-1 9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6:07.85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64 475,'0'-168,"-2"154,1 1,-2 0,0 0,0 0,-1 0,-11-22,7 17,1 0,-6-30,10 30,2 1,1-28,0 25,0 20,0 0,0 0,0 1,1-1,-1 0,0 0,0 0,0 0,1 1,-1-1,0 0,0 0,0 0,1 0,-1 0,0 0,0 0,1 0,-1 0,0 0,0 0,1 1,-1-1,0-1,1 1,-1 0,0 0,0 0,1 0,-1 0,0 0,0 0,0 0,1 0,-1 0,0-1,0 1,1 0,-1 0,0 0,0 0,0-1,0 1,1 0,-1 0,0 0,0-1,0 1,0 0,0 0,0-1,1 1,-1 0,0 0,0-1,0 1,0 0,0 0,0-1,12 20,-10-13,0 1,-1-1,0 1,0 0,-1-1,0 11,1 21,19 109,-18-140,-2-5,-1 35,8 36,-2-113,14-62,-14 85,0 1,1 0,1 0,1 0,0 1,15-22,-7 15,12-24,-27 43,1 1,-1-1,1 0,0 1,0-1,0 1,0 0,0 0,1 0,-1 0,1 0,-1 0,1 1,0-1,-1 1,1-1,0 1,0 0,0 0,0 1,0-1,0 1,0-1,1 1,-1 0,0 0,0 0,0 1,0-1,0 1,0 0,0-1,0 2,0-1,0 0,0 0,-1 1,1-1,0 1,2 2,0 1,1 0,-1 0,0 0,-1 1,1 0,-1 0,0 0,-1 0,6 13,-4-4,-1 0,-1 0,3 23,0 28,-3 0,-7 84,4-141,-1 33,2-39,-1-1,0 0,0 1,1-1,0 0,-1 1,1-1,0 0,0 0,0 0,0 0,0 0,1 0,2 3,11 3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6:09.90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677 4,'-44'-2,"24"1,0 1,-34 3,16 9,30-9,0-1,0 0,-14 3,-1-1,0 1,1 0,0 2,0 1,-23 12,-50 16,83-33,8-2,-1 1,0 0,1-1,-1 2,1-1,-1 0,1 1,0 0,0 0,0 0,-4 5,-5 3,2-1,10-9,0 0,0 0,0-1,0 1,0 1,1-1,-1 0,0 0,1 0,-1 0,0 0,1 1,-1-1,1 0,0 0,-1 1,1-1,0 0,0 1,0-1,0 0,0 1,0-1,0 0,1 1,-1-1,0 0,1 1,-1-1,1 0,-1 0,1 0,-1 1,1-1,0 0,0 0,0 0,0 0,0 0,0 0,0-1,0 1,0 0,0 0,1 0,1 1,4 2,0 0,0 0,0-1,1 0,-1-1,1 1,0-1,9 1,7 2,7 2,46 3,-51-7,0 1,49 13,-31-5,-27-8,30 12,-42-14,0 1,0-1,0 1,0 1,-1-1,1 1,-1 0,0 0,6 7,5 6,-10-13,-1 0,0 1,0-1,-1 1,6 10,-8-14,-1 1,1-1,-1 0,0 1,1-1,-1 1,0-1,0 1,0-1,0 1,0-1,0 1,0-1,-1 0,1 1,0-1,-1 1,1-1,-1 0,0 1,1-1,-1 0,0 1,0-1,0 0,0 0,0 0,0 0,-1 1,-8 4,1 0,-1-1,0 0,0-1,0 0,-14 3,11-2,-40 14,22-6,-4 4,-12 7,-6 8,-10 6,2 4,-72 62,121-92,0 2,1-1,-13 22,14-21,9-12,0-1,1 1,-1 0,0-1,1 1,-1 0,1 0,-1 0,1 0,0-1,0 1,0 0,0 0,0 0,0 0,0 0,1-1,-1 1,1 0,-1 0,1 0,0-1,0 1,0 0,0-1,0 1,0-1,0 1,0-1,1 0,-1 1,3 1,0 0,0 1,0-1,0 0,0-1,1 1,-1-1,1 0,-1 0,1 0,0-1,6 2,7 0,-6-2,-1 0,1-1,0 0,-1 0,16-3,5 0,12-3,11 1,7 2,-4 6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6:10.68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17 313,'1'-22,"1"-1,6-24,-3 22,1-30,-6 46,0 0,-1-1,1 1,-2 0,1-1,-7-16,-8-13,6 19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6:11.07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16,'0'0,"0"-8,0 1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6:11.50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7,'0'2,"0"0,0 0,0-1,0 1,0 0,1 0,-1-1,1 1,-1 0,1-1,0 1,-1-1,1 1,0-1,0 1,0-1,0 1,0-1,1 0,1 2,-1-2,0 1,1-1,-1 0,0 0,1 0,-1 0,1-1,0 1,-1-1,1 0,-1 1,4-1,7-1,-1 0,1-1,-1-1,17-5,-25 7,131-32,-126 30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6:11.90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3,'0'1,"0"0,1 0,-1-1,0 1,0 0,1-1,-1 1,1 0,-1-1,0 1,1 0,0-1,-1 1,1-1,-1 1,1-1,-1 0,1 1,0-1,-1 1,1-1,0 0,0 0,-1 1,1-1,0 0,0 0,-1 0,1 0,0 0,0 0,0 0,35 0,-23-1,38 2,65-2,-113 0,0 1,0-1,0 1,0-1,0 0,0 0,4-2,2-5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6:12.29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1 233,'0'-1,"2"-48,-1 46,0 0,0 0,0 0,0 0,0 0,1 0,-1 1,1-1,0 0,2-2,2-3,-1 0,0 0,3-10,-3 10,-1-1,1 1,10-13,-10 15,1 0,0 1,0 0,1 0,-1 0,1 1,0 0,0 1,0-1,1 1,-1 1,13-3,-14 3,-5 2,0 0,-1-1,1 1,0 0,0 0,0 0,-1 0,1-1,0 1,0 0,-1 1,1-1,0 0,0 0,-1 0,2 1,-1 0,0 0,0 0,0 0,0 1,0-1,-1 0,1 1,0-1,-1 1,1-1,-1 2,6 12,-1 1,-1-1,-1 0,0 1,-1 0,0 0,-1 17,-17 130,12-122,3-30,1-5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6:13.51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30 403,'1'-51,"1"27,-2 0,-4-41,-7 28,8 31,1-1,0 1,1-1,-1 0,1 0,0-7,-4-56,6 72,3 8,1-1,-2 1,4 12,-4 23,3 13,6 38,-1-10,-3-61,-5-21,-1-17,-2-2,-1 2,1 0,0 0,1 0,0 0,1 0,1 0,0 0,0 1,9-18,13-15,-15 28,-1 0,10-24,13-40,-31 77,1 1,0 0,0 0,0 0,0 0,1 0,-1 0,1 1,-1-1,1 1,0 0,5-3,43-19,-36 18,-13 6,-1 0,1 0,-1 0,1 0,-1 0,1 0,-1 0,1 1,-1-1,1 1,-1-1,0 1,1 0,-1-1,0 1,1 0,-1 0,0 0,0 0,0 0,0 0,0 0,0 0,1 2,25 34,-17-17,0 0,-1 0,-2 0,0 1,-1 0,-1 1,-1-1,0 1,-2 0,-1 0,-1-1,0 1,-5 29,0-23,2 1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6:14.135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394 26,'0'-21,"-1"20,0 1,0-1,0 1,0-1,0 1,0 0,0-1,0 1,0 0,0 0,0 0,-1 0,1 0,0 0,0 0,0 0,-2 1,-1-1,-2 0,1-1,1 1,-1 0,0 0,1 1,-1-1,1 1,-1 0,0 0,1 1,0-1,-1 1,1 0,0 0,-7 5,-32 20,33-22,0 1,0 0,0 1,1 0,0 1,0 0,1 0,0 1,-10 14,-55 88,55-78,4 4,4 11,0 11,0 22,1 35,10 208,6-267,2-8,4-5,-11-39,0-1,0 1,1 0,0-1,0 1,0-1,0 0,0 0,1 0,0 0,0-1,0 0,5 4,19 1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6:14.72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357 1,'-7'-1,"3"1,0 0,1 0,-1 0,1 1,-1-1,-4 2,7-1,0 0,-1-1,1 1,0 0,-1 0,1 0,0 0,0 0,0 1,0-1,0 0,0 0,0 1,0-1,1 1,-2 2,-87 177,-2-16,69-127,0 6,0 9,-1 10,4 2,6-3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6:15.14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50 436,'0'-9,"0"7,-1 1,1-1,0 1,0 0,0-1,0 1,0-1,0 1,0-1,1 1,-1-1,0 1,1 0,-1-1,1 1,0 0,-1-1,1 1,0 0,0 0,0 0,0 0,0-1,0 1,0 1,0-1,0 0,0 0,1 0,-1 0,2 0,-2 0,0 1,1-1,-1 0,0 0,0 0,0 0,-1 0,1 0,0 0,0 0,0-1,-1 1,1 0,-1 0,1 0,-1-1,1 1,-1 0,0-1,0 1,0 0,1-1,-1 1,0-1,-1 1,1 0,0-1,0 1,-1-2,-1-6,-1 0,1 0,-7-11,3 4,3 8,-1 1,1-1,-2 1,1 0,-6-7,6 10,1-1,-1 1,1-1,0 0,1 0,-1 0,1 0,0 0,0 0,1 0,0-1,0 1,-1-8,6-40,-7 17,15-27,-8 56,2 12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6:15.98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0 258,'12'-32,"-3"-3,-6 27,-1-1,0 1,0-1,-1 0,0 0,0 1,-1-14,-1 20,0-17,-2 0,-9-34,7 38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6:16.37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1,'0'0,"8"9,1-1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6:16.95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76 1,'-59'0,"58"0,1 0,-1 0,1 0,-1 0,1 0,-1 0,1 0,-1 0,0 0,1 0,-1 0,1 0,-1 0,1 0,-1 0,1 1,-1-1,1 0,0 0,-1 1,1-1,-1 0,1 1,-1-1,1 0,0 1,-1-1,1 1,0-1,-1 0,1 1,0-1,0 1,0-1,-1 1,1-1,0 1,0-1,0 1,0-1,0 1,0-1,0 1,0-1,0 1,0-1,0 1,0 0,0-1,0 1,1-1,-1 1,1 0,-1 1,1-1,0 0,0 0,-1 1,1-1,0 0,0 0,0 0,0 0,0 0,1-1,-1 1,0 0,0 0,1-1,-1 1,0-1,3 1,48 6,83-2,1-1,-52 1,-81-4,1-1,0 1,0-1,0 0,-1 0,1 0,0 0,0-1,5-1,8-5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6:17.522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419 20,'0'-9,"0"-1,-1 10,1 0,0 0,0-1,-1 1,1 0,0 0,0 0,-1 0,1 0,0 0,-1 0,1 0,0 0,0 0,-1 0,1 0,0 0,0 0,-1 1,1-1,0 0,0 0,-1 0,1 0,0 0,0 1,0-1,-1 0,1 0,0 0,0 0,0 1,-1-1,-19 14,12-9,1-1,-1 1,1 1,0 0,1 0,0 0,0 0,0 1,0 0,-7 14,-95 170,84-152,7-6,4 6,-7 7,-6 10,-8 9,-4 2,8-7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6:18.25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134 415,'0'-86,"-1"83,0 0,-1 0,0 0,0 0,0 1,0-1,0 0,0 1,-1 0,1 0,-1-1,0 1,-3-2,-18-17,19 14,1 1,0-1,1 0,-1 0,1-1,-4-14,1 1,-6-13,6 21,1-1,1 0,0 0,1 0,0-1,-1-19,4 5,2 26,4 2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6:19.04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1 305,'0'0,"1"-1,0 1,-1-1,1 1,0-1,-1 1,1-1,-1 0,1 1,-1-1,1 0,-1 0,1 1,-1-1,0 0,1 0,-1 0,0 1,0-1,1 0,-1 0,0 0,0 0,0 0,0 1,0-2,1-29,-1 27,0-14,7-34,-3 34,1-35,-5-36,0 69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6:19.419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0,'0'12,"0"0,0-3,0-6,0 2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6:20.22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0 194,'53'0,"-52"0,0-1,0 0,0 0,0 0,0 1,0-1,0 0,0 0,0 0,0-1,0 1,-1 0,1 0,1-3,6-7,-3 7,-1 1,0-1,0 0,0 0,-1 0,1-1,4-9,12-13,-16 21,0 0,0-1,-1 1,1-1,-1 0,-1 0,3-11,-1 7,-2 2,3-3,-4 12,0 0,0 1,-1-1,1 0,0 1,0-1,0 1,-1-1,1 1,0-1,0 1,-1-1,1 1,0 0,-1-1,1 1,-1 0,1 0,-1-1,1 3,11 15,0 1,16 38,-5-9,-16-32,-1 0,0 1,-1 0,-2 0,1 0,0 20,-4-35,0-1,0 0,0-1,0 1,0-1,0 1,0 0,0-1,0 1,0-1,1 1,-1 0,0-1,0 1,0-1,1 1,-1-1,0 1,1 0,-1-1,1 0,-1 1,0-1,1 1,-1-1,1 1,-1-1,1 0,-1 1,1-1,0 0,-1 0,1 1,-1-1,1 0,-1 0,1 0,0 0,-1 0,1 0,0 0,0 0,21-3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1:56:20.990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272 1,'22'0,"-11"-1,0 1,0 1,0-1,0 2,17 3,-26-4,1 0,0 1,-1-1,1 1,0-1,-1 1,0 0,1 0,-1 0,0 0,0 0,0 0,0 1,-1-1,1 1,-1-1,1 1,-1 0,0-1,0 1,0 0,0 0,0 5,41 157,-15-65,-18-58,-1 7,0 12,-3 15,-6 118,-7-100,-2 4,-10 13,-4 2,-3 1,-33 98,28-119,-2-8,14-49,-1-1,-1 0,-2-2,-38 41,44-54,-1 0,-2-2,-27 20,-1-4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12:08.425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1442 1380,'29'-23,"-2"-2,-1-1,0-1,-2-1,-2-1,23-38,-23 34,6-9,-1-14,-2-14,-14 26,-2-2,-1 1,-3-1,-2 0,-4-64,1 88,-2 0,-1 1,-11-41,-4 12,-10 4,-12-5,24 36,-24-20,-38-22,21 21,-2 3,-2 2,-128-45,112 51,-3 5,-7 8,-8 9,-9 15,70-6,-40 14,45-10,-46 23,-24 25,6 11,59-38,3 0,0 3,3 0,0 2,2 0,2 2,2 1,1 1,2 1,-17 55,18-32,15-48,-1 32,4-22,4 28,10 50,8 12,4-23,55 132,60 82,-120-269,1 0,1-2,34 40,-15-27,-31-38,0-1,14 10,-8-8,31 16,-26-17,0-2,24 8,-20-10,1-1,1-2,-1 0,1-2,-1-1,1-1,40-5,-34 0,-1-1,0-2,-1-1,0-1,55-27,-70 28,-1-1,0 0,-1-2,0 1,25-27,-14 9,39-58,-57 73,0 0,-1 0,-1-1,0 0,-1 0,0 0,2-16,-2-1,-1 0,-1-48,-4 58,-1 0,0-1,-2 2,-1-1,-1 0,-1 1,0 0,-2 1,0-1,-2 2,0-1,-1 2,-25-31,19 24,7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12:09.471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1276 453,'5'-26,"-1"0,1-38,-4 50,-2 0,0 0,0 0,-1 1,-1-1,-6-19,6 25,-1 1,0-1,0 1,-1 0,0 0,0 1,-11-12,0 4,-34-25,13 15,-9-1,-14 2,39 16,-40-6,29 10,-43-1,35 5,0 1,0 3,0 1,0 2,1 1,-41 17,50-15,1 2,0 1,1 1,0 2,2 0,0 2,1 1,-29 30,40-34,-21 29,-9 27,1 13,7 19,19-43,2 1,3 1,3 0,3 0,2 1,3-1,3 1,3-1,22 111,-15-125,22 58,-26-88,17 29,22 23,10-1,-20-31,62 52,-29-38,-43-36,0-1,1-1,0-1,1-1,1-2,0-1,47 9,-22-10,2-9,-40-2,0 0,19-5,-13 0,0-1,0-1,-1-1,0-1,32-22,-38 23,0-2,23-23,-31 26,1-1,-2 0,1 0,9-20,-10 16,-1-1,0 0,6-25,-5 6,-2-1,-1 0,-2 0,-4-58,-4 25,-22-98,17 123,-3 1,-2 0,-1 1,-35-60,38 79,10 16,0 1,1-1,0 1,0-1,1 0,-4-11,5 8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2:12:11.293"/>
    </inkml:context>
    <inkml:brush xml:id="br0">
      <inkml:brushProperty name="width" value="0.035" units="cm"/>
      <inkml:brushProperty name="height" value="0.035" units="cm"/>
      <inkml:brushProperty name="color" value="#004F8B"/>
      <inkml:brushProperty name="ignorePressure" value="1"/>
    </inkml:brush>
  </inkml:definitions>
  <inkml:trace contextRef="#ctx0" brushRef="#br0">1706 964,'12'-11,"0"-1,-1 0,0-1,-1 0,0 0,-1-1,0-1,-2 1,1-1,-2-1,0 1,-1-1,0 0,-2 0,0-1,0 1,-2-1,0 1,-2-24,-5 2,-5-6,-13-7,-12-6,-17-8,12 21,-2 2,-2 1,-1 3,-93-58,60 54,-5 7,-9 9,42 16,0 2,0 3,-80 0,93 7,0 1,0 1,0 2,0 2,-55 20,74-20,-35 19,31-13,-26 21,-24 30,-2 19,3 17,52-67,-24 57,17-16,3 2,-21 118,17-24,13-20,14-115,5 68,2-64,18 66,-11-64,28 65,-15-54,3-2,2-1,2-1,3-2,1-1,2-2,78 67,-100-97,30 18,12-2,0-8,6-8,-30-10,-1-2,1-1,-1-2,1-1,49-10,-62 7,31-11,-30 7,30-15,-28 10,27-20,-15 4,-1 0,-2-2,-1-2,-1-1,-2-2,-2 0,-1-2,29-59,-42 67,-1 0,-1-1,-2 0,-1-1,4-36,7-169,-20 201,-2-1,-1 1,-2 0,-10-41,-3 13,-36-88,22 84,-7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284876-DDB0-F32A-1421-668E435EEE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B85233-63FB-6C8B-871D-069B62FED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2FF5F4-037A-FCDC-84DA-CDF40C1B3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18C21-711D-4BF0-9B74-3146B286E7F0}" type="datetimeFigureOut">
              <a:rPr lang="es-CO" smtClean="0"/>
              <a:t>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085B23-C859-A908-2FA2-A10670CA3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017C72-F8E0-AB6C-8AC7-BD9FFE843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39094-E241-439D-A613-6FF52EA832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9723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C97207-7120-9E86-0A4D-7233641CA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E507FC-B96B-9FEA-BE20-EA87988C9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E5441F-EF98-8BA9-D34C-729EFB160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18C21-711D-4BF0-9B74-3146B286E7F0}" type="datetimeFigureOut">
              <a:rPr lang="es-CO" smtClean="0"/>
              <a:t>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6095B4-8FE9-271C-6D3E-24328D5A0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1F5AC0-9570-BF8F-C655-370051497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39094-E241-439D-A613-6FF52EA832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4576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3A935C-E88E-4545-7086-F1BA38FA2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B3498F-63EA-F0B8-FBC4-FAE8317DE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E023DD-468E-F0FE-5391-6FF4E156B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18C21-711D-4BF0-9B74-3146B286E7F0}" type="datetimeFigureOut">
              <a:rPr lang="es-CO" smtClean="0"/>
              <a:t>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D34264-16AA-1C8B-41F3-E39CFE08E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558A4E-2F82-9CF9-68F3-9578EFF4A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39094-E241-439D-A613-6FF52EA832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0303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286105-E5EE-12CD-C93A-DADDF4BC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E6D9F8-EC52-72FF-6622-90643F03CD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0DAAD0-4772-9AFD-E1F5-348189DAE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C461D3-3BE0-F3FF-ACE1-FFA909CA3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18C21-711D-4BF0-9B74-3146B286E7F0}" type="datetimeFigureOut">
              <a:rPr lang="es-CO" smtClean="0"/>
              <a:t>2/03/2026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DA3C237-054C-2761-A68C-CC2931207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CB7357-E1A6-8944-0185-18D9A1B76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39094-E241-439D-A613-6FF52EA832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3229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D521C-D5E4-571C-8419-FABE6520E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EA8BC3-411D-78F0-1CB3-7E68C5EA0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79AC3F7-9F0D-0DCD-B4CE-56B668590E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BC2B391-C667-3902-A215-E8D8E7729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75B225B-A03B-B314-A1F6-240B44AB3D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8732730-FFB7-DBCA-9E93-7E4D2163F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18C21-711D-4BF0-9B74-3146B286E7F0}" type="datetimeFigureOut">
              <a:rPr lang="es-CO" smtClean="0"/>
              <a:t>2/03/2026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9AD79CC-576D-E650-E08F-0228E1E6E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CAF790A-3072-A97B-1132-9AAA8E5E5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39094-E241-439D-A613-6FF52EA832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9249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D60F78-9F12-9F7D-AAE2-617965C6B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E9355FD-615A-D2FC-A3C3-1249CCF51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18C21-711D-4BF0-9B74-3146B286E7F0}" type="datetimeFigureOut">
              <a:rPr lang="es-CO" smtClean="0"/>
              <a:t>2/03/2026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E4BE5B-AD3C-5C9E-193F-993F648A5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0B7FA8F-71D7-66D0-2574-6DEE3A31A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39094-E241-439D-A613-6FF52EA832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94691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EDD3A6-D20C-7282-2D55-FA83BC332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18C21-711D-4BF0-9B74-3146B286E7F0}" type="datetimeFigureOut">
              <a:rPr lang="es-CO" smtClean="0"/>
              <a:t>2/03/2026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FD0AF87-A6DD-6CA3-FC2A-BBBF6CE3C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F010C9-FF67-DB9B-7139-0E90DE5E3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39094-E241-439D-A613-6FF52EA832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5899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345DCD-FFAE-1450-1829-DC4E0D22D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71A822-9B1D-8F3A-A59B-1533FA5DA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1131977-9778-84EF-978F-73265672B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06C234-416A-258E-41C1-9783BBC03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18C21-711D-4BF0-9B74-3146B286E7F0}" type="datetimeFigureOut">
              <a:rPr lang="es-CO" smtClean="0"/>
              <a:t>2/03/2026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42D06C-4B9D-DEFA-4604-890BE23B0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544BA9-6DD3-19BE-A2CC-99F09EAF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39094-E241-439D-A613-6FF52EA832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4857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E2071-1F46-9D8E-0DC4-08643A724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AD6EC09-6F31-0186-5D9A-48E5C0659D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7FE2A4-FBB3-6CB0-4D4B-E35F1EF4C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D00926-D31F-994E-CE48-34D938312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18C21-711D-4BF0-9B74-3146B286E7F0}" type="datetimeFigureOut">
              <a:rPr lang="es-CO" smtClean="0"/>
              <a:t>2/03/2026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65E1A9-AD65-1D62-1072-FB4B8563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CE4E54E-5C24-6BB4-4DD0-A04A867BF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39094-E241-439D-A613-6FF52EA832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3396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6A6B39-94CA-AAFA-4881-B056C6C19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6143A75-9799-CE30-3566-3DEE94314E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921AAB-576D-3DB1-C549-6973D84E4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18C21-711D-4BF0-9B74-3146B286E7F0}" type="datetimeFigureOut">
              <a:rPr lang="es-CO" smtClean="0"/>
              <a:t>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77F5B0-8885-9694-87C7-D0A90B315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15987C-6210-649E-E3E1-72A9F3B7E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39094-E241-439D-A613-6FF52EA832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466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0B0AAEE-BF21-EC02-E266-649731277E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4E67BC9-8025-7B10-0824-F37116C1D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B27B63-CDA9-E7EF-1E1A-06CF5497F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18C21-711D-4BF0-9B74-3146B286E7F0}" type="datetimeFigureOut">
              <a:rPr lang="es-CO" smtClean="0"/>
              <a:t>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5EB25B-8F74-84D7-3AEA-3358C50F6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8913DA-B208-A271-9CDC-458E2ED6D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39094-E241-439D-A613-6FF52EA832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8944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CF58C77-422D-9EDD-F8CA-98EF57124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67CEC6-8C6A-06EF-FD32-2E604A24D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494B8D-DF85-BC7A-9890-B42D0C8165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618C21-711D-4BF0-9B74-3146B286E7F0}" type="datetimeFigureOut">
              <a:rPr lang="es-CO" smtClean="0"/>
              <a:t>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415559-93E1-0E00-A328-6751BD7C03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00E57C-EB88-0126-A10F-DB270230A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E39094-E241-439D-A613-6FF52EA832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9328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99" Type="http://schemas.openxmlformats.org/officeDocument/2006/relationships/image" Target="../media/image148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324" Type="http://schemas.openxmlformats.org/officeDocument/2006/relationships/image" Target="../media/image160.png"/><Relationship Id="rId366" Type="http://schemas.openxmlformats.org/officeDocument/2006/relationships/image" Target="../media/image181.png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433" Type="http://schemas.openxmlformats.org/officeDocument/2006/relationships/customXml" Target="../ink/ink218.xml"/><Relationship Id="rId268" Type="http://schemas.openxmlformats.org/officeDocument/2006/relationships/image" Target="../media/image133.png"/><Relationship Id="rId475" Type="http://schemas.openxmlformats.org/officeDocument/2006/relationships/customXml" Target="../ink/ink239.xml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335" Type="http://schemas.openxmlformats.org/officeDocument/2006/relationships/customXml" Target="../ink/ink169.xml"/><Relationship Id="rId377" Type="http://schemas.openxmlformats.org/officeDocument/2006/relationships/customXml" Target="../ink/ink190.xml"/><Relationship Id="rId500" Type="http://schemas.openxmlformats.org/officeDocument/2006/relationships/image" Target="../media/image248.png"/><Relationship Id="rId5" Type="http://schemas.openxmlformats.org/officeDocument/2006/relationships/image" Target="../media/image2.png"/><Relationship Id="rId181" Type="http://schemas.openxmlformats.org/officeDocument/2006/relationships/image" Target="../media/image90.png"/><Relationship Id="rId237" Type="http://schemas.openxmlformats.org/officeDocument/2006/relationships/image" Target="../media/image118.png"/><Relationship Id="rId402" Type="http://schemas.openxmlformats.org/officeDocument/2006/relationships/image" Target="../media/image199.png"/><Relationship Id="rId279" Type="http://schemas.openxmlformats.org/officeDocument/2006/relationships/image" Target="../media/image138.png"/><Relationship Id="rId444" Type="http://schemas.openxmlformats.org/officeDocument/2006/relationships/image" Target="../media/image220.png"/><Relationship Id="rId486" Type="http://schemas.openxmlformats.org/officeDocument/2006/relationships/image" Target="../media/image241.png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290" Type="http://schemas.openxmlformats.org/officeDocument/2006/relationships/customXml" Target="../ink/ink146.xml"/><Relationship Id="rId304" Type="http://schemas.openxmlformats.org/officeDocument/2006/relationships/customXml" Target="../ink/ink153.xml"/><Relationship Id="rId346" Type="http://schemas.openxmlformats.org/officeDocument/2006/relationships/image" Target="../media/image171.png"/><Relationship Id="rId388" Type="http://schemas.openxmlformats.org/officeDocument/2006/relationships/image" Target="../media/image192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413" Type="http://schemas.openxmlformats.org/officeDocument/2006/relationships/customXml" Target="../ink/ink208.xml"/><Relationship Id="rId248" Type="http://schemas.openxmlformats.org/officeDocument/2006/relationships/customXml" Target="../ink/ink124.xml"/><Relationship Id="rId455" Type="http://schemas.openxmlformats.org/officeDocument/2006/relationships/customXml" Target="../ink/ink229.xml"/><Relationship Id="rId497" Type="http://schemas.openxmlformats.org/officeDocument/2006/relationships/customXml" Target="../ink/ink250.xml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customXml" Target="../ink/ink159.xml"/><Relationship Id="rId357" Type="http://schemas.openxmlformats.org/officeDocument/2006/relationships/customXml" Target="../ink/ink180.xml"/><Relationship Id="rId54" Type="http://schemas.openxmlformats.org/officeDocument/2006/relationships/customXml" Target="../ink/ink27.xml"/><Relationship Id="rId96" Type="http://schemas.openxmlformats.org/officeDocument/2006/relationships/customXml" Target="../ink/ink48.xml"/><Relationship Id="rId161" Type="http://schemas.openxmlformats.org/officeDocument/2006/relationships/image" Target="../media/image80.png"/><Relationship Id="rId217" Type="http://schemas.openxmlformats.org/officeDocument/2006/relationships/image" Target="../media/image108.png"/><Relationship Id="rId399" Type="http://schemas.openxmlformats.org/officeDocument/2006/relationships/customXml" Target="../ink/ink201.xml"/><Relationship Id="rId259" Type="http://schemas.openxmlformats.org/officeDocument/2006/relationships/customXml" Target="../ink/ink130.xml"/><Relationship Id="rId424" Type="http://schemas.openxmlformats.org/officeDocument/2006/relationships/image" Target="../media/image210.png"/><Relationship Id="rId466" Type="http://schemas.openxmlformats.org/officeDocument/2006/relationships/image" Target="../media/image231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image" Target="../media/image134.png"/><Relationship Id="rId326" Type="http://schemas.openxmlformats.org/officeDocument/2006/relationships/image" Target="../media/image161.png"/><Relationship Id="rId65" Type="http://schemas.openxmlformats.org/officeDocument/2006/relationships/image" Target="../media/image32.png"/><Relationship Id="rId130" Type="http://schemas.openxmlformats.org/officeDocument/2006/relationships/customXml" Target="../ink/ink65.xml"/><Relationship Id="rId368" Type="http://schemas.openxmlformats.org/officeDocument/2006/relationships/image" Target="../media/image182.png"/><Relationship Id="rId172" Type="http://schemas.openxmlformats.org/officeDocument/2006/relationships/customXml" Target="../ink/ink86.xml"/><Relationship Id="rId228" Type="http://schemas.openxmlformats.org/officeDocument/2006/relationships/customXml" Target="../ink/ink114.xml"/><Relationship Id="rId435" Type="http://schemas.openxmlformats.org/officeDocument/2006/relationships/customXml" Target="../ink/ink219.xml"/><Relationship Id="rId477" Type="http://schemas.openxmlformats.org/officeDocument/2006/relationships/customXml" Target="../ink/ink240.xml"/><Relationship Id="rId281" Type="http://schemas.openxmlformats.org/officeDocument/2006/relationships/image" Target="../media/image139.png"/><Relationship Id="rId337" Type="http://schemas.openxmlformats.org/officeDocument/2006/relationships/customXml" Target="../ink/ink170.xml"/><Relationship Id="rId502" Type="http://schemas.openxmlformats.org/officeDocument/2006/relationships/image" Target="../media/image249.png"/><Relationship Id="rId34" Type="http://schemas.openxmlformats.org/officeDocument/2006/relationships/customXml" Target="../ink/ink17.xml"/><Relationship Id="rId76" Type="http://schemas.openxmlformats.org/officeDocument/2006/relationships/customXml" Target="../ink/ink38.xml"/><Relationship Id="rId141" Type="http://schemas.openxmlformats.org/officeDocument/2006/relationships/image" Target="../media/image70.png"/><Relationship Id="rId379" Type="http://schemas.openxmlformats.org/officeDocument/2006/relationships/customXml" Target="../ink/ink191.xml"/><Relationship Id="rId7" Type="http://schemas.openxmlformats.org/officeDocument/2006/relationships/image" Target="../media/image3.png"/><Relationship Id="rId183" Type="http://schemas.openxmlformats.org/officeDocument/2006/relationships/image" Target="../media/image91.png"/><Relationship Id="rId239" Type="http://schemas.openxmlformats.org/officeDocument/2006/relationships/image" Target="../media/image119.png"/><Relationship Id="rId390" Type="http://schemas.openxmlformats.org/officeDocument/2006/relationships/image" Target="../media/image193.png"/><Relationship Id="rId404" Type="http://schemas.openxmlformats.org/officeDocument/2006/relationships/image" Target="../media/image200.png"/><Relationship Id="rId446" Type="http://schemas.openxmlformats.org/officeDocument/2006/relationships/image" Target="../media/image221.png"/><Relationship Id="rId250" Type="http://schemas.openxmlformats.org/officeDocument/2006/relationships/image" Target="../media/image124.png"/><Relationship Id="rId292" Type="http://schemas.openxmlformats.org/officeDocument/2006/relationships/customXml" Target="../ink/ink147.xml"/><Relationship Id="rId306" Type="http://schemas.openxmlformats.org/officeDocument/2006/relationships/customXml" Target="../ink/ink154.xml"/><Relationship Id="rId488" Type="http://schemas.openxmlformats.org/officeDocument/2006/relationships/image" Target="../media/image242.png"/><Relationship Id="rId45" Type="http://schemas.openxmlformats.org/officeDocument/2006/relationships/image" Target="../media/image22.png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348" Type="http://schemas.openxmlformats.org/officeDocument/2006/relationships/image" Target="../media/image172.png"/><Relationship Id="rId152" Type="http://schemas.openxmlformats.org/officeDocument/2006/relationships/customXml" Target="../ink/ink76.xml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415" Type="http://schemas.openxmlformats.org/officeDocument/2006/relationships/customXml" Target="../ink/ink209.xml"/><Relationship Id="rId457" Type="http://schemas.openxmlformats.org/officeDocument/2006/relationships/customXml" Target="../ink/ink230.xml"/><Relationship Id="rId261" Type="http://schemas.openxmlformats.org/officeDocument/2006/relationships/customXml" Target="../ink/ink131.xml"/><Relationship Id="rId499" Type="http://schemas.openxmlformats.org/officeDocument/2006/relationships/customXml" Target="../ink/ink251.xml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customXml" Target="../ink/ink160.xml"/><Relationship Id="rId359" Type="http://schemas.openxmlformats.org/officeDocument/2006/relationships/customXml" Target="../ink/ink181.xml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63" Type="http://schemas.openxmlformats.org/officeDocument/2006/relationships/image" Target="../media/image81.png"/><Relationship Id="rId219" Type="http://schemas.openxmlformats.org/officeDocument/2006/relationships/image" Target="../media/image109.png"/><Relationship Id="rId370" Type="http://schemas.openxmlformats.org/officeDocument/2006/relationships/image" Target="../media/image183.png"/><Relationship Id="rId426" Type="http://schemas.openxmlformats.org/officeDocument/2006/relationships/image" Target="../media/image211.png"/><Relationship Id="rId230" Type="http://schemas.openxmlformats.org/officeDocument/2006/relationships/customXml" Target="../ink/ink115.xml"/><Relationship Id="rId468" Type="http://schemas.openxmlformats.org/officeDocument/2006/relationships/image" Target="../media/image232.png"/><Relationship Id="rId25" Type="http://schemas.openxmlformats.org/officeDocument/2006/relationships/image" Target="../media/image12.png"/><Relationship Id="rId67" Type="http://schemas.openxmlformats.org/officeDocument/2006/relationships/image" Target="../media/image33.png"/><Relationship Id="rId272" Type="http://schemas.openxmlformats.org/officeDocument/2006/relationships/customXml" Target="../ink/ink137.xml"/><Relationship Id="rId328" Type="http://schemas.openxmlformats.org/officeDocument/2006/relationships/image" Target="../media/image162.png"/><Relationship Id="rId132" Type="http://schemas.openxmlformats.org/officeDocument/2006/relationships/customXml" Target="../ink/ink66.xml"/><Relationship Id="rId174" Type="http://schemas.openxmlformats.org/officeDocument/2006/relationships/customXml" Target="../ink/ink87.xml"/><Relationship Id="rId381" Type="http://schemas.openxmlformats.org/officeDocument/2006/relationships/customXml" Target="../ink/ink192.xml"/><Relationship Id="rId241" Type="http://schemas.openxmlformats.org/officeDocument/2006/relationships/image" Target="../media/image120.png"/><Relationship Id="rId437" Type="http://schemas.openxmlformats.org/officeDocument/2006/relationships/customXml" Target="../ink/ink220.xml"/><Relationship Id="rId479" Type="http://schemas.openxmlformats.org/officeDocument/2006/relationships/customXml" Target="../ink/ink241.xml"/><Relationship Id="rId36" Type="http://schemas.openxmlformats.org/officeDocument/2006/relationships/customXml" Target="../ink/ink18.xml"/><Relationship Id="rId283" Type="http://schemas.openxmlformats.org/officeDocument/2006/relationships/image" Target="../media/image140.png"/><Relationship Id="rId339" Type="http://schemas.openxmlformats.org/officeDocument/2006/relationships/customXml" Target="../ink/ink171.xml"/><Relationship Id="rId490" Type="http://schemas.openxmlformats.org/officeDocument/2006/relationships/image" Target="../media/image243.png"/><Relationship Id="rId504" Type="http://schemas.openxmlformats.org/officeDocument/2006/relationships/image" Target="../media/image250.png"/><Relationship Id="rId78" Type="http://schemas.openxmlformats.org/officeDocument/2006/relationships/customXml" Target="../ink/ink39.xml"/><Relationship Id="rId101" Type="http://schemas.openxmlformats.org/officeDocument/2006/relationships/image" Target="../media/image50.png"/><Relationship Id="rId143" Type="http://schemas.openxmlformats.org/officeDocument/2006/relationships/image" Target="../media/image71.png"/><Relationship Id="rId185" Type="http://schemas.openxmlformats.org/officeDocument/2006/relationships/image" Target="../media/image92.png"/><Relationship Id="rId350" Type="http://schemas.openxmlformats.org/officeDocument/2006/relationships/image" Target="../media/image173.png"/><Relationship Id="rId406" Type="http://schemas.openxmlformats.org/officeDocument/2006/relationships/image" Target="../media/image201.png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392" Type="http://schemas.openxmlformats.org/officeDocument/2006/relationships/image" Target="../media/image194.png"/><Relationship Id="rId448" Type="http://schemas.openxmlformats.org/officeDocument/2006/relationships/image" Target="../media/image222.png"/><Relationship Id="rId252" Type="http://schemas.openxmlformats.org/officeDocument/2006/relationships/image" Target="../media/image125.png"/><Relationship Id="rId294" Type="http://schemas.openxmlformats.org/officeDocument/2006/relationships/customXml" Target="../ink/ink148.xml"/><Relationship Id="rId308" Type="http://schemas.openxmlformats.org/officeDocument/2006/relationships/customXml" Target="../ink/ink155.xml"/><Relationship Id="rId47" Type="http://schemas.openxmlformats.org/officeDocument/2006/relationships/image" Target="../media/image23.png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54" Type="http://schemas.openxmlformats.org/officeDocument/2006/relationships/customXml" Target="../ink/ink77.xml"/><Relationship Id="rId361" Type="http://schemas.openxmlformats.org/officeDocument/2006/relationships/customXml" Target="../ink/ink182.xml"/><Relationship Id="rId196" Type="http://schemas.openxmlformats.org/officeDocument/2006/relationships/customXml" Target="../ink/ink98.xml"/><Relationship Id="rId417" Type="http://schemas.openxmlformats.org/officeDocument/2006/relationships/customXml" Target="../ink/ink210.xml"/><Relationship Id="rId459" Type="http://schemas.openxmlformats.org/officeDocument/2006/relationships/customXml" Target="../ink/ink231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63" Type="http://schemas.openxmlformats.org/officeDocument/2006/relationships/customXml" Target="../ink/ink132.xml"/><Relationship Id="rId319" Type="http://schemas.openxmlformats.org/officeDocument/2006/relationships/customXml" Target="../ink/ink161.xml"/><Relationship Id="rId470" Type="http://schemas.openxmlformats.org/officeDocument/2006/relationships/image" Target="../media/image233.png"/><Relationship Id="rId58" Type="http://schemas.openxmlformats.org/officeDocument/2006/relationships/customXml" Target="../ink/ink29.xml"/><Relationship Id="rId123" Type="http://schemas.openxmlformats.org/officeDocument/2006/relationships/image" Target="../media/image61.png"/><Relationship Id="rId330" Type="http://schemas.openxmlformats.org/officeDocument/2006/relationships/image" Target="../media/image163.png"/><Relationship Id="rId165" Type="http://schemas.openxmlformats.org/officeDocument/2006/relationships/image" Target="../media/image82.png"/><Relationship Id="rId372" Type="http://schemas.openxmlformats.org/officeDocument/2006/relationships/image" Target="../media/image184.png"/><Relationship Id="rId428" Type="http://schemas.openxmlformats.org/officeDocument/2006/relationships/image" Target="../media/image212.png"/><Relationship Id="rId232" Type="http://schemas.openxmlformats.org/officeDocument/2006/relationships/customXml" Target="../ink/ink116.xml"/><Relationship Id="rId274" Type="http://schemas.openxmlformats.org/officeDocument/2006/relationships/customXml" Target="../ink/ink138.xml"/><Relationship Id="rId481" Type="http://schemas.openxmlformats.org/officeDocument/2006/relationships/customXml" Target="../ink/ink242.xml"/><Relationship Id="rId27" Type="http://schemas.openxmlformats.org/officeDocument/2006/relationships/image" Target="../media/image13.png"/><Relationship Id="rId69" Type="http://schemas.openxmlformats.org/officeDocument/2006/relationships/image" Target="../media/image34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76" Type="http://schemas.openxmlformats.org/officeDocument/2006/relationships/customXml" Target="../ink/ink88.xml"/><Relationship Id="rId341" Type="http://schemas.openxmlformats.org/officeDocument/2006/relationships/customXml" Target="../ink/ink172.xml"/><Relationship Id="rId383" Type="http://schemas.openxmlformats.org/officeDocument/2006/relationships/customXml" Target="../ink/ink193.xml"/><Relationship Id="rId439" Type="http://schemas.openxmlformats.org/officeDocument/2006/relationships/customXml" Target="../ink/ink221.xml"/><Relationship Id="rId201" Type="http://schemas.openxmlformats.org/officeDocument/2006/relationships/image" Target="../media/image100.png"/><Relationship Id="rId243" Type="http://schemas.openxmlformats.org/officeDocument/2006/relationships/image" Target="../media/image121.png"/><Relationship Id="rId285" Type="http://schemas.openxmlformats.org/officeDocument/2006/relationships/image" Target="../media/image141.png"/><Relationship Id="rId450" Type="http://schemas.openxmlformats.org/officeDocument/2006/relationships/image" Target="../media/image223.png"/><Relationship Id="rId506" Type="http://schemas.openxmlformats.org/officeDocument/2006/relationships/image" Target="../media/image251.png"/><Relationship Id="rId38" Type="http://schemas.openxmlformats.org/officeDocument/2006/relationships/customXml" Target="../ink/ink19.xml"/><Relationship Id="rId103" Type="http://schemas.openxmlformats.org/officeDocument/2006/relationships/image" Target="../media/image51.png"/><Relationship Id="rId310" Type="http://schemas.openxmlformats.org/officeDocument/2006/relationships/customXml" Target="../ink/ink156.xml"/><Relationship Id="rId492" Type="http://schemas.openxmlformats.org/officeDocument/2006/relationships/image" Target="../media/image244.png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87" Type="http://schemas.openxmlformats.org/officeDocument/2006/relationships/image" Target="../media/image93.png"/><Relationship Id="rId352" Type="http://schemas.openxmlformats.org/officeDocument/2006/relationships/image" Target="../media/image174.png"/><Relationship Id="rId394" Type="http://schemas.openxmlformats.org/officeDocument/2006/relationships/image" Target="../media/image195.png"/><Relationship Id="rId408" Type="http://schemas.openxmlformats.org/officeDocument/2006/relationships/image" Target="../media/image202.png"/><Relationship Id="rId212" Type="http://schemas.openxmlformats.org/officeDocument/2006/relationships/customXml" Target="../ink/ink106.xml"/><Relationship Id="rId254" Type="http://schemas.openxmlformats.org/officeDocument/2006/relationships/image" Target="../media/image126.png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96" Type="http://schemas.openxmlformats.org/officeDocument/2006/relationships/customXml" Target="../ink/ink149.xml"/><Relationship Id="rId461" Type="http://schemas.openxmlformats.org/officeDocument/2006/relationships/customXml" Target="../ink/ink232.xml"/><Relationship Id="rId60" Type="http://schemas.openxmlformats.org/officeDocument/2006/relationships/customXml" Target="../ink/ink30.xml"/><Relationship Id="rId156" Type="http://schemas.openxmlformats.org/officeDocument/2006/relationships/customXml" Target="../ink/ink78.xml"/><Relationship Id="rId198" Type="http://schemas.openxmlformats.org/officeDocument/2006/relationships/customXml" Target="../ink/ink99.xml"/><Relationship Id="rId321" Type="http://schemas.openxmlformats.org/officeDocument/2006/relationships/customXml" Target="../ink/ink162.xml"/><Relationship Id="rId363" Type="http://schemas.openxmlformats.org/officeDocument/2006/relationships/customXml" Target="../ink/ink183.xml"/><Relationship Id="rId419" Type="http://schemas.openxmlformats.org/officeDocument/2006/relationships/customXml" Target="../ink/ink211.xml"/><Relationship Id="rId223" Type="http://schemas.openxmlformats.org/officeDocument/2006/relationships/image" Target="../media/image111.png"/><Relationship Id="rId430" Type="http://schemas.openxmlformats.org/officeDocument/2006/relationships/image" Target="../media/image213.png"/><Relationship Id="rId18" Type="http://schemas.openxmlformats.org/officeDocument/2006/relationships/customXml" Target="../ink/ink9.xml"/><Relationship Id="rId265" Type="http://schemas.openxmlformats.org/officeDocument/2006/relationships/customXml" Target="../ink/ink133.xml"/><Relationship Id="rId472" Type="http://schemas.openxmlformats.org/officeDocument/2006/relationships/image" Target="../media/image234.png"/><Relationship Id="rId125" Type="http://schemas.openxmlformats.org/officeDocument/2006/relationships/image" Target="../media/image62.png"/><Relationship Id="rId167" Type="http://schemas.openxmlformats.org/officeDocument/2006/relationships/image" Target="../media/image83.png"/><Relationship Id="rId332" Type="http://schemas.openxmlformats.org/officeDocument/2006/relationships/image" Target="../media/image164.png"/><Relationship Id="rId374" Type="http://schemas.openxmlformats.org/officeDocument/2006/relationships/image" Target="../media/image185.png"/><Relationship Id="rId71" Type="http://schemas.openxmlformats.org/officeDocument/2006/relationships/image" Target="../media/image35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76" Type="http://schemas.openxmlformats.org/officeDocument/2006/relationships/customXml" Target="../ink/ink139.xml"/><Relationship Id="rId441" Type="http://schemas.openxmlformats.org/officeDocument/2006/relationships/customXml" Target="../ink/ink222.xml"/><Relationship Id="rId483" Type="http://schemas.openxmlformats.org/officeDocument/2006/relationships/customXml" Target="../ink/ink243.xml"/><Relationship Id="rId40" Type="http://schemas.openxmlformats.org/officeDocument/2006/relationships/customXml" Target="../ink/ink20.xml"/><Relationship Id="rId136" Type="http://schemas.openxmlformats.org/officeDocument/2006/relationships/customXml" Target="../ink/ink68.xml"/><Relationship Id="rId178" Type="http://schemas.openxmlformats.org/officeDocument/2006/relationships/customXml" Target="../ink/ink89.xml"/><Relationship Id="rId301" Type="http://schemas.openxmlformats.org/officeDocument/2006/relationships/image" Target="../media/image149.png"/><Relationship Id="rId343" Type="http://schemas.openxmlformats.org/officeDocument/2006/relationships/customXml" Target="../ink/ink173.xml"/><Relationship Id="rId82" Type="http://schemas.openxmlformats.org/officeDocument/2006/relationships/customXml" Target="../ink/ink41.xml"/><Relationship Id="rId203" Type="http://schemas.openxmlformats.org/officeDocument/2006/relationships/image" Target="../media/image101.png"/><Relationship Id="rId385" Type="http://schemas.openxmlformats.org/officeDocument/2006/relationships/customXml" Target="../ink/ink194.xml"/><Relationship Id="rId245" Type="http://schemas.openxmlformats.org/officeDocument/2006/relationships/image" Target="../media/image122.png"/><Relationship Id="rId287" Type="http://schemas.openxmlformats.org/officeDocument/2006/relationships/image" Target="../media/image142.png"/><Relationship Id="rId410" Type="http://schemas.openxmlformats.org/officeDocument/2006/relationships/image" Target="../media/image203.png"/><Relationship Id="rId452" Type="http://schemas.openxmlformats.org/officeDocument/2006/relationships/image" Target="../media/image224.png"/><Relationship Id="rId494" Type="http://schemas.openxmlformats.org/officeDocument/2006/relationships/image" Target="../media/image245.png"/><Relationship Id="rId508" Type="http://schemas.openxmlformats.org/officeDocument/2006/relationships/image" Target="../media/image252.png"/><Relationship Id="rId105" Type="http://schemas.openxmlformats.org/officeDocument/2006/relationships/image" Target="../media/image52.png"/><Relationship Id="rId147" Type="http://schemas.openxmlformats.org/officeDocument/2006/relationships/image" Target="../media/image73.png"/><Relationship Id="rId312" Type="http://schemas.openxmlformats.org/officeDocument/2006/relationships/customXml" Target="../ink/ink157.xml"/><Relationship Id="rId354" Type="http://schemas.openxmlformats.org/officeDocument/2006/relationships/image" Target="../media/image175.png"/><Relationship Id="rId51" Type="http://schemas.openxmlformats.org/officeDocument/2006/relationships/image" Target="../media/image25.png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96" Type="http://schemas.openxmlformats.org/officeDocument/2006/relationships/image" Target="../media/image196.png"/><Relationship Id="rId214" Type="http://schemas.openxmlformats.org/officeDocument/2006/relationships/customXml" Target="../ink/ink107.xml"/><Relationship Id="rId256" Type="http://schemas.openxmlformats.org/officeDocument/2006/relationships/image" Target="../media/image127.png"/><Relationship Id="rId298" Type="http://schemas.openxmlformats.org/officeDocument/2006/relationships/customXml" Target="../ink/ink150.xml"/><Relationship Id="rId421" Type="http://schemas.openxmlformats.org/officeDocument/2006/relationships/customXml" Target="../ink/ink212.xml"/><Relationship Id="rId463" Type="http://schemas.openxmlformats.org/officeDocument/2006/relationships/customXml" Target="../ink/ink233.xml"/><Relationship Id="rId116" Type="http://schemas.openxmlformats.org/officeDocument/2006/relationships/customXml" Target="../ink/ink58.xml"/><Relationship Id="rId158" Type="http://schemas.openxmlformats.org/officeDocument/2006/relationships/customXml" Target="../ink/ink79.xml"/><Relationship Id="rId323" Type="http://schemas.openxmlformats.org/officeDocument/2006/relationships/customXml" Target="../ink/ink163.xml"/><Relationship Id="rId20" Type="http://schemas.openxmlformats.org/officeDocument/2006/relationships/customXml" Target="../ink/ink10.xml"/><Relationship Id="rId62" Type="http://schemas.openxmlformats.org/officeDocument/2006/relationships/customXml" Target="../ink/ink31.xml"/><Relationship Id="rId365" Type="http://schemas.openxmlformats.org/officeDocument/2006/relationships/customXml" Target="../ink/ink184.xml"/><Relationship Id="rId225" Type="http://schemas.openxmlformats.org/officeDocument/2006/relationships/image" Target="../media/image112.png"/><Relationship Id="rId267" Type="http://schemas.openxmlformats.org/officeDocument/2006/relationships/customXml" Target="../ink/ink134.xml"/><Relationship Id="rId432" Type="http://schemas.openxmlformats.org/officeDocument/2006/relationships/image" Target="../media/image214.png"/><Relationship Id="rId474" Type="http://schemas.openxmlformats.org/officeDocument/2006/relationships/image" Target="../media/image235.png"/><Relationship Id="rId127" Type="http://schemas.openxmlformats.org/officeDocument/2006/relationships/image" Target="../media/image63.png"/><Relationship Id="rId31" Type="http://schemas.openxmlformats.org/officeDocument/2006/relationships/image" Target="../media/image15.png"/><Relationship Id="rId73" Type="http://schemas.openxmlformats.org/officeDocument/2006/relationships/image" Target="../media/image36.png"/><Relationship Id="rId169" Type="http://schemas.openxmlformats.org/officeDocument/2006/relationships/image" Target="../media/image84.png"/><Relationship Id="rId334" Type="http://schemas.openxmlformats.org/officeDocument/2006/relationships/image" Target="../media/image165.png"/><Relationship Id="rId376" Type="http://schemas.openxmlformats.org/officeDocument/2006/relationships/image" Target="../media/image186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7.png"/><Relationship Id="rId236" Type="http://schemas.openxmlformats.org/officeDocument/2006/relationships/customXml" Target="../ink/ink118.xml"/><Relationship Id="rId257" Type="http://schemas.openxmlformats.org/officeDocument/2006/relationships/customXml" Target="../ink/ink129.xml"/><Relationship Id="rId278" Type="http://schemas.openxmlformats.org/officeDocument/2006/relationships/customXml" Target="../ink/ink140.xml"/><Relationship Id="rId401" Type="http://schemas.openxmlformats.org/officeDocument/2006/relationships/customXml" Target="../ink/ink202.xml"/><Relationship Id="rId422" Type="http://schemas.openxmlformats.org/officeDocument/2006/relationships/image" Target="../media/image209.png"/><Relationship Id="rId443" Type="http://schemas.openxmlformats.org/officeDocument/2006/relationships/customXml" Target="../ink/ink223.xml"/><Relationship Id="rId464" Type="http://schemas.openxmlformats.org/officeDocument/2006/relationships/image" Target="../media/image230.png"/><Relationship Id="rId303" Type="http://schemas.openxmlformats.org/officeDocument/2006/relationships/image" Target="../media/image150.png"/><Relationship Id="rId485" Type="http://schemas.openxmlformats.org/officeDocument/2006/relationships/customXml" Target="../ink/ink244.xml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customXml" Target="../ink/ink174.xml"/><Relationship Id="rId387" Type="http://schemas.openxmlformats.org/officeDocument/2006/relationships/customXml" Target="../ink/ink195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Relationship Id="rId412" Type="http://schemas.openxmlformats.org/officeDocument/2006/relationships/image" Target="../media/image204.png"/><Relationship Id="rId107" Type="http://schemas.openxmlformats.org/officeDocument/2006/relationships/image" Target="../media/image53.png"/><Relationship Id="rId289" Type="http://schemas.openxmlformats.org/officeDocument/2006/relationships/image" Target="../media/image143.png"/><Relationship Id="rId454" Type="http://schemas.openxmlformats.org/officeDocument/2006/relationships/image" Target="../media/image225.png"/><Relationship Id="rId496" Type="http://schemas.openxmlformats.org/officeDocument/2006/relationships/image" Target="../media/image246.png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314" Type="http://schemas.openxmlformats.org/officeDocument/2006/relationships/image" Target="../media/image155.png"/><Relationship Id="rId356" Type="http://schemas.openxmlformats.org/officeDocument/2006/relationships/image" Target="../media/image176.png"/><Relationship Id="rId398" Type="http://schemas.openxmlformats.org/officeDocument/2006/relationships/image" Target="../media/image197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423" Type="http://schemas.openxmlformats.org/officeDocument/2006/relationships/customXml" Target="../ink/ink213.xml"/><Relationship Id="rId258" Type="http://schemas.openxmlformats.org/officeDocument/2006/relationships/image" Target="../media/image128.png"/><Relationship Id="rId465" Type="http://schemas.openxmlformats.org/officeDocument/2006/relationships/customXml" Target="../ink/ink234.xml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customXml" Target="../ink/ink164.xml"/><Relationship Id="rId367" Type="http://schemas.openxmlformats.org/officeDocument/2006/relationships/customXml" Target="../ink/ink185.xml"/><Relationship Id="rId171" Type="http://schemas.openxmlformats.org/officeDocument/2006/relationships/image" Target="../media/image85.png"/><Relationship Id="rId227" Type="http://schemas.openxmlformats.org/officeDocument/2006/relationships/image" Target="../media/image113.png"/><Relationship Id="rId269" Type="http://schemas.openxmlformats.org/officeDocument/2006/relationships/customXml" Target="../ink/ink135.xml"/><Relationship Id="rId434" Type="http://schemas.openxmlformats.org/officeDocument/2006/relationships/image" Target="../media/image215.png"/><Relationship Id="rId476" Type="http://schemas.openxmlformats.org/officeDocument/2006/relationships/image" Target="../media/image236.png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customXml" Target="../ink/ink141.xml"/><Relationship Id="rId336" Type="http://schemas.openxmlformats.org/officeDocument/2006/relationships/image" Target="../media/image166.png"/><Relationship Id="rId501" Type="http://schemas.openxmlformats.org/officeDocument/2006/relationships/customXml" Target="../ink/ink252.xml"/><Relationship Id="rId75" Type="http://schemas.openxmlformats.org/officeDocument/2006/relationships/image" Target="../media/image37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378" Type="http://schemas.openxmlformats.org/officeDocument/2006/relationships/image" Target="../media/image187.png"/><Relationship Id="rId403" Type="http://schemas.openxmlformats.org/officeDocument/2006/relationships/customXml" Target="../ink/ink203.xml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445" Type="http://schemas.openxmlformats.org/officeDocument/2006/relationships/customXml" Target="../ink/ink224.xml"/><Relationship Id="rId487" Type="http://schemas.openxmlformats.org/officeDocument/2006/relationships/customXml" Target="../ink/ink245.xml"/><Relationship Id="rId291" Type="http://schemas.openxmlformats.org/officeDocument/2006/relationships/image" Target="../media/image144.png"/><Relationship Id="rId305" Type="http://schemas.openxmlformats.org/officeDocument/2006/relationships/image" Target="../media/image151.png"/><Relationship Id="rId347" Type="http://schemas.openxmlformats.org/officeDocument/2006/relationships/customXml" Target="../ink/ink175.xml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5.png"/><Relationship Id="rId389" Type="http://schemas.openxmlformats.org/officeDocument/2006/relationships/customXml" Target="../ink/ink196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49" Type="http://schemas.openxmlformats.org/officeDocument/2006/relationships/customXml" Target="../ink/ink125.xml"/><Relationship Id="rId414" Type="http://schemas.openxmlformats.org/officeDocument/2006/relationships/image" Target="../media/image205.png"/><Relationship Id="rId456" Type="http://schemas.openxmlformats.org/officeDocument/2006/relationships/image" Target="../media/image226.png"/><Relationship Id="rId498" Type="http://schemas.openxmlformats.org/officeDocument/2006/relationships/image" Target="../media/image247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image" Target="../media/image129.png"/><Relationship Id="rId316" Type="http://schemas.openxmlformats.org/officeDocument/2006/relationships/image" Target="../media/image156.png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358" Type="http://schemas.openxmlformats.org/officeDocument/2006/relationships/image" Target="../media/image177.png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425" Type="http://schemas.openxmlformats.org/officeDocument/2006/relationships/customXml" Target="../ink/ink214.xml"/><Relationship Id="rId467" Type="http://schemas.openxmlformats.org/officeDocument/2006/relationships/customXml" Target="../ink/ink235.xml"/><Relationship Id="rId271" Type="http://schemas.openxmlformats.org/officeDocument/2006/relationships/customXml" Target="../ink/ink136.xml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5.png"/><Relationship Id="rId327" Type="http://schemas.openxmlformats.org/officeDocument/2006/relationships/customXml" Target="../ink/ink165.xml"/><Relationship Id="rId369" Type="http://schemas.openxmlformats.org/officeDocument/2006/relationships/customXml" Target="../ink/ink186.xml"/><Relationship Id="rId173" Type="http://schemas.openxmlformats.org/officeDocument/2006/relationships/image" Target="../media/image86.png"/><Relationship Id="rId229" Type="http://schemas.openxmlformats.org/officeDocument/2006/relationships/image" Target="../media/image114.png"/><Relationship Id="rId380" Type="http://schemas.openxmlformats.org/officeDocument/2006/relationships/image" Target="../media/image188.png"/><Relationship Id="rId436" Type="http://schemas.openxmlformats.org/officeDocument/2006/relationships/image" Target="../media/image216.png"/><Relationship Id="rId240" Type="http://schemas.openxmlformats.org/officeDocument/2006/relationships/customXml" Target="../ink/ink120.xml"/><Relationship Id="rId478" Type="http://schemas.openxmlformats.org/officeDocument/2006/relationships/image" Target="../media/image237.png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customXml" Target="../ink/ink142.xml"/><Relationship Id="rId338" Type="http://schemas.openxmlformats.org/officeDocument/2006/relationships/image" Target="../media/image167.png"/><Relationship Id="rId503" Type="http://schemas.openxmlformats.org/officeDocument/2006/relationships/customXml" Target="../ink/ink253.xml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391" Type="http://schemas.openxmlformats.org/officeDocument/2006/relationships/customXml" Target="../ink/ink197.xml"/><Relationship Id="rId405" Type="http://schemas.openxmlformats.org/officeDocument/2006/relationships/customXml" Target="../ink/ink204.xml"/><Relationship Id="rId447" Type="http://schemas.openxmlformats.org/officeDocument/2006/relationships/customXml" Target="../ink/ink225.xml"/><Relationship Id="rId251" Type="http://schemas.openxmlformats.org/officeDocument/2006/relationships/customXml" Target="../ink/ink126.xml"/><Relationship Id="rId489" Type="http://schemas.openxmlformats.org/officeDocument/2006/relationships/customXml" Target="../ink/ink246.xml"/><Relationship Id="rId46" Type="http://schemas.openxmlformats.org/officeDocument/2006/relationships/customXml" Target="../ink/ink23.xml"/><Relationship Id="rId293" Type="http://schemas.openxmlformats.org/officeDocument/2006/relationships/image" Target="../media/image145.png"/><Relationship Id="rId307" Type="http://schemas.openxmlformats.org/officeDocument/2006/relationships/image" Target="../media/image152.png"/><Relationship Id="rId349" Type="http://schemas.openxmlformats.org/officeDocument/2006/relationships/customXml" Target="../ink/ink176.xml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3" Type="http://schemas.openxmlformats.org/officeDocument/2006/relationships/image" Target="../media/image76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360" Type="http://schemas.openxmlformats.org/officeDocument/2006/relationships/image" Target="../media/image178.png"/><Relationship Id="rId416" Type="http://schemas.openxmlformats.org/officeDocument/2006/relationships/image" Target="../media/image206.png"/><Relationship Id="rId220" Type="http://schemas.openxmlformats.org/officeDocument/2006/relationships/customXml" Target="../ink/ink110.xml"/><Relationship Id="rId458" Type="http://schemas.openxmlformats.org/officeDocument/2006/relationships/image" Target="../media/image227.png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image" Target="../media/image130.png"/><Relationship Id="rId318" Type="http://schemas.openxmlformats.org/officeDocument/2006/relationships/image" Target="../media/image157.png"/><Relationship Id="rId99" Type="http://schemas.openxmlformats.org/officeDocument/2006/relationships/image" Target="../media/image49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customXml" Target="../ink/ink187.xml"/><Relationship Id="rId427" Type="http://schemas.openxmlformats.org/officeDocument/2006/relationships/customXml" Target="../ink/ink215.xml"/><Relationship Id="rId469" Type="http://schemas.openxmlformats.org/officeDocument/2006/relationships/customXml" Target="../ink/ink236.xml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73" Type="http://schemas.openxmlformats.org/officeDocument/2006/relationships/image" Target="../media/image135.png"/><Relationship Id="rId329" Type="http://schemas.openxmlformats.org/officeDocument/2006/relationships/customXml" Target="../ink/ink166.xml"/><Relationship Id="rId480" Type="http://schemas.openxmlformats.org/officeDocument/2006/relationships/image" Target="../media/image238.png"/><Relationship Id="rId68" Type="http://schemas.openxmlformats.org/officeDocument/2006/relationships/customXml" Target="../ink/ink34.xml"/><Relationship Id="rId133" Type="http://schemas.openxmlformats.org/officeDocument/2006/relationships/image" Target="../media/image66.png"/><Relationship Id="rId175" Type="http://schemas.openxmlformats.org/officeDocument/2006/relationships/image" Target="../media/image87.png"/><Relationship Id="rId340" Type="http://schemas.openxmlformats.org/officeDocument/2006/relationships/image" Target="../media/image168.png"/><Relationship Id="rId200" Type="http://schemas.openxmlformats.org/officeDocument/2006/relationships/customXml" Target="../ink/ink100.xml"/><Relationship Id="rId382" Type="http://schemas.openxmlformats.org/officeDocument/2006/relationships/image" Target="../media/image189.png"/><Relationship Id="rId438" Type="http://schemas.openxmlformats.org/officeDocument/2006/relationships/image" Target="../media/image217.png"/><Relationship Id="rId242" Type="http://schemas.openxmlformats.org/officeDocument/2006/relationships/customXml" Target="../ink/ink121.xml"/><Relationship Id="rId284" Type="http://schemas.openxmlformats.org/officeDocument/2006/relationships/customXml" Target="../ink/ink143.xml"/><Relationship Id="rId491" Type="http://schemas.openxmlformats.org/officeDocument/2006/relationships/customXml" Target="../ink/ink247.xml"/><Relationship Id="rId505" Type="http://schemas.openxmlformats.org/officeDocument/2006/relationships/customXml" Target="../ink/ink254.xml"/><Relationship Id="rId37" Type="http://schemas.openxmlformats.org/officeDocument/2006/relationships/image" Target="../media/image18.png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86" Type="http://schemas.openxmlformats.org/officeDocument/2006/relationships/customXml" Target="../ink/ink93.xml"/><Relationship Id="rId351" Type="http://schemas.openxmlformats.org/officeDocument/2006/relationships/customXml" Target="../ink/ink177.xml"/><Relationship Id="rId393" Type="http://schemas.openxmlformats.org/officeDocument/2006/relationships/customXml" Target="../ink/ink198.xml"/><Relationship Id="rId407" Type="http://schemas.openxmlformats.org/officeDocument/2006/relationships/customXml" Target="../ink/ink205.xml"/><Relationship Id="rId449" Type="http://schemas.openxmlformats.org/officeDocument/2006/relationships/customXml" Target="../ink/ink226.xml"/><Relationship Id="rId211" Type="http://schemas.openxmlformats.org/officeDocument/2006/relationships/image" Target="../media/image105.png"/><Relationship Id="rId253" Type="http://schemas.openxmlformats.org/officeDocument/2006/relationships/customXml" Target="../ink/ink127.xml"/><Relationship Id="rId295" Type="http://schemas.openxmlformats.org/officeDocument/2006/relationships/image" Target="../media/image146.png"/><Relationship Id="rId309" Type="http://schemas.openxmlformats.org/officeDocument/2006/relationships/image" Target="../media/image153.png"/><Relationship Id="rId460" Type="http://schemas.openxmlformats.org/officeDocument/2006/relationships/image" Target="../media/image228.png"/><Relationship Id="rId48" Type="http://schemas.openxmlformats.org/officeDocument/2006/relationships/customXml" Target="../ink/ink24.xml"/><Relationship Id="rId113" Type="http://schemas.openxmlformats.org/officeDocument/2006/relationships/image" Target="../media/image56.png"/><Relationship Id="rId320" Type="http://schemas.openxmlformats.org/officeDocument/2006/relationships/image" Target="../media/image158.png"/><Relationship Id="rId155" Type="http://schemas.openxmlformats.org/officeDocument/2006/relationships/image" Target="../media/image77.png"/><Relationship Id="rId197" Type="http://schemas.openxmlformats.org/officeDocument/2006/relationships/image" Target="../media/image98.png"/><Relationship Id="rId362" Type="http://schemas.openxmlformats.org/officeDocument/2006/relationships/image" Target="../media/image179.png"/><Relationship Id="rId418" Type="http://schemas.openxmlformats.org/officeDocument/2006/relationships/image" Target="../media/image207.png"/><Relationship Id="rId222" Type="http://schemas.openxmlformats.org/officeDocument/2006/relationships/customXml" Target="../ink/ink111.xml"/><Relationship Id="rId264" Type="http://schemas.openxmlformats.org/officeDocument/2006/relationships/image" Target="../media/image131.png"/><Relationship Id="rId471" Type="http://schemas.openxmlformats.org/officeDocument/2006/relationships/customXml" Target="../ink/ink237.xml"/><Relationship Id="rId17" Type="http://schemas.openxmlformats.org/officeDocument/2006/relationships/image" Target="../media/image8.png"/><Relationship Id="rId59" Type="http://schemas.openxmlformats.org/officeDocument/2006/relationships/image" Target="../media/image29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166" Type="http://schemas.openxmlformats.org/officeDocument/2006/relationships/customXml" Target="../ink/ink83.xml"/><Relationship Id="rId331" Type="http://schemas.openxmlformats.org/officeDocument/2006/relationships/customXml" Target="../ink/ink167.xml"/><Relationship Id="rId373" Type="http://schemas.openxmlformats.org/officeDocument/2006/relationships/customXml" Target="../ink/ink188.xml"/><Relationship Id="rId429" Type="http://schemas.openxmlformats.org/officeDocument/2006/relationships/customXml" Target="../ink/ink216.xml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116.png"/><Relationship Id="rId440" Type="http://schemas.openxmlformats.org/officeDocument/2006/relationships/image" Target="../media/image218.png"/><Relationship Id="rId28" Type="http://schemas.openxmlformats.org/officeDocument/2006/relationships/customXml" Target="../ink/ink14.xml"/><Relationship Id="rId275" Type="http://schemas.openxmlformats.org/officeDocument/2006/relationships/image" Target="../media/image136.png"/><Relationship Id="rId300" Type="http://schemas.openxmlformats.org/officeDocument/2006/relationships/customXml" Target="../ink/ink151.xml"/><Relationship Id="rId482" Type="http://schemas.openxmlformats.org/officeDocument/2006/relationships/image" Target="../media/image239.png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77" Type="http://schemas.openxmlformats.org/officeDocument/2006/relationships/image" Target="../media/image88.png"/><Relationship Id="rId342" Type="http://schemas.openxmlformats.org/officeDocument/2006/relationships/image" Target="../media/image169.png"/><Relationship Id="rId384" Type="http://schemas.openxmlformats.org/officeDocument/2006/relationships/image" Target="../media/image190.png"/><Relationship Id="rId202" Type="http://schemas.openxmlformats.org/officeDocument/2006/relationships/customXml" Target="../ink/ink101.xml"/><Relationship Id="rId244" Type="http://schemas.openxmlformats.org/officeDocument/2006/relationships/customXml" Target="../ink/ink122.xml"/><Relationship Id="rId39" Type="http://schemas.openxmlformats.org/officeDocument/2006/relationships/image" Target="../media/image19.png"/><Relationship Id="rId286" Type="http://schemas.openxmlformats.org/officeDocument/2006/relationships/customXml" Target="../ink/ink144.xml"/><Relationship Id="rId451" Type="http://schemas.openxmlformats.org/officeDocument/2006/relationships/customXml" Target="../ink/ink227.xml"/><Relationship Id="rId493" Type="http://schemas.openxmlformats.org/officeDocument/2006/relationships/customXml" Target="../ink/ink248.xml"/><Relationship Id="rId507" Type="http://schemas.openxmlformats.org/officeDocument/2006/relationships/customXml" Target="../ink/ink255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46" Type="http://schemas.openxmlformats.org/officeDocument/2006/relationships/customXml" Target="../ink/ink73.xml"/><Relationship Id="rId188" Type="http://schemas.openxmlformats.org/officeDocument/2006/relationships/customXml" Target="../ink/ink94.xml"/><Relationship Id="rId311" Type="http://schemas.openxmlformats.org/officeDocument/2006/relationships/image" Target="../media/image154.png"/><Relationship Id="rId353" Type="http://schemas.openxmlformats.org/officeDocument/2006/relationships/customXml" Target="../ink/ink178.xml"/><Relationship Id="rId395" Type="http://schemas.openxmlformats.org/officeDocument/2006/relationships/customXml" Target="../ink/ink199.xml"/><Relationship Id="rId409" Type="http://schemas.openxmlformats.org/officeDocument/2006/relationships/customXml" Target="../ink/ink206.xml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420" Type="http://schemas.openxmlformats.org/officeDocument/2006/relationships/image" Target="../media/image208.png"/><Relationship Id="rId255" Type="http://schemas.openxmlformats.org/officeDocument/2006/relationships/customXml" Target="../ink/ink128.xml"/><Relationship Id="rId297" Type="http://schemas.openxmlformats.org/officeDocument/2006/relationships/image" Target="../media/image147.png"/><Relationship Id="rId462" Type="http://schemas.openxmlformats.org/officeDocument/2006/relationships/image" Target="../media/image229.png"/><Relationship Id="rId115" Type="http://schemas.openxmlformats.org/officeDocument/2006/relationships/image" Target="../media/image57.png"/><Relationship Id="rId157" Type="http://schemas.openxmlformats.org/officeDocument/2006/relationships/image" Target="../media/image78.png"/><Relationship Id="rId322" Type="http://schemas.openxmlformats.org/officeDocument/2006/relationships/image" Target="../media/image159.png"/><Relationship Id="rId364" Type="http://schemas.openxmlformats.org/officeDocument/2006/relationships/image" Target="../media/image180.png"/><Relationship Id="rId61" Type="http://schemas.openxmlformats.org/officeDocument/2006/relationships/image" Target="../media/image30.png"/><Relationship Id="rId199" Type="http://schemas.openxmlformats.org/officeDocument/2006/relationships/image" Target="../media/image99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66" Type="http://schemas.openxmlformats.org/officeDocument/2006/relationships/image" Target="../media/image132.png"/><Relationship Id="rId431" Type="http://schemas.openxmlformats.org/officeDocument/2006/relationships/customXml" Target="../ink/ink217.xml"/><Relationship Id="rId473" Type="http://schemas.openxmlformats.org/officeDocument/2006/relationships/customXml" Target="../ink/ink238.xml"/><Relationship Id="rId30" Type="http://schemas.openxmlformats.org/officeDocument/2006/relationships/customXml" Target="../ink/ink15.xml"/><Relationship Id="rId126" Type="http://schemas.openxmlformats.org/officeDocument/2006/relationships/customXml" Target="../ink/ink63.xml"/><Relationship Id="rId168" Type="http://schemas.openxmlformats.org/officeDocument/2006/relationships/customXml" Target="../ink/ink84.xml"/><Relationship Id="rId333" Type="http://schemas.openxmlformats.org/officeDocument/2006/relationships/customXml" Target="../ink/ink168.xml"/><Relationship Id="rId72" Type="http://schemas.openxmlformats.org/officeDocument/2006/relationships/customXml" Target="../ink/ink36.xml"/><Relationship Id="rId375" Type="http://schemas.openxmlformats.org/officeDocument/2006/relationships/customXml" Target="../ink/ink189.xml"/><Relationship Id="rId3" Type="http://schemas.openxmlformats.org/officeDocument/2006/relationships/image" Target="../media/image1.png"/><Relationship Id="rId235" Type="http://schemas.openxmlformats.org/officeDocument/2006/relationships/image" Target="../media/image117.png"/><Relationship Id="rId277" Type="http://schemas.openxmlformats.org/officeDocument/2006/relationships/image" Target="../media/image137.png"/><Relationship Id="rId400" Type="http://schemas.openxmlformats.org/officeDocument/2006/relationships/image" Target="../media/image198.png"/><Relationship Id="rId442" Type="http://schemas.openxmlformats.org/officeDocument/2006/relationships/image" Target="../media/image219.png"/><Relationship Id="rId484" Type="http://schemas.openxmlformats.org/officeDocument/2006/relationships/image" Target="../media/image240.png"/><Relationship Id="rId137" Type="http://schemas.openxmlformats.org/officeDocument/2006/relationships/image" Target="../media/image68.png"/><Relationship Id="rId302" Type="http://schemas.openxmlformats.org/officeDocument/2006/relationships/customXml" Target="../ink/ink152.xml"/><Relationship Id="rId344" Type="http://schemas.openxmlformats.org/officeDocument/2006/relationships/image" Target="../media/image170.png"/><Relationship Id="rId41" Type="http://schemas.openxmlformats.org/officeDocument/2006/relationships/image" Target="../media/image20.png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386" Type="http://schemas.openxmlformats.org/officeDocument/2006/relationships/image" Target="../media/image191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46" Type="http://schemas.openxmlformats.org/officeDocument/2006/relationships/customXml" Target="../ink/ink123.xml"/><Relationship Id="rId288" Type="http://schemas.openxmlformats.org/officeDocument/2006/relationships/customXml" Target="../ink/ink145.xml"/><Relationship Id="rId411" Type="http://schemas.openxmlformats.org/officeDocument/2006/relationships/customXml" Target="../ink/ink207.xml"/><Relationship Id="rId453" Type="http://schemas.openxmlformats.org/officeDocument/2006/relationships/customXml" Target="../ink/ink228.xml"/><Relationship Id="rId106" Type="http://schemas.openxmlformats.org/officeDocument/2006/relationships/customXml" Target="../ink/ink53.xml"/><Relationship Id="rId313" Type="http://schemas.openxmlformats.org/officeDocument/2006/relationships/customXml" Target="../ink/ink158.xml"/><Relationship Id="rId495" Type="http://schemas.openxmlformats.org/officeDocument/2006/relationships/customXml" Target="../ink/ink249.xml"/><Relationship Id="rId10" Type="http://schemas.openxmlformats.org/officeDocument/2006/relationships/customXml" Target="../ink/ink5.xml"/><Relationship Id="rId52" Type="http://schemas.openxmlformats.org/officeDocument/2006/relationships/customXml" Target="../ink/ink26.xml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355" Type="http://schemas.openxmlformats.org/officeDocument/2006/relationships/customXml" Target="../ink/ink179.xml"/><Relationship Id="rId397" Type="http://schemas.openxmlformats.org/officeDocument/2006/relationships/customXml" Target="../ink/ink200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09.png"/><Relationship Id="rId21" Type="http://schemas.openxmlformats.org/officeDocument/2006/relationships/image" Target="../media/image262.png"/><Relationship Id="rId63" Type="http://schemas.openxmlformats.org/officeDocument/2006/relationships/image" Target="../media/image67.png"/><Relationship Id="rId159" Type="http://schemas.openxmlformats.org/officeDocument/2006/relationships/image" Target="../media/image330.png"/><Relationship Id="rId170" Type="http://schemas.openxmlformats.org/officeDocument/2006/relationships/customXml" Target="../ink/ink340.xml"/><Relationship Id="rId226" Type="http://schemas.openxmlformats.org/officeDocument/2006/relationships/customXml" Target="../ink/ink368.xml"/><Relationship Id="rId268" Type="http://schemas.openxmlformats.org/officeDocument/2006/relationships/customXml" Target="../ink/ink389.xml"/><Relationship Id="rId32" Type="http://schemas.openxmlformats.org/officeDocument/2006/relationships/customXml" Target="../ink/ink271.xml"/><Relationship Id="rId74" Type="http://schemas.openxmlformats.org/officeDocument/2006/relationships/customXml" Target="../ink/ink292.xml"/><Relationship Id="rId128" Type="http://schemas.openxmlformats.org/officeDocument/2006/relationships/customXml" Target="../ink/ink319.xml"/><Relationship Id="rId5" Type="http://schemas.openxmlformats.org/officeDocument/2006/relationships/image" Target="../media/image254.png"/><Relationship Id="rId181" Type="http://schemas.openxmlformats.org/officeDocument/2006/relationships/image" Target="../media/image341.png"/><Relationship Id="rId237" Type="http://schemas.openxmlformats.org/officeDocument/2006/relationships/image" Target="../media/image368.png"/><Relationship Id="rId279" Type="http://schemas.openxmlformats.org/officeDocument/2006/relationships/image" Target="../media/image389.png"/><Relationship Id="rId22" Type="http://schemas.openxmlformats.org/officeDocument/2006/relationships/customXml" Target="../ink/ink266.xml"/><Relationship Id="rId43" Type="http://schemas.openxmlformats.org/officeDocument/2006/relationships/image" Target="../media/image273.png"/><Relationship Id="rId64" Type="http://schemas.openxmlformats.org/officeDocument/2006/relationships/customXml" Target="../ink/ink287.xml"/><Relationship Id="rId118" Type="http://schemas.openxmlformats.org/officeDocument/2006/relationships/customXml" Target="../ink/ink314.xml"/><Relationship Id="rId139" Type="http://schemas.openxmlformats.org/officeDocument/2006/relationships/image" Target="../media/image320.png"/><Relationship Id="rId85" Type="http://schemas.openxmlformats.org/officeDocument/2006/relationships/image" Target="../media/image293.png"/><Relationship Id="rId150" Type="http://schemas.openxmlformats.org/officeDocument/2006/relationships/customXml" Target="../ink/ink330.xml"/><Relationship Id="rId171" Type="http://schemas.openxmlformats.org/officeDocument/2006/relationships/image" Target="../media/image336.png"/><Relationship Id="rId192" Type="http://schemas.openxmlformats.org/officeDocument/2006/relationships/customXml" Target="../ink/ink351.xml"/><Relationship Id="rId206" Type="http://schemas.openxmlformats.org/officeDocument/2006/relationships/customXml" Target="../ink/ink358.xml"/><Relationship Id="rId227" Type="http://schemas.openxmlformats.org/officeDocument/2006/relationships/image" Target="../media/image363.png"/><Relationship Id="rId248" Type="http://schemas.openxmlformats.org/officeDocument/2006/relationships/customXml" Target="../ink/ink379.xml"/><Relationship Id="rId269" Type="http://schemas.openxmlformats.org/officeDocument/2006/relationships/image" Target="../media/image384.png"/><Relationship Id="rId12" Type="http://schemas.openxmlformats.org/officeDocument/2006/relationships/customXml" Target="../ink/ink261.xml"/><Relationship Id="rId33" Type="http://schemas.openxmlformats.org/officeDocument/2006/relationships/image" Target="../media/image268.png"/><Relationship Id="rId108" Type="http://schemas.openxmlformats.org/officeDocument/2006/relationships/customXml" Target="../ink/ink309.xml"/><Relationship Id="rId129" Type="http://schemas.openxmlformats.org/officeDocument/2006/relationships/image" Target="../media/image315.png"/><Relationship Id="rId280" Type="http://schemas.openxmlformats.org/officeDocument/2006/relationships/customXml" Target="../ink/ink395.xml"/><Relationship Id="rId54" Type="http://schemas.openxmlformats.org/officeDocument/2006/relationships/customXml" Target="../ink/ink282.xml"/><Relationship Id="rId75" Type="http://schemas.openxmlformats.org/officeDocument/2006/relationships/image" Target="../media/image288.png"/><Relationship Id="rId96" Type="http://schemas.openxmlformats.org/officeDocument/2006/relationships/customXml" Target="../ink/ink303.xml"/><Relationship Id="rId140" Type="http://schemas.openxmlformats.org/officeDocument/2006/relationships/customXml" Target="../ink/ink325.xml"/><Relationship Id="rId161" Type="http://schemas.openxmlformats.org/officeDocument/2006/relationships/image" Target="../media/image331.png"/><Relationship Id="rId182" Type="http://schemas.openxmlformats.org/officeDocument/2006/relationships/customXml" Target="../ink/ink346.xml"/><Relationship Id="rId217" Type="http://schemas.openxmlformats.org/officeDocument/2006/relationships/image" Target="../media/image358.png"/><Relationship Id="rId6" Type="http://schemas.openxmlformats.org/officeDocument/2006/relationships/customXml" Target="../ink/ink258.xml"/><Relationship Id="rId238" Type="http://schemas.openxmlformats.org/officeDocument/2006/relationships/customXml" Target="../ink/ink374.xml"/><Relationship Id="rId259" Type="http://schemas.openxmlformats.org/officeDocument/2006/relationships/image" Target="../media/image379.png"/><Relationship Id="rId23" Type="http://schemas.openxmlformats.org/officeDocument/2006/relationships/image" Target="../media/image263.png"/><Relationship Id="rId119" Type="http://schemas.openxmlformats.org/officeDocument/2006/relationships/image" Target="../media/image310.png"/><Relationship Id="rId270" Type="http://schemas.openxmlformats.org/officeDocument/2006/relationships/customXml" Target="../ink/ink390.xml"/><Relationship Id="rId44" Type="http://schemas.openxmlformats.org/officeDocument/2006/relationships/customXml" Target="../ink/ink277.xml"/><Relationship Id="rId65" Type="http://schemas.openxmlformats.org/officeDocument/2006/relationships/image" Target="../media/image283.png"/><Relationship Id="rId86" Type="http://schemas.openxmlformats.org/officeDocument/2006/relationships/customXml" Target="../ink/ink298.xml"/><Relationship Id="rId130" Type="http://schemas.openxmlformats.org/officeDocument/2006/relationships/customXml" Target="../ink/ink320.xml"/><Relationship Id="rId151" Type="http://schemas.openxmlformats.org/officeDocument/2006/relationships/image" Target="../media/image326.png"/><Relationship Id="rId172" Type="http://schemas.openxmlformats.org/officeDocument/2006/relationships/customXml" Target="../ink/ink341.xml"/><Relationship Id="rId193" Type="http://schemas.openxmlformats.org/officeDocument/2006/relationships/image" Target="../media/image347.png"/><Relationship Id="rId207" Type="http://schemas.openxmlformats.org/officeDocument/2006/relationships/image" Target="../media/image354.png"/><Relationship Id="rId228" Type="http://schemas.openxmlformats.org/officeDocument/2006/relationships/customXml" Target="../ink/ink369.xml"/><Relationship Id="rId249" Type="http://schemas.openxmlformats.org/officeDocument/2006/relationships/image" Target="../media/image374.png"/><Relationship Id="rId13" Type="http://schemas.openxmlformats.org/officeDocument/2006/relationships/image" Target="../media/image258.png"/><Relationship Id="rId109" Type="http://schemas.openxmlformats.org/officeDocument/2006/relationships/image" Target="../media/image305.png"/><Relationship Id="rId260" Type="http://schemas.openxmlformats.org/officeDocument/2006/relationships/customXml" Target="../ink/ink385.xml"/><Relationship Id="rId281" Type="http://schemas.openxmlformats.org/officeDocument/2006/relationships/image" Target="../media/image390.png"/><Relationship Id="rId34" Type="http://schemas.openxmlformats.org/officeDocument/2006/relationships/customXml" Target="../ink/ink272.xml"/><Relationship Id="rId55" Type="http://schemas.openxmlformats.org/officeDocument/2006/relationships/image" Target="../media/image279.png"/><Relationship Id="rId76" Type="http://schemas.openxmlformats.org/officeDocument/2006/relationships/customXml" Target="../ink/ink293.xml"/><Relationship Id="rId97" Type="http://schemas.openxmlformats.org/officeDocument/2006/relationships/image" Target="../media/image299.png"/><Relationship Id="rId120" Type="http://schemas.openxmlformats.org/officeDocument/2006/relationships/customXml" Target="../ink/ink315.xml"/><Relationship Id="rId141" Type="http://schemas.openxmlformats.org/officeDocument/2006/relationships/image" Target="../media/image321.png"/><Relationship Id="rId7" Type="http://schemas.openxmlformats.org/officeDocument/2006/relationships/image" Target="../media/image255.png"/><Relationship Id="rId162" Type="http://schemas.openxmlformats.org/officeDocument/2006/relationships/customXml" Target="../ink/ink336.xml"/><Relationship Id="rId183" Type="http://schemas.openxmlformats.org/officeDocument/2006/relationships/image" Target="../media/image342.png"/><Relationship Id="rId218" Type="http://schemas.openxmlformats.org/officeDocument/2006/relationships/customXml" Target="../ink/ink364.xml"/><Relationship Id="rId239" Type="http://schemas.openxmlformats.org/officeDocument/2006/relationships/image" Target="../media/image369.png"/><Relationship Id="rId250" Type="http://schemas.openxmlformats.org/officeDocument/2006/relationships/customXml" Target="../ink/ink380.xml"/><Relationship Id="rId271" Type="http://schemas.openxmlformats.org/officeDocument/2006/relationships/image" Target="../media/image385.png"/><Relationship Id="rId24" Type="http://schemas.openxmlformats.org/officeDocument/2006/relationships/customXml" Target="../ink/ink267.xml"/><Relationship Id="rId45" Type="http://schemas.openxmlformats.org/officeDocument/2006/relationships/image" Target="../media/image274.png"/><Relationship Id="rId66" Type="http://schemas.openxmlformats.org/officeDocument/2006/relationships/customXml" Target="../ink/ink288.xml"/><Relationship Id="rId87" Type="http://schemas.openxmlformats.org/officeDocument/2006/relationships/image" Target="../media/image294.png"/><Relationship Id="rId110" Type="http://schemas.openxmlformats.org/officeDocument/2006/relationships/customXml" Target="../ink/ink310.xml"/><Relationship Id="rId131" Type="http://schemas.openxmlformats.org/officeDocument/2006/relationships/image" Target="../media/image316.png"/><Relationship Id="rId152" Type="http://schemas.openxmlformats.org/officeDocument/2006/relationships/customXml" Target="../ink/ink331.xml"/><Relationship Id="rId173" Type="http://schemas.openxmlformats.org/officeDocument/2006/relationships/image" Target="../media/image337.png"/><Relationship Id="rId194" Type="http://schemas.openxmlformats.org/officeDocument/2006/relationships/customXml" Target="../ink/ink352.xml"/><Relationship Id="rId208" Type="http://schemas.openxmlformats.org/officeDocument/2006/relationships/customXml" Target="../ink/ink359.xml"/><Relationship Id="rId229" Type="http://schemas.openxmlformats.org/officeDocument/2006/relationships/image" Target="../media/image364.png"/><Relationship Id="rId240" Type="http://schemas.openxmlformats.org/officeDocument/2006/relationships/customXml" Target="../ink/ink375.xml"/><Relationship Id="rId261" Type="http://schemas.openxmlformats.org/officeDocument/2006/relationships/image" Target="../media/image380.png"/><Relationship Id="rId14" Type="http://schemas.openxmlformats.org/officeDocument/2006/relationships/customXml" Target="../ink/ink262.xml"/><Relationship Id="rId35" Type="http://schemas.openxmlformats.org/officeDocument/2006/relationships/image" Target="../media/image269.png"/><Relationship Id="rId56" Type="http://schemas.openxmlformats.org/officeDocument/2006/relationships/customXml" Target="../ink/ink283.xml"/><Relationship Id="rId77" Type="http://schemas.openxmlformats.org/officeDocument/2006/relationships/image" Target="../media/image289.png"/><Relationship Id="rId100" Type="http://schemas.openxmlformats.org/officeDocument/2006/relationships/customXml" Target="../ink/ink305.xml"/><Relationship Id="rId282" Type="http://schemas.openxmlformats.org/officeDocument/2006/relationships/customXml" Target="../ink/ink396.xml"/><Relationship Id="rId8" Type="http://schemas.openxmlformats.org/officeDocument/2006/relationships/customXml" Target="../ink/ink259.xml"/><Relationship Id="rId98" Type="http://schemas.openxmlformats.org/officeDocument/2006/relationships/customXml" Target="../ink/ink304.xml"/><Relationship Id="rId121" Type="http://schemas.openxmlformats.org/officeDocument/2006/relationships/image" Target="../media/image311.png"/><Relationship Id="rId142" Type="http://schemas.openxmlformats.org/officeDocument/2006/relationships/customXml" Target="../ink/ink326.xml"/><Relationship Id="rId163" Type="http://schemas.openxmlformats.org/officeDocument/2006/relationships/image" Target="../media/image332.png"/><Relationship Id="rId184" Type="http://schemas.openxmlformats.org/officeDocument/2006/relationships/customXml" Target="../ink/ink347.xml"/><Relationship Id="rId219" Type="http://schemas.openxmlformats.org/officeDocument/2006/relationships/image" Target="../media/image359.png"/><Relationship Id="rId230" Type="http://schemas.openxmlformats.org/officeDocument/2006/relationships/customXml" Target="../ink/ink370.xml"/><Relationship Id="rId251" Type="http://schemas.openxmlformats.org/officeDocument/2006/relationships/image" Target="../media/image375.png"/><Relationship Id="rId25" Type="http://schemas.openxmlformats.org/officeDocument/2006/relationships/image" Target="../media/image264.png"/><Relationship Id="rId46" Type="http://schemas.openxmlformats.org/officeDocument/2006/relationships/customXml" Target="../ink/ink278.xml"/><Relationship Id="rId67" Type="http://schemas.openxmlformats.org/officeDocument/2006/relationships/image" Target="../media/image284.png"/><Relationship Id="rId272" Type="http://schemas.openxmlformats.org/officeDocument/2006/relationships/customXml" Target="../ink/ink391.xml"/><Relationship Id="rId88" Type="http://schemas.openxmlformats.org/officeDocument/2006/relationships/customXml" Target="../ink/ink299.xml"/><Relationship Id="rId111" Type="http://schemas.openxmlformats.org/officeDocument/2006/relationships/image" Target="../media/image306.png"/><Relationship Id="rId132" Type="http://schemas.openxmlformats.org/officeDocument/2006/relationships/customXml" Target="../ink/ink321.xml"/><Relationship Id="rId153" Type="http://schemas.openxmlformats.org/officeDocument/2006/relationships/image" Target="../media/image327.png"/><Relationship Id="rId174" Type="http://schemas.openxmlformats.org/officeDocument/2006/relationships/customXml" Target="../ink/ink342.xml"/><Relationship Id="rId195" Type="http://schemas.openxmlformats.org/officeDocument/2006/relationships/image" Target="../media/image348.png"/><Relationship Id="rId209" Type="http://schemas.openxmlformats.org/officeDocument/2006/relationships/image" Target="../media/image355.png"/><Relationship Id="rId220" Type="http://schemas.openxmlformats.org/officeDocument/2006/relationships/customXml" Target="../ink/ink365.xml"/><Relationship Id="rId241" Type="http://schemas.openxmlformats.org/officeDocument/2006/relationships/image" Target="../media/image370.png"/><Relationship Id="rId15" Type="http://schemas.openxmlformats.org/officeDocument/2006/relationships/image" Target="../media/image259.png"/><Relationship Id="rId36" Type="http://schemas.openxmlformats.org/officeDocument/2006/relationships/customXml" Target="../ink/ink273.xml"/><Relationship Id="rId57" Type="http://schemas.openxmlformats.org/officeDocument/2006/relationships/image" Target="../media/image280.png"/><Relationship Id="rId262" Type="http://schemas.openxmlformats.org/officeDocument/2006/relationships/customXml" Target="../ink/ink386.xml"/><Relationship Id="rId283" Type="http://schemas.openxmlformats.org/officeDocument/2006/relationships/image" Target="../media/image391.png"/><Relationship Id="rId78" Type="http://schemas.openxmlformats.org/officeDocument/2006/relationships/customXml" Target="../ink/ink294.xml"/><Relationship Id="rId99" Type="http://schemas.openxmlformats.org/officeDocument/2006/relationships/image" Target="../media/image300.png"/><Relationship Id="rId101" Type="http://schemas.openxmlformats.org/officeDocument/2006/relationships/image" Target="../media/image301.png"/><Relationship Id="rId122" Type="http://schemas.openxmlformats.org/officeDocument/2006/relationships/customXml" Target="../ink/ink316.xml"/><Relationship Id="rId143" Type="http://schemas.openxmlformats.org/officeDocument/2006/relationships/image" Target="../media/image322.png"/><Relationship Id="rId164" Type="http://schemas.openxmlformats.org/officeDocument/2006/relationships/customXml" Target="../ink/ink337.xml"/><Relationship Id="rId185" Type="http://schemas.openxmlformats.org/officeDocument/2006/relationships/image" Target="../media/image343.png"/><Relationship Id="rId9" Type="http://schemas.openxmlformats.org/officeDocument/2006/relationships/image" Target="../media/image256.png"/><Relationship Id="rId210" Type="http://schemas.openxmlformats.org/officeDocument/2006/relationships/customXml" Target="../ink/ink360.xml"/><Relationship Id="rId26" Type="http://schemas.openxmlformats.org/officeDocument/2006/relationships/customXml" Target="../ink/ink268.xml"/><Relationship Id="rId231" Type="http://schemas.openxmlformats.org/officeDocument/2006/relationships/image" Target="../media/image365.png"/><Relationship Id="rId252" Type="http://schemas.openxmlformats.org/officeDocument/2006/relationships/customXml" Target="../ink/ink381.xml"/><Relationship Id="rId273" Type="http://schemas.openxmlformats.org/officeDocument/2006/relationships/image" Target="../media/image386.png"/><Relationship Id="rId47" Type="http://schemas.openxmlformats.org/officeDocument/2006/relationships/image" Target="../media/image275.png"/><Relationship Id="rId68" Type="http://schemas.openxmlformats.org/officeDocument/2006/relationships/customXml" Target="../ink/ink289.xml"/><Relationship Id="rId89" Type="http://schemas.openxmlformats.org/officeDocument/2006/relationships/image" Target="../media/image295.png"/><Relationship Id="rId112" Type="http://schemas.openxmlformats.org/officeDocument/2006/relationships/customXml" Target="../ink/ink311.xml"/><Relationship Id="rId133" Type="http://schemas.openxmlformats.org/officeDocument/2006/relationships/image" Target="../media/image317.png"/><Relationship Id="rId154" Type="http://schemas.openxmlformats.org/officeDocument/2006/relationships/customXml" Target="../ink/ink332.xml"/><Relationship Id="rId175" Type="http://schemas.openxmlformats.org/officeDocument/2006/relationships/image" Target="../media/image338.png"/><Relationship Id="rId196" Type="http://schemas.openxmlformats.org/officeDocument/2006/relationships/customXml" Target="../ink/ink353.xml"/><Relationship Id="rId200" Type="http://schemas.openxmlformats.org/officeDocument/2006/relationships/customXml" Target="../ink/ink355.xml"/><Relationship Id="rId16" Type="http://schemas.openxmlformats.org/officeDocument/2006/relationships/customXml" Target="../ink/ink263.xml"/><Relationship Id="rId221" Type="http://schemas.openxmlformats.org/officeDocument/2006/relationships/image" Target="../media/image360.png"/><Relationship Id="rId242" Type="http://schemas.openxmlformats.org/officeDocument/2006/relationships/customXml" Target="../ink/ink376.xml"/><Relationship Id="rId263" Type="http://schemas.openxmlformats.org/officeDocument/2006/relationships/image" Target="../media/image381.png"/><Relationship Id="rId37" Type="http://schemas.openxmlformats.org/officeDocument/2006/relationships/image" Target="../media/image270.png"/><Relationship Id="rId58" Type="http://schemas.openxmlformats.org/officeDocument/2006/relationships/customXml" Target="../ink/ink284.xml"/><Relationship Id="rId79" Type="http://schemas.openxmlformats.org/officeDocument/2006/relationships/image" Target="../media/image290.png"/><Relationship Id="rId102" Type="http://schemas.openxmlformats.org/officeDocument/2006/relationships/customXml" Target="../ink/ink306.xml"/><Relationship Id="rId123" Type="http://schemas.openxmlformats.org/officeDocument/2006/relationships/image" Target="../media/image312.png"/><Relationship Id="rId144" Type="http://schemas.openxmlformats.org/officeDocument/2006/relationships/customXml" Target="../ink/ink327.xml"/><Relationship Id="rId90" Type="http://schemas.openxmlformats.org/officeDocument/2006/relationships/customXml" Target="../ink/ink300.xml"/><Relationship Id="rId165" Type="http://schemas.openxmlformats.org/officeDocument/2006/relationships/image" Target="../media/image333.png"/><Relationship Id="rId186" Type="http://schemas.openxmlformats.org/officeDocument/2006/relationships/customXml" Target="../ink/ink348.xml"/><Relationship Id="rId211" Type="http://schemas.openxmlformats.org/officeDocument/2006/relationships/image" Target="../media/image356.png"/><Relationship Id="rId232" Type="http://schemas.openxmlformats.org/officeDocument/2006/relationships/customXml" Target="../ink/ink371.xml"/><Relationship Id="rId253" Type="http://schemas.openxmlformats.org/officeDocument/2006/relationships/image" Target="../media/image376.png"/><Relationship Id="rId274" Type="http://schemas.openxmlformats.org/officeDocument/2006/relationships/customXml" Target="../ink/ink392.xml"/><Relationship Id="rId27" Type="http://schemas.openxmlformats.org/officeDocument/2006/relationships/image" Target="../media/image265.png"/><Relationship Id="rId48" Type="http://schemas.openxmlformats.org/officeDocument/2006/relationships/customXml" Target="../ink/ink279.xml"/><Relationship Id="rId69" Type="http://schemas.openxmlformats.org/officeDocument/2006/relationships/image" Target="../media/image285.png"/><Relationship Id="rId113" Type="http://schemas.openxmlformats.org/officeDocument/2006/relationships/image" Target="../media/image307.png"/><Relationship Id="rId134" Type="http://schemas.openxmlformats.org/officeDocument/2006/relationships/customXml" Target="../ink/ink322.xml"/><Relationship Id="rId80" Type="http://schemas.openxmlformats.org/officeDocument/2006/relationships/customXml" Target="../ink/ink295.xml"/><Relationship Id="rId155" Type="http://schemas.openxmlformats.org/officeDocument/2006/relationships/image" Target="../media/image328.png"/><Relationship Id="rId176" Type="http://schemas.openxmlformats.org/officeDocument/2006/relationships/customXml" Target="../ink/ink343.xml"/><Relationship Id="rId197" Type="http://schemas.openxmlformats.org/officeDocument/2006/relationships/image" Target="../media/image349.png"/><Relationship Id="rId201" Type="http://schemas.openxmlformats.org/officeDocument/2006/relationships/image" Target="../media/image351.png"/><Relationship Id="rId222" Type="http://schemas.openxmlformats.org/officeDocument/2006/relationships/customXml" Target="../ink/ink366.xml"/><Relationship Id="rId243" Type="http://schemas.openxmlformats.org/officeDocument/2006/relationships/image" Target="../media/image371.png"/><Relationship Id="rId264" Type="http://schemas.openxmlformats.org/officeDocument/2006/relationships/customXml" Target="../ink/ink387.xml"/><Relationship Id="rId17" Type="http://schemas.openxmlformats.org/officeDocument/2006/relationships/image" Target="../media/image260.png"/><Relationship Id="rId38" Type="http://schemas.openxmlformats.org/officeDocument/2006/relationships/customXml" Target="../ink/ink274.xml"/><Relationship Id="rId59" Type="http://schemas.openxmlformats.org/officeDocument/2006/relationships/image" Target="../media/image281.png"/><Relationship Id="rId103" Type="http://schemas.openxmlformats.org/officeDocument/2006/relationships/image" Target="../media/image302.png"/><Relationship Id="rId124" Type="http://schemas.openxmlformats.org/officeDocument/2006/relationships/customXml" Target="../ink/ink317.xml"/><Relationship Id="rId70" Type="http://schemas.openxmlformats.org/officeDocument/2006/relationships/customXml" Target="../ink/ink290.xml"/><Relationship Id="rId91" Type="http://schemas.openxmlformats.org/officeDocument/2006/relationships/image" Target="../media/image296.png"/><Relationship Id="rId145" Type="http://schemas.openxmlformats.org/officeDocument/2006/relationships/image" Target="../media/image323.png"/><Relationship Id="rId166" Type="http://schemas.openxmlformats.org/officeDocument/2006/relationships/customXml" Target="../ink/ink338.xml"/><Relationship Id="rId187" Type="http://schemas.openxmlformats.org/officeDocument/2006/relationships/image" Target="../media/image344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361.xml"/><Relationship Id="rId233" Type="http://schemas.openxmlformats.org/officeDocument/2006/relationships/image" Target="../media/image366.png"/><Relationship Id="rId254" Type="http://schemas.openxmlformats.org/officeDocument/2006/relationships/customXml" Target="../ink/ink382.xml"/><Relationship Id="rId28" Type="http://schemas.openxmlformats.org/officeDocument/2006/relationships/customXml" Target="../ink/ink269.xml"/><Relationship Id="rId49" Type="http://schemas.openxmlformats.org/officeDocument/2006/relationships/image" Target="../media/image276.png"/><Relationship Id="rId114" Type="http://schemas.openxmlformats.org/officeDocument/2006/relationships/customXml" Target="../ink/ink312.xml"/><Relationship Id="rId275" Type="http://schemas.openxmlformats.org/officeDocument/2006/relationships/image" Target="../media/image387.png"/><Relationship Id="rId60" Type="http://schemas.openxmlformats.org/officeDocument/2006/relationships/customXml" Target="../ink/ink285.xml"/><Relationship Id="rId81" Type="http://schemas.openxmlformats.org/officeDocument/2006/relationships/image" Target="../media/image291.png"/><Relationship Id="rId135" Type="http://schemas.openxmlformats.org/officeDocument/2006/relationships/image" Target="../media/image318.png"/><Relationship Id="rId156" Type="http://schemas.openxmlformats.org/officeDocument/2006/relationships/customXml" Target="../ink/ink333.xml"/><Relationship Id="rId177" Type="http://schemas.openxmlformats.org/officeDocument/2006/relationships/image" Target="../media/image339.png"/><Relationship Id="rId198" Type="http://schemas.openxmlformats.org/officeDocument/2006/relationships/customXml" Target="../ink/ink354.xml"/><Relationship Id="rId202" Type="http://schemas.openxmlformats.org/officeDocument/2006/relationships/customXml" Target="../ink/ink356.xml"/><Relationship Id="rId223" Type="http://schemas.openxmlformats.org/officeDocument/2006/relationships/image" Target="../media/image361.png"/><Relationship Id="rId244" Type="http://schemas.openxmlformats.org/officeDocument/2006/relationships/customXml" Target="../ink/ink377.xml"/><Relationship Id="rId18" Type="http://schemas.openxmlformats.org/officeDocument/2006/relationships/customXml" Target="../ink/ink264.xml"/><Relationship Id="rId39" Type="http://schemas.openxmlformats.org/officeDocument/2006/relationships/image" Target="../media/image271.png"/><Relationship Id="rId265" Type="http://schemas.openxmlformats.org/officeDocument/2006/relationships/image" Target="../media/image382.png"/><Relationship Id="rId50" Type="http://schemas.openxmlformats.org/officeDocument/2006/relationships/customXml" Target="../ink/ink280.xml"/><Relationship Id="rId104" Type="http://schemas.openxmlformats.org/officeDocument/2006/relationships/customXml" Target="../ink/ink307.xml"/><Relationship Id="rId125" Type="http://schemas.openxmlformats.org/officeDocument/2006/relationships/image" Target="../media/image313.png"/><Relationship Id="rId146" Type="http://schemas.openxmlformats.org/officeDocument/2006/relationships/customXml" Target="../ink/ink328.xml"/><Relationship Id="rId167" Type="http://schemas.openxmlformats.org/officeDocument/2006/relationships/image" Target="../media/image334.png"/><Relationship Id="rId188" Type="http://schemas.openxmlformats.org/officeDocument/2006/relationships/customXml" Target="../ink/ink349.xml"/><Relationship Id="rId71" Type="http://schemas.openxmlformats.org/officeDocument/2006/relationships/image" Target="../media/image286.png"/><Relationship Id="rId92" Type="http://schemas.openxmlformats.org/officeDocument/2006/relationships/customXml" Target="../ink/ink301.xml"/><Relationship Id="rId213" Type="http://schemas.openxmlformats.org/officeDocument/2006/relationships/image" Target="../media/image138.png"/><Relationship Id="rId234" Type="http://schemas.openxmlformats.org/officeDocument/2006/relationships/customXml" Target="../ink/ink372.xml"/><Relationship Id="rId2" Type="http://schemas.openxmlformats.org/officeDocument/2006/relationships/customXml" Target="../ink/ink256.xml"/><Relationship Id="rId29" Type="http://schemas.openxmlformats.org/officeDocument/2006/relationships/image" Target="../media/image266.png"/><Relationship Id="rId255" Type="http://schemas.openxmlformats.org/officeDocument/2006/relationships/image" Target="../media/image377.png"/><Relationship Id="rId276" Type="http://schemas.openxmlformats.org/officeDocument/2006/relationships/customXml" Target="../ink/ink393.xml"/><Relationship Id="rId40" Type="http://schemas.openxmlformats.org/officeDocument/2006/relationships/customXml" Target="../ink/ink275.xml"/><Relationship Id="rId115" Type="http://schemas.openxmlformats.org/officeDocument/2006/relationships/image" Target="../media/image308.png"/><Relationship Id="rId136" Type="http://schemas.openxmlformats.org/officeDocument/2006/relationships/customXml" Target="../ink/ink323.xml"/><Relationship Id="rId157" Type="http://schemas.openxmlformats.org/officeDocument/2006/relationships/image" Target="../media/image329.png"/><Relationship Id="rId178" Type="http://schemas.openxmlformats.org/officeDocument/2006/relationships/customXml" Target="../ink/ink344.xml"/><Relationship Id="rId61" Type="http://schemas.openxmlformats.org/officeDocument/2006/relationships/image" Target="../media/image282.png"/><Relationship Id="rId82" Type="http://schemas.openxmlformats.org/officeDocument/2006/relationships/customXml" Target="../ink/ink296.xml"/><Relationship Id="rId199" Type="http://schemas.openxmlformats.org/officeDocument/2006/relationships/image" Target="../media/image350.png"/><Relationship Id="rId203" Type="http://schemas.openxmlformats.org/officeDocument/2006/relationships/image" Target="../media/image352.png"/><Relationship Id="rId19" Type="http://schemas.openxmlformats.org/officeDocument/2006/relationships/image" Target="../media/image261.png"/><Relationship Id="rId224" Type="http://schemas.openxmlformats.org/officeDocument/2006/relationships/customXml" Target="../ink/ink367.xml"/><Relationship Id="rId245" Type="http://schemas.openxmlformats.org/officeDocument/2006/relationships/image" Target="../media/image372.png"/><Relationship Id="rId266" Type="http://schemas.openxmlformats.org/officeDocument/2006/relationships/customXml" Target="../ink/ink388.xml"/><Relationship Id="rId30" Type="http://schemas.openxmlformats.org/officeDocument/2006/relationships/customXml" Target="../ink/ink270.xml"/><Relationship Id="rId105" Type="http://schemas.openxmlformats.org/officeDocument/2006/relationships/image" Target="../media/image303.png"/><Relationship Id="rId126" Type="http://schemas.openxmlformats.org/officeDocument/2006/relationships/customXml" Target="../ink/ink318.xml"/><Relationship Id="rId147" Type="http://schemas.openxmlformats.org/officeDocument/2006/relationships/image" Target="../media/image324.png"/><Relationship Id="rId168" Type="http://schemas.openxmlformats.org/officeDocument/2006/relationships/customXml" Target="../ink/ink339.xml"/><Relationship Id="rId51" Type="http://schemas.openxmlformats.org/officeDocument/2006/relationships/image" Target="../media/image277.png"/><Relationship Id="rId72" Type="http://schemas.openxmlformats.org/officeDocument/2006/relationships/customXml" Target="../ink/ink291.xml"/><Relationship Id="rId93" Type="http://schemas.openxmlformats.org/officeDocument/2006/relationships/image" Target="../media/image297.png"/><Relationship Id="rId189" Type="http://schemas.openxmlformats.org/officeDocument/2006/relationships/image" Target="../media/image345.png"/><Relationship Id="rId3" Type="http://schemas.openxmlformats.org/officeDocument/2006/relationships/image" Target="../media/image253.png"/><Relationship Id="rId214" Type="http://schemas.openxmlformats.org/officeDocument/2006/relationships/customXml" Target="../ink/ink362.xml"/><Relationship Id="rId235" Type="http://schemas.openxmlformats.org/officeDocument/2006/relationships/image" Target="../media/image367.png"/><Relationship Id="rId256" Type="http://schemas.openxmlformats.org/officeDocument/2006/relationships/customXml" Target="../ink/ink383.xml"/><Relationship Id="rId277" Type="http://schemas.openxmlformats.org/officeDocument/2006/relationships/image" Target="../media/image388.png"/><Relationship Id="rId116" Type="http://schemas.openxmlformats.org/officeDocument/2006/relationships/customXml" Target="../ink/ink313.xml"/><Relationship Id="rId137" Type="http://schemas.openxmlformats.org/officeDocument/2006/relationships/image" Target="../media/image319.png"/><Relationship Id="rId158" Type="http://schemas.openxmlformats.org/officeDocument/2006/relationships/customXml" Target="../ink/ink334.xml"/><Relationship Id="rId20" Type="http://schemas.openxmlformats.org/officeDocument/2006/relationships/customXml" Target="../ink/ink265.xml"/><Relationship Id="rId41" Type="http://schemas.openxmlformats.org/officeDocument/2006/relationships/image" Target="../media/image272.png"/><Relationship Id="rId62" Type="http://schemas.openxmlformats.org/officeDocument/2006/relationships/customXml" Target="../ink/ink286.xml"/><Relationship Id="rId83" Type="http://schemas.openxmlformats.org/officeDocument/2006/relationships/image" Target="../media/image292.png"/><Relationship Id="rId179" Type="http://schemas.openxmlformats.org/officeDocument/2006/relationships/image" Target="../media/image340.png"/><Relationship Id="rId190" Type="http://schemas.openxmlformats.org/officeDocument/2006/relationships/customXml" Target="../ink/ink350.xml"/><Relationship Id="rId204" Type="http://schemas.openxmlformats.org/officeDocument/2006/relationships/customXml" Target="../ink/ink357.xml"/><Relationship Id="rId225" Type="http://schemas.openxmlformats.org/officeDocument/2006/relationships/image" Target="../media/image362.png"/><Relationship Id="rId246" Type="http://schemas.openxmlformats.org/officeDocument/2006/relationships/customXml" Target="../ink/ink378.xml"/><Relationship Id="rId267" Type="http://schemas.openxmlformats.org/officeDocument/2006/relationships/image" Target="../media/image383.png"/><Relationship Id="rId106" Type="http://schemas.openxmlformats.org/officeDocument/2006/relationships/customXml" Target="../ink/ink308.xml"/><Relationship Id="rId127" Type="http://schemas.openxmlformats.org/officeDocument/2006/relationships/image" Target="../media/image314.png"/><Relationship Id="rId10" Type="http://schemas.openxmlformats.org/officeDocument/2006/relationships/customXml" Target="../ink/ink260.xml"/><Relationship Id="rId31" Type="http://schemas.openxmlformats.org/officeDocument/2006/relationships/image" Target="../media/image267.png"/><Relationship Id="rId52" Type="http://schemas.openxmlformats.org/officeDocument/2006/relationships/customXml" Target="../ink/ink281.xml"/><Relationship Id="rId73" Type="http://schemas.openxmlformats.org/officeDocument/2006/relationships/image" Target="../media/image287.png"/><Relationship Id="rId94" Type="http://schemas.openxmlformats.org/officeDocument/2006/relationships/customXml" Target="../ink/ink302.xml"/><Relationship Id="rId148" Type="http://schemas.openxmlformats.org/officeDocument/2006/relationships/customXml" Target="../ink/ink329.xml"/><Relationship Id="rId169" Type="http://schemas.openxmlformats.org/officeDocument/2006/relationships/image" Target="../media/image335.png"/><Relationship Id="rId4" Type="http://schemas.openxmlformats.org/officeDocument/2006/relationships/customXml" Target="../ink/ink257.xml"/><Relationship Id="rId180" Type="http://schemas.openxmlformats.org/officeDocument/2006/relationships/customXml" Target="../ink/ink345.xml"/><Relationship Id="rId215" Type="http://schemas.openxmlformats.org/officeDocument/2006/relationships/image" Target="../media/image357.png"/><Relationship Id="rId236" Type="http://schemas.openxmlformats.org/officeDocument/2006/relationships/customXml" Target="../ink/ink373.xml"/><Relationship Id="rId257" Type="http://schemas.openxmlformats.org/officeDocument/2006/relationships/image" Target="../media/image378.png"/><Relationship Id="rId278" Type="http://schemas.openxmlformats.org/officeDocument/2006/relationships/customXml" Target="../ink/ink394.xml"/><Relationship Id="rId42" Type="http://schemas.openxmlformats.org/officeDocument/2006/relationships/customXml" Target="../ink/ink276.xml"/><Relationship Id="rId84" Type="http://schemas.openxmlformats.org/officeDocument/2006/relationships/customXml" Target="../ink/ink297.xml"/><Relationship Id="rId138" Type="http://schemas.openxmlformats.org/officeDocument/2006/relationships/customXml" Target="../ink/ink324.xml"/><Relationship Id="rId191" Type="http://schemas.openxmlformats.org/officeDocument/2006/relationships/image" Target="../media/image346.png"/><Relationship Id="rId205" Type="http://schemas.openxmlformats.org/officeDocument/2006/relationships/image" Target="../media/image353.png"/><Relationship Id="rId247" Type="http://schemas.openxmlformats.org/officeDocument/2006/relationships/image" Target="../media/image373.png"/><Relationship Id="rId107" Type="http://schemas.openxmlformats.org/officeDocument/2006/relationships/image" Target="../media/image304.png"/><Relationship Id="rId11" Type="http://schemas.openxmlformats.org/officeDocument/2006/relationships/image" Target="../media/image257.png"/><Relationship Id="rId53" Type="http://schemas.openxmlformats.org/officeDocument/2006/relationships/image" Target="../media/image278.png"/><Relationship Id="rId149" Type="http://schemas.openxmlformats.org/officeDocument/2006/relationships/image" Target="../media/image325.png"/><Relationship Id="rId95" Type="http://schemas.openxmlformats.org/officeDocument/2006/relationships/image" Target="../media/image298.png"/><Relationship Id="rId160" Type="http://schemas.openxmlformats.org/officeDocument/2006/relationships/customXml" Target="../ink/ink335.xml"/><Relationship Id="rId216" Type="http://schemas.openxmlformats.org/officeDocument/2006/relationships/customXml" Target="../ink/ink363.xml"/><Relationship Id="rId258" Type="http://schemas.openxmlformats.org/officeDocument/2006/relationships/customXml" Target="../ink/ink384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49.png"/><Relationship Id="rId21" Type="http://schemas.openxmlformats.org/officeDocument/2006/relationships/image" Target="../media/image401.png"/><Relationship Id="rId42" Type="http://schemas.openxmlformats.org/officeDocument/2006/relationships/customXml" Target="../ink/ink417.xml"/><Relationship Id="rId63" Type="http://schemas.openxmlformats.org/officeDocument/2006/relationships/image" Target="../media/image422.png"/><Relationship Id="rId84" Type="http://schemas.openxmlformats.org/officeDocument/2006/relationships/customXml" Target="../ink/ink438.xml"/><Relationship Id="rId16" Type="http://schemas.openxmlformats.org/officeDocument/2006/relationships/customXml" Target="../ink/ink404.xml"/><Relationship Id="rId107" Type="http://schemas.openxmlformats.org/officeDocument/2006/relationships/image" Target="../media/image444.png"/><Relationship Id="rId11" Type="http://schemas.openxmlformats.org/officeDocument/2006/relationships/image" Target="../media/image396.png"/><Relationship Id="rId32" Type="http://schemas.openxmlformats.org/officeDocument/2006/relationships/customXml" Target="../ink/ink412.xml"/><Relationship Id="rId37" Type="http://schemas.openxmlformats.org/officeDocument/2006/relationships/image" Target="../media/image409.png"/><Relationship Id="rId53" Type="http://schemas.openxmlformats.org/officeDocument/2006/relationships/image" Target="../media/image417.png"/><Relationship Id="rId58" Type="http://schemas.openxmlformats.org/officeDocument/2006/relationships/customXml" Target="../ink/ink425.xml"/><Relationship Id="rId74" Type="http://schemas.openxmlformats.org/officeDocument/2006/relationships/customXml" Target="../ink/ink433.xml"/><Relationship Id="rId79" Type="http://schemas.openxmlformats.org/officeDocument/2006/relationships/image" Target="../media/image430.png"/><Relationship Id="rId102" Type="http://schemas.openxmlformats.org/officeDocument/2006/relationships/customXml" Target="../ink/ink447.xml"/><Relationship Id="rId123" Type="http://schemas.openxmlformats.org/officeDocument/2006/relationships/image" Target="../media/image452.png"/><Relationship Id="rId128" Type="http://schemas.openxmlformats.org/officeDocument/2006/relationships/customXml" Target="../ink/ink460.xml"/><Relationship Id="rId5" Type="http://schemas.openxmlformats.org/officeDocument/2006/relationships/image" Target="../media/image393.png"/><Relationship Id="rId90" Type="http://schemas.openxmlformats.org/officeDocument/2006/relationships/customXml" Target="../ink/ink441.xml"/><Relationship Id="rId95" Type="http://schemas.openxmlformats.org/officeDocument/2006/relationships/image" Target="../media/image438.png"/><Relationship Id="rId22" Type="http://schemas.openxmlformats.org/officeDocument/2006/relationships/customXml" Target="../ink/ink407.xml"/><Relationship Id="rId27" Type="http://schemas.openxmlformats.org/officeDocument/2006/relationships/image" Target="../media/image404.png"/><Relationship Id="rId43" Type="http://schemas.openxmlformats.org/officeDocument/2006/relationships/image" Target="../media/image412.png"/><Relationship Id="rId48" Type="http://schemas.openxmlformats.org/officeDocument/2006/relationships/customXml" Target="../ink/ink420.xml"/><Relationship Id="rId64" Type="http://schemas.openxmlformats.org/officeDocument/2006/relationships/customXml" Target="../ink/ink428.xml"/><Relationship Id="rId69" Type="http://schemas.openxmlformats.org/officeDocument/2006/relationships/image" Target="../media/image425.png"/><Relationship Id="rId113" Type="http://schemas.openxmlformats.org/officeDocument/2006/relationships/image" Target="../media/image447.png"/><Relationship Id="rId118" Type="http://schemas.openxmlformats.org/officeDocument/2006/relationships/customXml" Target="../ink/ink455.xml"/><Relationship Id="rId80" Type="http://schemas.openxmlformats.org/officeDocument/2006/relationships/customXml" Target="../ink/ink436.xml"/><Relationship Id="rId85" Type="http://schemas.openxmlformats.org/officeDocument/2006/relationships/image" Target="../media/image433.png"/><Relationship Id="rId12" Type="http://schemas.openxmlformats.org/officeDocument/2006/relationships/customXml" Target="../ink/ink402.xml"/><Relationship Id="rId17" Type="http://schemas.openxmlformats.org/officeDocument/2006/relationships/image" Target="../media/image399.png"/><Relationship Id="rId33" Type="http://schemas.openxmlformats.org/officeDocument/2006/relationships/image" Target="../media/image407.png"/><Relationship Id="rId38" Type="http://schemas.openxmlformats.org/officeDocument/2006/relationships/customXml" Target="../ink/ink415.xml"/><Relationship Id="rId59" Type="http://schemas.openxmlformats.org/officeDocument/2006/relationships/image" Target="../media/image420.png"/><Relationship Id="rId103" Type="http://schemas.openxmlformats.org/officeDocument/2006/relationships/image" Target="../media/image442.png"/><Relationship Id="rId108" Type="http://schemas.openxmlformats.org/officeDocument/2006/relationships/customXml" Target="../ink/ink450.xml"/><Relationship Id="rId124" Type="http://schemas.openxmlformats.org/officeDocument/2006/relationships/customXml" Target="../ink/ink458.xml"/><Relationship Id="rId129" Type="http://schemas.openxmlformats.org/officeDocument/2006/relationships/image" Target="../media/image455.png"/><Relationship Id="rId54" Type="http://schemas.openxmlformats.org/officeDocument/2006/relationships/customXml" Target="../ink/ink423.xml"/><Relationship Id="rId70" Type="http://schemas.openxmlformats.org/officeDocument/2006/relationships/customXml" Target="../ink/ink431.xml"/><Relationship Id="rId75" Type="http://schemas.openxmlformats.org/officeDocument/2006/relationships/image" Target="../media/image428.png"/><Relationship Id="rId91" Type="http://schemas.openxmlformats.org/officeDocument/2006/relationships/image" Target="../media/image436.png"/><Relationship Id="rId96" Type="http://schemas.openxmlformats.org/officeDocument/2006/relationships/customXml" Target="../ink/ink44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99.xml"/><Relationship Id="rId23" Type="http://schemas.openxmlformats.org/officeDocument/2006/relationships/image" Target="../media/image402.png"/><Relationship Id="rId28" Type="http://schemas.openxmlformats.org/officeDocument/2006/relationships/customXml" Target="../ink/ink410.xml"/><Relationship Id="rId49" Type="http://schemas.openxmlformats.org/officeDocument/2006/relationships/image" Target="../media/image415.png"/><Relationship Id="rId114" Type="http://schemas.openxmlformats.org/officeDocument/2006/relationships/customXml" Target="../ink/ink453.xml"/><Relationship Id="rId119" Type="http://schemas.openxmlformats.org/officeDocument/2006/relationships/image" Target="../media/image450.png"/><Relationship Id="rId44" Type="http://schemas.openxmlformats.org/officeDocument/2006/relationships/customXml" Target="../ink/ink418.xml"/><Relationship Id="rId60" Type="http://schemas.openxmlformats.org/officeDocument/2006/relationships/customXml" Target="../ink/ink426.xml"/><Relationship Id="rId65" Type="http://schemas.openxmlformats.org/officeDocument/2006/relationships/image" Target="../media/image423.png"/><Relationship Id="rId81" Type="http://schemas.openxmlformats.org/officeDocument/2006/relationships/image" Target="../media/image431.png"/><Relationship Id="rId86" Type="http://schemas.openxmlformats.org/officeDocument/2006/relationships/customXml" Target="../ink/ink439.xml"/><Relationship Id="rId130" Type="http://schemas.openxmlformats.org/officeDocument/2006/relationships/customXml" Target="../ink/ink461.xml"/><Relationship Id="rId13" Type="http://schemas.openxmlformats.org/officeDocument/2006/relationships/image" Target="../media/image397.png"/><Relationship Id="rId18" Type="http://schemas.openxmlformats.org/officeDocument/2006/relationships/customXml" Target="../ink/ink405.xml"/><Relationship Id="rId39" Type="http://schemas.openxmlformats.org/officeDocument/2006/relationships/image" Target="../media/image410.png"/><Relationship Id="rId109" Type="http://schemas.openxmlformats.org/officeDocument/2006/relationships/image" Target="../media/image445.png"/><Relationship Id="rId34" Type="http://schemas.openxmlformats.org/officeDocument/2006/relationships/customXml" Target="../ink/ink413.xml"/><Relationship Id="rId50" Type="http://schemas.openxmlformats.org/officeDocument/2006/relationships/customXml" Target="../ink/ink421.xml"/><Relationship Id="rId55" Type="http://schemas.openxmlformats.org/officeDocument/2006/relationships/image" Target="../media/image418.png"/><Relationship Id="rId76" Type="http://schemas.openxmlformats.org/officeDocument/2006/relationships/customXml" Target="../ink/ink434.xml"/><Relationship Id="rId97" Type="http://schemas.openxmlformats.org/officeDocument/2006/relationships/image" Target="../media/image439.png"/><Relationship Id="rId104" Type="http://schemas.openxmlformats.org/officeDocument/2006/relationships/customXml" Target="../ink/ink448.xml"/><Relationship Id="rId120" Type="http://schemas.openxmlformats.org/officeDocument/2006/relationships/customXml" Target="../ink/ink456.xml"/><Relationship Id="rId125" Type="http://schemas.openxmlformats.org/officeDocument/2006/relationships/image" Target="../media/image453.png"/><Relationship Id="rId7" Type="http://schemas.openxmlformats.org/officeDocument/2006/relationships/image" Target="../media/image394.png"/><Relationship Id="rId71" Type="http://schemas.openxmlformats.org/officeDocument/2006/relationships/image" Target="../media/image426.png"/><Relationship Id="rId92" Type="http://schemas.openxmlformats.org/officeDocument/2006/relationships/customXml" Target="../ink/ink442.xml"/><Relationship Id="rId2" Type="http://schemas.openxmlformats.org/officeDocument/2006/relationships/customXml" Target="../ink/ink397.xml"/><Relationship Id="rId29" Type="http://schemas.openxmlformats.org/officeDocument/2006/relationships/image" Target="../media/image405.png"/><Relationship Id="rId24" Type="http://schemas.openxmlformats.org/officeDocument/2006/relationships/customXml" Target="../ink/ink408.xml"/><Relationship Id="rId40" Type="http://schemas.openxmlformats.org/officeDocument/2006/relationships/customXml" Target="../ink/ink416.xml"/><Relationship Id="rId45" Type="http://schemas.openxmlformats.org/officeDocument/2006/relationships/image" Target="../media/image413.png"/><Relationship Id="rId66" Type="http://schemas.openxmlformats.org/officeDocument/2006/relationships/customXml" Target="../ink/ink429.xml"/><Relationship Id="rId87" Type="http://schemas.openxmlformats.org/officeDocument/2006/relationships/image" Target="../media/image434.png"/><Relationship Id="rId110" Type="http://schemas.openxmlformats.org/officeDocument/2006/relationships/customXml" Target="../ink/ink451.xml"/><Relationship Id="rId115" Type="http://schemas.openxmlformats.org/officeDocument/2006/relationships/image" Target="../media/image448.png"/><Relationship Id="rId131" Type="http://schemas.openxmlformats.org/officeDocument/2006/relationships/image" Target="../media/image456.png"/><Relationship Id="rId61" Type="http://schemas.openxmlformats.org/officeDocument/2006/relationships/image" Target="../media/image421.png"/><Relationship Id="rId82" Type="http://schemas.openxmlformats.org/officeDocument/2006/relationships/customXml" Target="../ink/ink437.xml"/><Relationship Id="rId19" Type="http://schemas.openxmlformats.org/officeDocument/2006/relationships/image" Target="../media/image400.png"/><Relationship Id="rId14" Type="http://schemas.openxmlformats.org/officeDocument/2006/relationships/customXml" Target="../ink/ink403.xml"/><Relationship Id="rId30" Type="http://schemas.openxmlformats.org/officeDocument/2006/relationships/customXml" Target="../ink/ink411.xml"/><Relationship Id="rId35" Type="http://schemas.openxmlformats.org/officeDocument/2006/relationships/image" Target="../media/image408.png"/><Relationship Id="rId56" Type="http://schemas.openxmlformats.org/officeDocument/2006/relationships/customXml" Target="../ink/ink424.xml"/><Relationship Id="rId77" Type="http://schemas.openxmlformats.org/officeDocument/2006/relationships/image" Target="../media/image429.png"/><Relationship Id="rId100" Type="http://schemas.openxmlformats.org/officeDocument/2006/relationships/customXml" Target="../ink/ink446.xml"/><Relationship Id="rId105" Type="http://schemas.openxmlformats.org/officeDocument/2006/relationships/image" Target="../media/image443.png"/><Relationship Id="rId126" Type="http://schemas.openxmlformats.org/officeDocument/2006/relationships/customXml" Target="../ink/ink459.xml"/><Relationship Id="rId8" Type="http://schemas.openxmlformats.org/officeDocument/2006/relationships/customXml" Target="../ink/ink400.xml"/><Relationship Id="rId51" Type="http://schemas.openxmlformats.org/officeDocument/2006/relationships/image" Target="../media/image416.png"/><Relationship Id="rId72" Type="http://schemas.openxmlformats.org/officeDocument/2006/relationships/customXml" Target="../ink/ink432.xml"/><Relationship Id="rId93" Type="http://schemas.openxmlformats.org/officeDocument/2006/relationships/image" Target="../media/image437.png"/><Relationship Id="rId98" Type="http://schemas.openxmlformats.org/officeDocument/2006/relationships/customXml" Target="../ink/ink445.xml"/><Relationship Id="rId121" Type="http://schemas.openxmlformats.org/officeDocument/2006/relationships/image" Target="../media/image451.png"/><Relationship Id="rId3" Type="http://schemas.openxmlformats.org/officeDocument/2006/relationships/image" Target="../media/image392.png"/><Relationship Id="rId25" Type="http://schemas.openxmlformats.org/officeDocument/2006/relationships/image" Target="../media/image403.png"/><Relationship Id="rId46" Type="http://schemas.openxmlformats.org/officeDocument/2006/relationships/customXml" Target="../ink/ink419.xml"/><Relationship Id="rId67" Type="http://schemas.openxmlformats.org/officeDocument/2006/relationships/image" Target="../media/image424.png"/><Relationship Id="rId116" Type="http://schemas.openxmlformats.org/officeDocument/2006/relationships/customXml" Target="../ink/ink454.xml"/><Relationship Id="rId20" Type="http://schemas.openxmlformats.org/officeDocument/2006/relationships/customXml" Target="../ink/ink406.xml"/><Relationship Id="rId41" Type="http://schemas.openxmlformats.org/officeDocument/2006/relationships/image" Target="../media/image411.png"/><Relationship Id="rId62" Type="http://schemas.openxmlformats.org/officeDocument/2006/relationships/customXml" Target="../ink/ink427.xml"/><Relationship Id="rId83" Type="http://schemas.openxmlformats.org/officeDocument/2006/relationships/image" Target="../media/image432.png"/><Relationship Id="rId88" Type="http://schemas.openxmlformats.org/officeDocument/2006/relationships/customXml" Target="../ink/ink440.xml"/><Relationship Id="rId111" Type="http://schemas.openxmlformats.org/officeDocument/2006/relationships/image" Target="../media/image446.png"/><Relationship Id="rId132" Type="http://schemas.openxmlformats.org/officeDocument/2006/relationships/customXml" Target="../ink/ink462.xml"/><Relationship Id="rId15" Type="http://schemas.openxmlformats.org/officeDocument/2006/relationships/image" Target="../media/image398.png"/><Relationship Id="rId36" Type="http://schemas.openxmlformats.org/officeDocument/2006/relationships/customXml" Target="../ink/ink414.xml"/><Relationship Id="rId57" Type="http://schemas.openxmlformats.org/officeDocument/2006/relationships/image" Target="../media/image419.png"/><Relationship Id="rId106" Type="http://schemas.openxmlformats.org/officeDocument/2006/relationships/customXml" Target="../ink/ink449.xml"/><Relationship Id="rId127" Type="http://schemas.openxmlformats.org/officeDocument/2006/relationships/image" Target="../media/image454.png"/><Relationship Id="rId10" Type="http://schemas.openxmlformats.org/officeDocument/2006/relationships/customXml" Target="../ink/ink401.xml"/><Relationship Id="rId31" Type="http://schemas.openxmlformats.org/officeDocument/2006/relationships/image" Target="../media/image406.png"/><Relationship Id="rId52" Type="http://schemas.openxmlformats.org/officeDocument/2006/relationships/customXml" Target="../ink/ink422.xml"/><Relationship Id="rId73" Type="http://schemas.openxmlformats.org/officeDocument/2006/relationships/image" Target="../media/image427.png"/><Relationship Id="rId78" Type="http://schemas.openxmlformats.org/officeDocument/2006/relationships/customXml" Target="../ink/ink435.xml"/><Relationship Id="rId94" Type="http://schemas.openxmlformats.org/officeDocument/2006/relationships/customXml" Target="../ink/ink443.xml"/><Relationship Id="rId99" Type="http://schemas.openxmlformats.org/officeDocument/2006/relationships/image" Target="../media/image440.png"/><Relationship Id="rId101" Type="http://schemas.openxmlformats.org/officeDocument/2006/relationships/image" Target="../media/image441.png"/><Relationship Id="rId122" Type="http://schemas.openxmlformats.org/officeDocument/2006/relationships/customXml" Target="../ink/ink457.xml"/><Relationship Id="rId4" Type="http://schemas.openxmlformats.org/officeDocument/2006/relationships/customXml" Target="../ink/ink398.xml"/><Relationship Id="rId9" Type="http://schemas.openxmlformats.org/officeDocument/2006/relationships/image" Target="../media/image395.png"/><Relationship Id="rId26" Type="http://schemas.openxmlformats.org/officeDocument/2006/relationships/customXml" Target="../ink/ink409.xml"/><Relationship Id="rId47" Type="http://schemas.openxmlformats.org/officeDocument/2006/relationships/image" Target="../media/image414.png"/><Relationship Id="rId68" Type="http://schemas.openxmlformats.org/officeDocument/2006/relationships/customXml" Target="../ink/ink430.xml"/><Relationship Id="rId89" Type="http://schemas.openxmlformats.org/officeDocument/2006/relationships/image" Target="../media/image435.png"/><Relationship Id="rId112" Type="http://schemas.openxmlformats.org/officeDocument/2006/relationships/customXml" Target="../ink/ink452.xml"/><Relationship Id="rId133" Type="http://schemas.openxmlformats.org/officeDocument/2006/relationships/image" Target="../media/image457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21.xml"/><Relationship Id="rId21" Type="http://schemas.openxmlformats.org/officeDocument/2006/relationships/customXml" Target="../ink/ink473.xml"/><Relationship Id="rId324" Type="http://schemas.openxmlformats.org/officeDocument/2006/relationships/customXml" Target="../ink/ink626.xml"/><Relationship Id="rId531" Type="http://schemas.openxmlformats.org/officeDocument/2006/relationships/customXml" Target="../ink/ink730.xml"/><Relationship Id="rId170" Type="http://schemas.openxmlformats.org/officeDocument/2006/relationships/image" Target="../media/image541.png"/><Relationship Id="rId268" Type="http://schemas.openxmlformats.org/officeDocument/2006/relationships/image" Target="../media/image589.png"/><Relationship Id="rId475" Type="http://schemas.openxmlformats.org/officeDocument/2006/relationships/customXml" Target="../ink/ink702.xml"/><Relationship Id="rId32" Type="http://schemas.openxmlformats.org/officeDocument/2006/relationships/image" Target="../media/image472.png"/><Relationship Id="rId128" Type="http://schemas.openxmlformats.org/officeDocument/2006/relationships/image" Target="../media/image520.png"/><Relationship Id="rId335" Type="http://schemas.openxmlformats.org/officeDocument/2006/relationships/customXml" Target="../ink/ink632.xml"/><Relationship Id="rId542" Type="http://schemas.openxmlformats.org/officeDocument/2006/relationships/image" Target="../media/image725.png"/><Relationship Id="rId181" Type="http://schemas.openxmlformats.org/officeDocument/2006/relationships/customXml" Target="../ink/ink553.xml"/><Relationship Id="rId402" Type="http://schemas.openxmlformats.org/officeDocument/2006/relationships/image" Target="../media/image655.png"/><Relationship Id="rId279" Type="http://schemas.openxmlformats.org/officeDocument/2006/relationships/customXml" Target="../ink/ink603.xml"/><Relationship Id="rId486" Type="http://schemas.openxmlformats.org/officeDocument/2006/relationships/image" Target="../media/image697.png"/><Relationship Id="rId43" Type="http://schemas.openxmlformats.org/officeDocument/2006/relationships/customXml" Target="../ink/ink484.xml"/><Relationship Id="rId139" Type="http://schemas.openxmlformats.org/officeDocument/2006/relationships/customXml" Target="../ink/ink532.xml"/><Relationship Id="rId346" Type="http://schemas.openxmlformats.org/officeDocument/2006/relationships/image" Target="../media/image627.png"/><Relationship Id="rId553" Type="http://schemas.openxmlformats.org/officeDocument/2006/relationships/customXml" Target="../ink/ink741.xml"/><Relationship Id="rId192" Type="http://schemas.openxmlformats.org/officeDocument/2006/relationships/image" Target="../media/image551.png"/><Relationship Id="rId206" Type="http://schemas.openxmlformats.org/officeDocument/2006/relationships/image" Target="../media/image558.png"/><Relationship Id="rId413" Type="http://schemas.openxmlformats.org/officeDocument/2006/relationships/customXml" Target="../ink/ink671.xml"/><Relationship Id="rId497" Type="http://schemas.openxmlformats.org/officeDocument/2006/relationships/customXml" Target="../ink/ink713.xml"/><Relationship Id="rId357" Type="http://schemas.openxmlformats.org/officeDocument/2006/relationships/customXml" Target="../ink/ink643.xml"/><Relationship Id="rId54" Type="http://schemas.openxmlformats.org/officeDocument/2006/relationships/image" Target="../media/image483.png"/><Relationship Id="rId217" Type="http://schemas.openxmlformats.org/officeDocument/2006/relationships/customXml" Target="../ink/ink572.xml"/><Relationship Id="rId424" Type="http://schemas.openxmlformats.org/officeDocument/2006/relationships/image" Target="../media/image666.png"/><Relationship Id="rId23" Type="http://schemas.openxmlformats.org/officeDocument/2006/relationships/customXml" Target="../ink/ink474.xml"/><Relationship Id="rId119" Type="http://schemas.openxmlformats.org/officeDocument/2006/relationships/customXml" Target="../ink/ink522.xml"/><Relationship Id="rId270" Type="http://schemas.openxmlformats.org/officeDocument/2006/relationships/image" Target="../media/image590.png"/><Relationship Id="rId326" Type="http://schemas.openxmlformats.org/officeDocument/2006/relationships/image" Target="../media/image617.png"/><Relationship Id="rId533" Type="http://schemas.openxmlformats.org/officeDocument/2006/relationships/customXml" Target="../ink/ink731.xml"/><Relationship Id="rId65" Type="http://schemas.openxmlformats.org/officeDocument/2006/relationships/customXml" Target="../ink/ink495.xml"/><Relationship Id="rId130" Type="http://schemas.openxmlformats.org/officeDocument/2006/relationships/image" Target="../media/image521.png"/><Relationship Id="rId368" Type="http://schemas.openxmlformats.org/officeDocument/2006/relationships/image" Target="../media/image638.png"/><Relationship Id="rId172" Type="http://schemas.openxmlformats.org/officeDocument/2006/relationships/image" Target="../media/image542.png"/><Relationship Id="rId228" Type="http://schemas.openxmlformats.org/officeDocument/2006/relationships/image" Target="../media/image569.png"/><Relationship Id="rId435" Type="http://schemas.openxmlformats.org/officeDocument/2006/relationships/customXml" Target="../ink/ink682.xml"/><Relationship Id="rId477" Type="http://schemas.openxmlformats.org/officeDocument/2006/relationships/customXml" Target="../ink/ink703.xml"/><Relationship Id="rId281" Type="http://schemas.openxmlformats.org/officeDocument/2006/relationships/customXml" Target="../ink/ink604.xml"/><Relationship Id="rId337" Type="http://schemas.openxmlformats.org/officeDocument/2006/relationships/customXml" Target="../ink/ink633.xml"/><Relationship Id="rId502" Type="http://schemas.openxmlformats.org/officeDocument/2006/relationships/image" Target="../media/image705.png"/><Relationship Id="rId34" Type="http://schemas.openxmlformats.org/officeDocument/2006/relationships/image" Target="../media/image473.png"/><Relationship Id="rId76" Type="http://schemas.openxmlformats.org/officeDocument/2006/relationships/image" Target="../media/image494.png"/><Relationship Id="rId141" Type="http://schemas.openxmlformats.org/officeDocument/2006/relationships/customXml" Target="../ink/ink533.xml"/><Relationship Id="rId379" Type="http://schemas.openxmlformats.org/officeDocument/2006/relationships/customXml" Target="../ink/ink654.xml"/><Relationship Id="rId544" Type="http://schemas.openxmlformats.org/officeDocument/2006/relationships/image" Target="../media/image726.png"/><Relationship Id="rId7" Type="http://schemas.openxmlformats.org/officeDocument/2006/relationships/image" Target="../media/image460.png"/><Relationship Id="rId183" Type="http://schemas.openxmlformats.org/officeDocument/2006/relationships/customXml" Target="../ink/ink554.xml"/><Relationship Id="rId239" Type="http://schemas.openxmlformats.org/officeDocument/2006/relationships/customXml" Target="../ink/ink583.xml"/><Relationship Id="rId390" Type="http://schemas.openxmlformats.org/officeDocument/2006/relationships/image" Target="../media/image649.png"/><Relationship Id="rId404" Type="http://schemas.openxmlformats.org/officeDocument/2006/relationships/image" Target="../media/image656.png"/><Relationship Id="rId446" Type="http://schemas.openxmlformats.org/officeDocument/2006/relationships/image" Target="../media/image677.png"/><Relationship Id="rId250" Type="http://schemas.openxmlformats.org/officeDocument/2006/relationships/image" Target="../media/image580.png"/><Relationship Id="rId292" Type="http://schemas.openxmlformats.org/officeDocument/2006/relationships/image" Target="../media/image601.png"/><Relationship Id="rId306" Type="http://schemas.openxmlformats.org/officeDocument/2006/relationships/image" Target="../media/image608.png"/><Relationship Id="rId488" Type="http://schemas.openxmlformats.org/officeDocument/2006/relationships/image" Target="../media/image698.png"/><Relationship Id="rId45" Type="http://schemas.openxmlformats.org/officeDocument/2006/relationships/customXml" Target="../ink/ink485.xml"/><Relationship Id="rId87" Type="http://schemas.openxmlformats.org/officeDocument/2006/relationships/customXml" Target="../ink/ink506.xml"/><Relationship Id="rId110" Type="http://schemas.openxmlformats.org/officeDocument/2006/relationships/image" Target="../media/image511.png"/><Relationship Id="rId348" Type="http://schemas.openxmlformats.org/officeDocument/2006/relationships/image" Target="../media/image628.png"/><Relationship Id="rId513" Type="http://schemas.openxmlformats.org/officeDocument/2006/relationships/customXml" Target="../ink/ink721.xml"/><Relationship Id="rId555" Type="http://schemas.openxmlformats.org/officeDocument/2006/relationships/customXml" Target="../ink/ink742.xml"/><Relationship Id="rId152" Type="http://schemas.openxmlformats.org/officeDocument/2006/relationships/image" Target="../media/image532.png"/><Relationship Id="rId194" Type="http://schemas.openxmlformats.org/officeDocument/2006/relationships/image" Target="../media/image552.png"/><Relationship Id="rId208" Type="http://schemas.openxmlformats.org/officeDocument/2006/relationships/image" Target="../media/image559.png"/><Relationship Id="rId415" Type="http://schemas.openxmlformats.org/officeDocument/2006/relationships/customXml" Target="../ink/ink672.xml"/><Relationship Id="rId457" Type="http://schemas.openxmlformats.org/officeDocument/2006/relationships/customXml" Target="../ink/ink693.xml"/><Relationship Id="rId261" Type="http://schemas.openxmlformats.org/officeDocument/2006/relationships/customXml" Target="../ink/ink594.xml"/><Relationship Id="rId499" Type="http://schemas.openxmlformats.org/officeDocument/2006/relationships/customXml" Target="../ink/ink714.xml"/><Relationship Id="rId14" Type="http://schemas.openxmlformats.org/officeDocument/2006/relationships/image" Target="../media/image463.png"/><Relationship Id="rId56" Type="http://schemas.openxmlformats.org/officeDocument/2006/relationships/image" Target="../media/image484.png"/><Relationship Id="rId317" Type="http://schemas.openxmlformats.org/officeDocument/2006/relationships/customXml" Target="../ink/ink622.xml"/><Relationship Id="rId359" Type="http://schemas.openxmlformats.org/officeDocument/2006/relationships/customXml" Target="../ink/ink644.xml"/><Relationship Id="rId524" Type="http://schemas.openxmlformats.org/officeDocument/2006/relationships/image" Target="../media/image716.png"/><Relationship Id="rId98" Type="http://schemas.openxmlformats.org/officeDocument/2006/relationships/image" Target="../media/image505.png"/><Relationship Id="rId121" Type="http://schemas.openxmlformats.org/officeDocument/2006/relationships/customXml" Target="../ink/ink523.xml"/><Relationship Id="rId163" Type="http://schemas.openxmlformats.org/officeDocument/2006/relationships/customXml" Target="../ink/ink544.xml"/><Relationship Id="rId219" Type="http://schemas.openxmlformats.org/officeDocument/2006/relationships/customXml" Target="../ink/ink573.xml"/><Relationship Id="rId370" Type="http://schemas.openxmlformats.org/officeDocument/2006/relationships/image" Target="../media/image639.png"/><Relationship Id="rId426" Type="http://schemas.openxmlformats.org/officeDocument/2006/relationships/image" Target="../media/image667.png"/><Relationship Id="rId230" Type="http://schemas.openxmlformats.org/officeDocument/2006/relationships/image" Target="../media/image570.png"/><Relationship Id="rId468" Type="http://schemas.openxmlformats.org/officeDocument/2006/relationships/image" Target="../media/image688.png"/><Relationship Id="rId25" Type="http://schemas.openxmlformats.org/officeDocument/2006/relationships/customXml" Target="../ink/ink475.xml"/><Relationship Id="rId67" Type="http://schemas.openxmlformats.org/officeDocument/2006/relationships/customXml" Target="../ink/ink496.xml"/><Relationship Id="rId272" Type="http://schemas.openxmlformats.org/officeDocument/2006/relationships/image" Target="../media/image591.png"/><Relationship Id="rId328" Type="http://schemas.openxmlformats.org/officeDocument/2006/relationships/image" Target="../media/image618.png"/><Relationship Id="rId535" Type="http://schemas.openxmlformats.org/officeDocument/2006/relationships/customXml" Target="../ink/ink732.xml"/><Relationship Id="rId132" Type="http://schemas.openxmlformats.org/officeDocument/2006/relationships/image" Target="../media/image522.png"/><Relationship Id="rId174" Type="http://schemas.openxmlformats.org/officeDocument/2006/relationships/image" Target="../media/image543.png"/><Relationship Id="rId381" Type="http://schemas.openxmlformats.org/officeDocument/2006/relationships/customXml" Target="../ink/ink655.xml"/><Relationship Id="rId241" Type="http://schemas.openxmlformats.org/officeDocument/2006/relationships/customXml" Target="../ink/ink584.xml"/><Relationship Id="rId437" Type="http://schemas.openxmlformats.org/officeDocument/2006/relationships/customXml" Target="../ink/ink683.xml"/><Relationship Id="rId479" Type="http://schemas.openxmlformats.org/officeDocument/2006/relationships/customXml" Target="../ink/ink704.xml"/><Relationship Id="rId36" Type="http://schemas.openxmlformats.org/officeDocument/2006/relationships/image" Target="../media/image474.png"/><Relationship Id="rId283" Type="http://schemas.openxmlformats.org/officeDocument/2006/relationships/customXml" Target="../ink/ink605.xml"/><Relationship Id="rId339" Type="http://schemas.openxmlformats.org/officeDocument/2006/relationships/customXml" Target="../ink/ink634.xml"/><Relationship Id="rId490" Type="http://schemas.openxmlformats.org/officeDocument/2006/relationships/image" Target="../media/image699.png"/><Relationship Id="rId504" Type="http://schemas.openxmlformats.org/officeDocument/2006/relationships/image" Target="../media/image706.png"/><Relationship Id="rId546" Type="http://schemas.openxmlformats.org/officeDocument/2006/relationships/image" Target="../media/image727.png"/><Relationship Id="rId78" Type="http://schemas.openxmlformats.org/officeDocument/2006/relationships/image" Target="../media/image495.png"/><Relationship Id="rId101" Type="http://schemas.openxmlformats.org/officeDocument/2006/relationships/customXml" Target="../ink/ink513.xml"/><Relationship Id="rId143" Type="http://schemas.openxmlformats.org/officeDocument/2006/relationships/customXml" Target="../ink/ink534.xml"/><Relationship Id="rId185" Type="http://schemas.openxmlformats.org/officeDocument/2006/relationships/customXml" Target="../ink/ink555.xml"/><Relationship Id="rId350" Type="http://schemas.openxmlformats.org/officeDocument/2006/relationships/image" Target="../media/image629.png"/><Relationship Id="rId406" Type="http://schemas.openxmlformats.org/officeDocument/2006/relationships/image" Target="../media/image657.png"/><Relationship Id="rId9" Type="http://schemas.openxmlformats.org/officeDocument/2006/relationships/image" Target="../media/image461.png"/><Relationship Id="rId210" Type="http://schemas.openxmlformats.org/officeDocument/2006/relationships/image" Target="../media/image560.png"/><Relationship Id="rId392" Type="http://schemas.openxmlformats.org/officeDocument/2006/relationships/image" Target="../media/image650.png"/><Relationship Id="rId448" Type="http://schemas.openxmlformats.org/officeDocument/2006/relationships/image" Target="../media/image678.png"/><Relationship Id="rId252" Type="http://schemas.openxmlformats.org/officeDocument/2006/relationships/image" Target="../media/image581.png"/><Relationship Id="rId294" Type="http://schemas.openxmlformats.org/officeDocument/2006/relationships/image" Target="../media/image602.png"/><Relationship Id="rId308" Type="http://schemas.openxmlformats.org/officeDocument/2006/relationships/image" Target="../media/image609.png"/><Relationship Id="rId515" Type="http://schemas.openxmlformats.org/officeDocument/2006/relationships/customXml" Target="../ink/ink722.xml"/><Relationship Id="rId47" Type="http://schemas.openxmlformats.org/officeDocument/2006/relationships/customXml" Target="../ink/ink486.xml"/><Relationship Id="rId89" Type="http://schemas.openxmlformats.org/officeDocument/2006/relationships/customXml" Target="../ink/ink507.xml"/><Relationship Id="rId112" Type="http://schemas.openxmlformats.org/officeDocument/2006/relationships/image" Target="../media/image512.png"/><Relationship Id="rId154" Type="http://schemas.openxmlformats.org/officeDocument/2006/relationships/image" Target="../media/image533.png"/><Relationship Id="rId361" Type="http://schemas.openxmlformats.org/officeDocument/2006/relationships/customXml" Target="../ink/ink645.xml"/><Relationship Id="rId557" Type="http://schemas.openxmlformats.org/officeDocument/2006/relationships/customXml" Target="../ink/ink743.xml"/><Relationship Id="rId196" Type="http://schemas.openxmlformats.org/officeDocument/2006/relationships/image" Target="../media/image553.png"/><Relationship Id="rId417" Type="http://schemas.openxmlformats.org/officeDocument/2006/relationships/customXml" Target="../ink/ink673.xml"/><Relationship Id="rId459" Type="http://schemas.openxmlformats.org/officeDocument/2006/relationships/customXml" Target="../ink/ink694.xml"/><Relationship Id="rId16" Type="http://schemas.openxmlformats.org/officeDocument/2006/relationships/image" Target="../media/image464.png"/><Relationship Id="rId221" Type="http://schemas.openxmlformats.org/officeDocument/2006/relationships/customXml" Target="../ink/ink574.xml"/><Relationship Id="rId263" Type="http://schemas.openxmlformats.org/officeDocument/2006/relationships/customXml" Target="../ink/ink595.xml"/><Relationship Id="rId319" Type="http://schemas.openxmlformats.org/officeDocument/2006/relationships/customXml" Target="../ink/ink623.xml"/><Relationship Id="rId470" Type="http://schemas.openxmlformats.org/officeDocument/2006/relationships/image" Target="../media/image689.png"/><Relationship Id="rId526" Type="http://schemas.openxmlformats.org/officeDocument/2006/relationships/image" Target="../media/image717.png"/><Relationship Id="rId58" Type="http://schemas.openxmlformats.org/officeDocument/2006/relationships/image" Target="../media/image485.png"/><Relationship Id="rId123" Type="http://schemas.openxmlformats.org/officeDocument/2006/relationships/customXml" Target="../ink/ink524.xml"/><Relationship Id="rId330" Type="http://schemas.openxmlformats.org/officeDocument/2006/relationships/image" Target="../media/image619.png"/><Relationship Id="rId165" Type="http://schemas.openxmlformats.org/officeDocument/2006/relationships/customXml" Target="../ink/ink545.xml"/><Relationship Id="rId372" Type="http://schemas.openxmlformats.org/officeDocument/2006/relationships/image" Target="../media/image640.png"/><Relationship Id="rId428" Type="http://schemas.openxmlformats.org/officeDocument/2006/relationships/image" Target="../media/image668.png"/><Relationship Id="rId232" Type="http://schemas.openxmlformats.org/officeDocument/2006/relationships/image" Target="../media/image571.png"/><Relationship Id="rId274" Type="http://schemas.openxmlformats.org/officeDocument/2006/relationships/image" Target="../media/image592.png"/><Relationship Id="rId481" Type="http://schemas.openxmlformats.org/officeDocument/2006/relationships/customXml" Target="../ink/ink705.xml"/><Relationship Id="rId27" Type="http://schemas.openxmlformats.org/officeDocument/2006/relationships/customXml" Target="../ink/ink476.xml"/><Relationship Id="rId69" Type="http://schemas.openxmlformats.org/officeDocument/2006/relationships/customXml" Target="../ink/ink497.xml"/><Relationship Id="rId134" Type="http://schemas.openxmlformats.org/officeDocument/2006/relationships/image" Target="../media/image523.png"/><Relationship Id="rId537" Type="http://schemas.openxmlformats.org/officeDocument/2006/relationships/customXml" Target="../ink/ink733.xml"/><Relationship Id="rId80" Type="http://schemas.openxmlformats.org/officeDocument/2006/relationships/image" Target="../media/image496.png"/><Relationship Id="rId176" Type="http://schemas.openxmlformats.org/officeDocument/2006/relationships/image" Target="../media/image544.png"/><Relationship Id="rId341" Type="http://schemas.openxmlformats.org/officeDocument/2006/relationships/customXml" Target="../ink/ink635.xml"/><Relationship Id="rId383" Type="http://schemas.openxmlformats.org/officeDocument/2006/relationships/customXml" Target="../ink/ink656.xml"/><Relationship Id="rId439" Type="http://schemas.openxmlformats.org/officeDocument/2006/relationships/customXml" Target="../ink/ink684.xml"/><Relationship Id="rId201" Type="http://schemas.openxmlformats.org/officeDocument/2006/relationships/customXml" Target="../ink/ink564.xml"/><Relationship Id="rId243" Type="http://schemas.openxmlformats.org/officeDocument/2006/relationships/customXml" Target="../ink/ink585.xml"/><Relationship Id="rId285" Type="http://schemas.openxmlformats.org/officeDocument/2006/relationships/customXml" Target="../ink/ink606.xml"/><Relationship Id="rId450" Type="http://schemas.openxmlformats.org/officeDocument/2006/relationships/image" Target="../media/image679.png"/><Relationship Id="rId506" Type="http://schemas.openxmlformats.org/officeDocument/2006/relationships/image" Target="../media/image707.png"/><Relationship Id="rId38" Type="http://schemas.openxmlformats.org/officeDocument/2006/relationships/image" Target="../media/image475.png"/><Relationship Id="rId103" Type="http://schemas.openxmlformats.org/officeDocument/2006/relationships/customXml" Target="../ink/ink514.xml"/><Relationship Id="rId310" Type="http://schemas.openxmlformats.org/officeDocument/2006/relationships/image" Target="../media/image610.png"/><Relationship Id="rId492" Type="http://schemas.openxmlformats.org/officeDocument/2006/relationships/image" Target="../media/image700.png"/><Relationship Id="rId548" Type="http://schemas.openxmlformats.org/officeDocument/2006/relationships/image" Target="../media/image728.png"/><Relationship Id="rId91" Type="http://schemas.openxmlformats.org/officeDocument/2006/relationships/customXml" Target="../ink/ink508.xml"/><Relationship Id="rId145" Type="http://schemas.openxmlformats.org/officeDocument/2006/relationships/customXml" Target="../ink/ink535.xml"/><Relationship Id="rId187" Type="http://schemas.openxmlformats.org/officeDocument/2006/relationships/image" Target="../media/image549.png"/><Relationship Id="rId352" Type="http://schemas.openxmlformats.org/officeDocument/2006/relationships/image" Target="../media/image630.png"/><Relationship Id="rId394" Type="http://schemas.openxmlformats.org/officeDocument/2006/relationships/image" Target="../media/image651.png"/><Relationship Id="rId408" Type="http://schemas.openxmlformats.org/officeDocument/2006/relationships/image" Target="../media/image658.png"/><Relationship Id="rId212" Type="http://schemas.openxmlformats.org/officeDocument/2006/relationships/image" Target="../media/image561.png"/><Relationship Id="rId254" Type="http://schemas.openxmlformats.org/officeDocument/2006/relationships/image" Target="../media/image582.png"/><Relationship Id="rId49" Type="http://schemas.openxmlformats.org/officeDocument/2006/relationships/customXml" Target="../ink/ink487.xml"/><Relationship Id="rId114" Type="http://schemas.openxmlformats.org/officeDocument/2006/relationships/image" Target="../media/image513.png"/><Relationship Id="rId296" Type="http://schemas.openxmlformats.org/officeDocument/2006/relationships/image" Target="../media/image603.png"/><Relationship Id="rId461" Type="http://schemas.openxmlformats.org/officeDocument/2006/relationships/customXml" Target="../ink/ink695.xml"/><Relationship Id="rId517" Type="http://schemas.openxmlformats.org/officeDocument/2006/relationships/customXml" Target="../ink/ink723.xml"/><Relationship Id="rId559" Type="http://schemas.openxmlformats.org/officeDocument/2006/relationships/customXml" Target="../ink/ink744.xml"/><Relationship Id="rId60" Type="http://schemas.openxmlformats.org/officeDocument/2006/relationships/image" Target="../media/image486.png"/><Relationship Id="rId156" Type="http://schemas.openxmlformats.org/officeDocument/2006/relationships/image" Target="../media/image534.png"/><Relationship Id="rId198" Type="http://schemas.openxmlformats.org/officeDocument/2006/relationships/image" Target="../media/image554.png"/><Relationship Id="rId321" Type="http://schemas.openxmlformats.org/officeDocument/2006/relationships/customXml" Target="../ink/ink624.xml"/><Relationship Id="rId363" Type="http://schemas.openxmlformats.org/officeDocument/2006/relationships/customXml" Target="../ink/ink646.xml"/><Relationship Id="rId419" Type="http://schemas.openxmlformats.org/officeDocument/2006/relationships/customXml" Target="../ink/ink674.xml"/><Relationship Id="rId223" Type="http://schemas.openxmlformats.org/officeDocument/2006/relationships/customXml" Target="../ink/ink575.xml"/><Relationship Id="rId430" Type="http://schemas.openxmlformats.org/officeDocument/2006/relationships/image" Target="../media/image669.png"/><Relationship Id="rId18" Type="http://schemas.openxmlformats.org/officeDocument/2006/relationships/image" Target="../media/image465.png"/><Relationship Id="rId265" Type="http://schemas.openxmlformats.org/officeDocument/2006/relationships/customXml" Target="../ink/ink596.xml"/><Relationship Id="rId472" Type="http://schemas.openxmlformats.org/officeDocument/2006/relationships/image" Target="../media/image690.png"/><Relationship Id="rId528" Type="http://schemas.openxmlformats.org/officeDocument/2006/relationships/image" Target="../media/image718.png"/><Relationship Id="rId125" Type="http://schemas.openxmlformats.org/officeDocument/2006/relationships/customXml" Target="../ink/ink525.xml"/><Relationship Id="rId167" Type="http://schemas.openxmlformats.org/officeDocument/2006/relationships/customXml" Target="../ink/ink546.xml"/><Relationship Id="rId332" Type="http://schemas.openxmlformats.org/officeDocument/2006/relationships/image" Target="../media/image620.png"/><Relationship Id="rId374" Type="http://schemas.openxmlformats.org/officeDocument/2006/relationships/image" Target="../media/image641.png"/><Relationship Id="rId71" Type="http://schemas.openxmlformats.org/officeDocument/2006/relationships/customXml" Target="../ink/ink498.xml"/><Relationship Id="rId234" Type="http://schemas.openxmlformats.org/officeDocument/2006/relationships/image" Target="../media/image572.png"/><Relationship Id="rId2" Type="http://schemas.openxmlformats.org/officeDocument/2006/relationships/customXml" Target="../ink/ink463.xml"/><Relationship Id="rId29" Type="http://schemas.openxmlformats.org/officeDocument/2006/relationships/customXml" Target="../ink/ink477.xml"/><Relationship Id="rId276" Type="http://schemas.openxmlformats.org/officeDocument/2006/relationships/image" Target="../media/image593.png"/><Relationship Id="rId441" Type="http://schemas.openxmlformats.org/officeDocument/2006/relationships/customXml" Target="../ink/ink685.xml"/><Relationship Id="rId483" Type="http://schemas.openxmlformats.org/officeDocument/2006/relationships/customXml" Target="../ink/ink706.xml"/><Relationship Id="rId539" Type="http://schemas.openxmlformats.org/officeDocument/2006/relationships/customXml" Target="../ink/ink734.xml"/><Relationship Id="rId40" Type="http://schemas.openxmlformats.org/officeDocument/2006/relationships/image" Target="../media/image476.png"/><Relationship Id="rId136" Type="http://schemas.openxmlformats.org/officeDocument/2006/relationships/image" Target="../media/image524.png"/><Relationship Id="rId178" Type="http://schemas.openxmlformats.org/officeDocument/2006/relationships/image" Target="../media/image545.png"/><Relationship Id="rId301" Type="http://schemas.openxmlformats.org/officeDocument/2006/relationships/customXml" Target="../ink/ink614.xml"/><Relationship Id="rId343" Type="http://schemas.openxmlformats.org/officeDocument/2006/relationships/customXml" Target="../ink/ink636.xml"/><Relationship Id="rId550" Type="http://schemas.openxmlformats.org/officeDocument/2006/relationships/image" Target="../media/image729.png"/><Relationship Id="rId82" Type="http://schemas.openxmlformats.org/officeDocument/2006/relationships/image" Target="../media/image497.png"/><Relationship Id="rId203" Type="http://schemas.openxmlformats.org/officeDocument/2006/relationships/customXml" Target="../ink/ink565.xml"/><Relationship Id="rId385" Type="http://schemas.openxmlformats.org/officeDocument/2006/relationships/customXml" Target="../ink/ink657.xml"/><Relationship Id="rId245" Type="http://schemas.openxmlformats.org/officeDocument/2006/relationships/customXml" Target="../ink/ink586.xml"/><Relationship Id="rId287" Type="http://schemas.openxmlformats.org/officeDocument/2006/relationships/customXml" Target="../ink/ink607.xml"/><Relationship Id="rId410" Type="http://schemas.openxmlformats.org/officeDocument/2006/relationships/image" Target="../media/image659.png"/><Relationship Id="rId452" Type="http://schemas.openxmlformats.org/officeDocument/2006/relationships/image" Target="../media/image680.png"/><Relationship Id="rId494" Type="http://schemas.openxmlformats.org/officeDocument/2006/relationships/image" Target="../media/image701.png"/><Relationship Id="rId508" Type="http://schemas.openxmlformats.org/officeDocument/2006/relationships/image" Target="../media/image708.png"/><Relationship Id="rId105" Type="http://schemas.openxmlformats.org/officeDocument/2006/relationships/customXml" Target="../ink/ink515.xml"/><Relationship Id="rId147" Type="http://schemas.openxmlformats.org/officeDocument/2006/relationships/customXml" Target="../ink/ink536.xml"/><Relationship Id="rId312" Type="http://schemas.openxmlformats.org/officeDocument/2006/relationships/image" Target="../media/image611.png"/><Relationship Id="rId354" Type="http://schemas.openxmlformats.org/officeDocument/2006/relationships/image" Target="../media/image631.png"/><Relationship Id="rId51" Type="http://schemas.openxmlformats.org/officeDocument/2006/relationships/customXml" Target="../ink/ink488.xml"/><Relationship Id="rId93" Type="http://schemas.openxmlformats.org/officeDocument/2006/relationships/customXml" Target="../ink/ink509.xml"/><Relationship Id="rId189" Type="http://schemas.openxmlformats.org/officeDocument/2006/relationships/customXml" Target="../ink/ink558.xml"/><Relationship Id="rId396" Type="http://schemas.openxmlformats.org/officeDocument/2006/relationships/image" Target="../media/image652.png"/><Relationship Id="rId561" Type="http://schemas.openxmlformats.org/officeDocument/2006/relationships/customXml" Target="../ink/ink745.xml"/><Relationship Id="rId214" Type="http://schemas.openxmlformats.org/officeDocument/2006/relationships/image" Target="../media/image562.png"/><Relationship Id="rId256" Type="http://schemas.openxmlformats.org/officeDocument/2006/relationships/image" Target="../media/image583.png"/><Relationship Id="rId298" Type="http://schemas.openxmlformats.org/officeDocument/2006/relationships/image" Target="../media/image604.png"/><Relationship Id="rId421" Type="http://schemas.openxmlformats.org/officeDocument/2006/relationships/customXml" Target="../ink/ink675.xml"/><Relationship Id="rId463" Type="http://schemas.openxmlformats.org/officeDocument/2006/relationships/customXml" Target="../ink/ink696.xml"/><Relationship Id="rId519" Type="http://schemas.openxmlformats.org/officeDocument/2006/relationships/customXml" Target="../ink/ink724.xml"/><Relationship Id="rId116" Type="http://schemas.openxmlformats.org/officeDocument/2006/relationships/image" Target="../media/image514.png"/><Relationship Id="rId158" Type="http://schemas.openxmlformats.org/officeDocument/2006/relationships/image" Target="../media/image535.png"/><Relationship Id="rId323" Type="http://schemas.openxmlformats.org/officeDocument/2006/relationships/image" Target="../media/image616.png"/><Relationship Id="rId530" Type="http://schemas.openxmlformats.org/officeDocument/2006/relationships/image" Target="../media/image719.png"/><Relationship Id="rId20" Type="http://schemas.openxmlformats.org/officeDocument/2006/relationships/image" Target="../media/image466.png"/><Relationship Id="rId62" Type="http://schemas.openxmlformats.org/officeDocument/2006/relationships/image" Target="../media/image487.png"/><Relationship Id="rId365" Type="http://schemas.openxmlformats.org/officeDocument/2006/relationships/customXml" Target="../ink/ink647.xml"/><Relationship Id="rId225" Type="http://schemas.openxmlformats.org/officeDocument/2006/relationships/customXml" Target="../ink/ink576.xml"/><Relationship Id="rId267" Type="http://schemas.openxmlformats.org/officeDocument/2006/relationships/customXml" Target="../ink/ink597.xml"/><Relationship Id="rId432" Type="http://schemas.openxmlformats.org/officeDocument/2006/relationships/image" Target="../media/image670.png"/><Relationship Id="rId474" Type="http://schemas.openxmlformats.org/officeDocument/2006/relationships/image" Target="../media/image691.png"/><Relationship Id="rId127" Type="http://schemas.openxmlformats.org/officeDocument/2006/relationships/customXml" Target="../ink/ink526.xml"/><Relationship Id="rId31" Type="http://schemas.openxmlformats.org/officeDocument/2006/relationships/customXml" Target="../ink/ink478.xml"/><Relationship Id="rId73" Type="http://schemas.openxmlformats.org/officeDocument/2006/relationships/customXml" Target="../ink/ink499.xml"/><Relationship Id="rId169" Type="http://schemas.openxmlformats.org/officeDocument/2006/relationships/customXml" Target="../ink/ink547.xml"/><Relationship Id="rId334" Type="http://schemas.openxmlformats.org/officeDocument/2006/relationships/image" Target="../media/image621.png"/><Relationship Id="rId376" Type="http://schemas.openxmlformats.org/officeDocument/2006/relationships/image" Target="../media/image642.png"/><Relationship Id="rId541" Type="http://schemas.openxmlformats.org/officeDocument/2006/relationships/customXml" Target="../ink/ink735.xml"/><Relationship Id="rId4" Type="http://schemas.openxmlformats.org/officeDocument/2006/relationships/customXml" Target="../ink/ink464.xml"/><Relationship Id="rId180" Type="http://schemas.openxmlformats.org/officeDocument/2006/relationships/image" Target="../media/image546.png"/><Relationship Id="rId236" Type="http://schemas.openxmlformats.org/officeDocument/2006/relationships/image" Target="../media/image573.png"/><Relationship Id="rId278" Type="http://schemas.openxmlformats.org/officeDocument/2006/relationships/image" Target="../media/image594.png"/><Relationship Id="rId401" Type="http://schemas.openxmlformats.org/officeDocument/2006/relationships/customXml" Target="../ink/ink665.xml"/><Relationship Id="rId443" Type="http://schemas.openxmlformats.org/officeDocument/2006/relationships/customXml" Target="../ink/ink686.xml"/><Relationship Id="rId303" Type="http://schemas.openxmlformats.org/officeDocument/2006/relationships/customXml" Target="../ink/ink615.xml"/><Relationship Id="rId485" Type="http://schemas.openxmlformats.org/officeDocument/2006/relationships/customXml" Target="../ink/ink707.xml"/><Relationship Id="rId42" Type="http://schemas.openxmlformats.org/officeDocument/2006/relationships/image" Target="../media/image477.png"/><Relationship Id="rId84" Type="http://schemas.openxmlformats.org/officeDocument/2006/relationships/image" Target="../media/image498.png"/><Relationship Id="rId138" Type="http://schemas.openxmlformats.org/officeDocument/2006/relationships/image" Target="../media/image525.png"/><Relationship Id="rId345" Type="http://schemas.openxmlformats.org/officeDocument/2006/relationships/customXml" Target="../ink/ink637.xml"/><Relationship Id="rId387" Type="http://schemas.openxmlformats.org/officeDocument/2006/relationships/customXml" Target="../ink/ink658.xml"/><Relationship Id="rId510" Type="http://schemas.openxmlformats.org/officeDocument/2006/relationships/image" Target="../media/image709.png"/><Relationship Id="rId552" Type="http://schemas.openxmlformats.org/officeDocument/2006/relationships/image" Target="../media/image730.png"/><Relationship Id="rId191" Type="http://schemas.openxmlformats.org/officeDocument/2006/relationships/customXml" Target="../ink/ink559.xml"/><Relationship Id="rId205" Type="http://schemas.openxmlformats.org/officeDocument/2006/relationships/customXml" Target="../ink/ink566.xml"/><Relationship Id="rId247" Type="http://schemas.openxmlformats.org/officeDocument/2006/relationships/customXml" Target="../ink/ink587.xml"/><Relationship Id="rId412" Type="http://schemas.openxmlformats.org/officeDocument/2006/relationships/image" Target="../media/image660.png"/><Relationship Id="rId107" Type="http://schemas.openxmlformats.org/officeDocument/2006/relationships/customXml" Target="../ink/ink516.xml"/><Relationship Id="rId289" Type="http://schemas.openxmlformats.org/officeDocument/2006/relationships/customXml" Target="../ink/ink608.xml"/><Relationship Id="rId454" Type="http://schemas.openxmlformats.org/officeDocument/2006/relationships/image" Target="../media/image681.png"/><Relationship Id="rId496" Type="http://schemas.openxmlformats.org/officeDocument/2006/relationships/image" Target="../media/image702.png"/><Relationship Id="rId11" Type="http://schemas.openxmlformats.org/officeDocument/2006/relationships/customXml" Target="../ink/ink468.xml"/><Relationship Id="rId53" Type="http://schemas.openxmlformats.org/officeDocument/2006/relationships/customXml" Target="../ink/ink489.xml"/><Relationship Id="rId149" Type="http://schemas.openxmlformats.org/officeDocument/2006/relationships/customXml" Target="../ink/ink537.xml"/><Relationship Id="rId314" Type="http://schemas.openxmlformats.org/officeDocument/2006/relationships/image" Target="../media/image612.png"/><Relationship Id="rId356" Type="http://schemas.openxmlformats.org/officeDocument/2006/relationships/image" Target="../media/image632.png"/><Relationship Id="rId398" Type="http://schemas.openxmlformats.org/officeDocument/2006/relationships/image" Target="../media/image653.png"/><Relationship Id="rId521" Type="http://schemas.openxmlformats.org/officeDocument/2006/relationships/customXml" Target="../ink/ink725.xml"/><Relationship Id="rId95" Type="http://schemas.openxmlformats.org/officeDocument/2006/relationships/customXml" Target="../ink/ink510.xml"/><Relationship Id="rId160" Type="http://schemas.openxmlformats.org/officeDocument/2006/relationships/image" Target="../media/image536.png"/><Relationship Id="rId216" Type="http://schemas.openxmlformats.org/officeDocument/2006/relationships/image" Target="../media/image563.png"/><Relationship Id="rId423" Type="http://schemas.openxmlformats.org/officeDocument/2006/relationships/customXml" Target="../ink/ink676.xml"/><Relationship Id="rId258" Type="http://schemas.openxmlformats.org/officeDocument/2006/relationships/image" Target="../media/image584.png"/><Relationship Id="rId465" Type="http://schemas.openxmlformats.org/officeDocument/2006/relationships/customXml" Target="../ink/ink697.xml"/><Relationship Id="rId22" Type="http://schemas.openxmlformats.org/officeDocument/2006/relationships/image" Target="../media/image467.png"/><Relationship Id="rId64" Type="http://schemas.openxmlformats.org/officeDocument/2006/relationships/image" Target="../media/image488.png"/><Relationship Id="rId118" Type="http://schemas.openxmlformats.org/officeDocument/2006/relationships/image" Target="../media/image515.png"/><Relationship Id="rId325" Type="http://schemas.openxmlformats.org/officeDocument/2006/relationships/customXml" Target="../ink/ink627.xml"/><Relationship Id="rId367" Type="http://schemas.openxmlformats.org/officeDocument/2006/relationships/customXml" Target="../ink/ink648.xml"/><Relationship Id="rId532" Type="http://schemas.openxmlformats.org/officeDocument/2006/relationships/image" Target="../media/image720.png"/><Relationship Id="rId171" Type="http://schemas.openxmlformats.org/officeDocument/2006/relationships/customXml" Target="../ink/ink548.xml"/><Relationship Id="rId227" Type="http://schemas.openxmlformats.org/officeDocument/2006/relationships/customXml" Target="../ink/ink577.xml"/><Relationship Id="rId269" Type="http://schemas.openxmlformats.org/officeDocument/2006/relationships/customXml" Target="../ink/ink598.xml"/><Relationship Id="rId434" Type="http://schemas.openxmlformats.org/officeDocument/2006/relationships/image" Target="../media/image671.png"/><Relationship Id="rId476" Type="http://schemas.openxmlformats.org/officeDocument/2006/relationships/image" Target="../media/image692.png"/><Relationship Id="rId33" Type="http://schemas.openxmlformats.org/officeDocument/2006/relationships/customXml" Target="../ink/ink479.xml"/><Relationship Id="rId129" Type="http://schemas.openxmlformats.org/officeDocument/2006/relationships/customXml" Target="../ink/ink527.xml"/><Relationship Id="rId280" Type="http://schemas.openxmlformats.org/officeDocument/2006/relationships/image" Target="../media/image595.png"/><Relationship Id="rId336" Type="http://schemas.openxmlformats.org/officeDocument/2006/relationships/image" Target="../media/image622.png"/><Relationship Id="rId501" Type="http://schemas.openxmlformats.org/officeDocument/2006/relationships/customXml" Target="../ink/ink715.xml"/><Relationship Id="rId543" Type="http://schemas.openxmlformats.org/officeDocument/2006/relationships/customXml" Target="../ink/ink736.xml"/><Relationship Id="rId75" Type="http://schemas.openxmlformats.org/officeDocument/2006/relationships/customXml" Target="../ink/ink500.xml"/><Relationship Id="rId140" Type="http://schemas.openxmlformats.org/officeDocument/2006/relationships/image" Target="../media/image526.png"/><Relationship Id="rId182" Type="http://schemas.openxmlformats.org/officeDocument/2006/relationships/image" Target="../media/image547.png"/><Relationship Id="rId378" Type="http://schemas.openxmlformats.org/officeDocument/2006/relationships/image" Target="../media/image643.png"/><Relationship Id="rId403" Type="http://schemas.openxmlformats.org/officeDocument/2006/relationships/customXml" Target="../ink/ink666.xml"/><Relationship Id="rId6" Type="http://schemas.openxmlformats.org/officeDocument/2006/relationships/customXml" Target="../ink/ink465.xml"/><Relationship Id="rId238" Type="http://schemas.openxmlformats.org/officeDocument/2006/relationships/image" Target="../media/image574.png"/><Relationship Id="rId445" Type="http://schemas.openxmlformats.org/officeDocument/2006/relationships/customXml" Target="../ink/ink687.xml"/><Relationship Id="rId487" Type="http://schemas.openxmlformats.org/officeDocument/2006/relationships/customXml" Target="../ink/ink708.xml"/><Relationship Id="rId291" Type="http://schemas.openxmlformats.org/officeDocument/2006/relationships/customXml" Target="../ink/ink609.xml"/><Relationship Id="rId305" Type="http://schemas.openxmlformats.org/officeDocument/2006/relationships/customXml" Target="../ink/ink616.xml"/><Relationship Id="rId347" Type="http://schemas.openxmlformats.org/officeDocument/2006/relationships/customXml" Target="../ink/ink638.xml"/><Relationship Id="rId512" Type="http://schemas.openxmlformats.org/officeDocument/2006/relationships/image" Target="../media/image710.png"/><Relationship Id="rId44" Type="http://schemas.openxmlformats.org/officeDocument/2006/relationships/image" Target="../media/image478.png"/><Relationship Id="rId86" Type="http://schemas.openxmlformats.org/officeDocument/2006/relationships/image" Target="../media/image499.png"/><Relationship Id="rId151" Type="http://schemas.openxmlformats.org/officeDocument/2006/relationships/customXml" Target="../ink/ink538.xml"/><Relationship Id="rId389" Type="http://schemas.openxmlformats.org/officeDocument/2006/relationships/customXml" Target="../ink/ink659.xml"/><Relationship Id="rId554" Type="http://schemas.openxmlformats.org/officeDocument/2006/relationships/image" Target="../media/image731.png"/><Relationship Id="rId193" Type="http://schemas.openxmlformats.org/officeDocument/2006/relationships/customXml" Target="../ink/ink560.xml"/><Relationship Id="rId207" Type="http://schemas.openxmlformats.org/officeDocument/2006/relationships/customXml" Target="../ink/ink567.xml"/><Relationship Id="rId249" Type="http://schemas.openxmlformats.org/officeDocument/2006/relationships/customXml" Target="../ink/ink588.xml"/><Relationship Id="rId414" Type="http://schemas.openxmlformats.org/officeDocument/2006/relationships/image" Target="../media/image661.png"/><Relationship Id="rId456" Type="http://schemas.openxmlformats.org/officeDocument/2006/relationships/image" Target="../media/image682.png"/><Relationship Id="rId498" Type="http://schemas.openxmlformats.org/officeDocument/2006/relationships/image" Target="../media/image703.png"/><Relationship Id="rId13" Type="http://schemas.openxmlformats.org/officeDocument/2006/relationships/customXml" Target="../ink/ink469.xml"/><Relationship Id="rId109" Type="http://schemas.openxmlformats.org/officeDocument/2006/relationships/customXml" Target="../ink/ink517.xml"/><Relationship Id="rId260" Type="http://schemas.openxmlformats.org/officeDocument/2006/relationships/image" Target="../media/image585.png"/><Relationship Id="rId316" Type="http://schemas.openxmlformats.org/officeDocument/2006/relationships/image" Target="../media/image613.png"/><Relationship Id="rId523" Type="http://schemas.openxmlformats.org/officeDocument/2006/relationships/customXml" Target="../ink/ink726.xml"/><Relationship Id="rId55" Type="http://schemas.openxmlformats.org/officeDocument/2006/relationships/customXml" Target="../ink/ink490.xml"/><Relationship Id="rId97" Type="http://schemas.openxmlformats.org/officeDocument/2006/relationships/customXml" Target="../ink/ink511.xml"/><Relationship Id="rId120" Type="http://schemas.openxmlformats.org/officeDocument/2006/relationships/image" Target="../media/image516.png"/><Relationship Id="rId358" Type="http://schemas.openxmlformats.org/officeDocument/2006/relationships/image" Target="../media/image633.png"/><Relationship Id="rId162" Type="http://schemas.openxmlformats.org/officeDocument/2006/relationships/image" Target="../media/image537.png"/><Relationship Id="rId218" Type="http://schemas.openxmlformats.org/officeDocument/2006/relationships/image" Target="../media/image564.png"/><Relationship Id="rId425" Type="http://schemas.openxmlformats.org/officeDocument/2006/relationships/customXml" Target="../ink/ink677.xml"/><Relationship Id="rId467" Type="http://schemas.openxmlformats.org/officeDocument/2006/relationships/customXml" Target="../ink/ink698.xml"/><Relationship Id="rId271" Type="http://schemas.openxmlformats.org/officeDocument/2006/relationships/customXml" Target="../ink/ink599.xml"/><Relationship Id="rId24" Type="http://schemas.openxmlformats.org/officeDocument/2006/relationships/image" Target="../media/image468.png"/><Relationship Id="rId66" Type="http://schemas.openxmlformats.org/officeDocument/2006/relationships/image" Target="../media/image489.png"/><Relationship Id="rId131" Type="http://schemas.openxmlformats.org/officeDocument/2006/relationships/customXml" Target="../ink/ink528.xml"/><Relationship Id="rId327" Type="http://schemas.openxmlformats.org/officeDocument/2006/relationships/customXml" Target="../ink/ink628.xml"/><Relationship Id="rId369" Type="http://schemas.openxmlformats.org/officeDocument/2006/relationships/customXml" Target="../ink/ink649.xml"/><Relationship Id="rId534" Type="http://schemas.openxmlformats.org/officeDocument/2006/relationships/image" Target="../media/image721.png"/><Relationship Id="rId173" Type="http://schemas.openxmlformats.org/officeDocument/2006/relationships/customXml" Target="../ink/ink549.xml"/><Relationship Id="rId229" Type="http://schemas.openxmlformats.org/officeDocument/2006/relationships/customXml" Target="../ink/ink578.xml"/><Relationship Id="rId380" Type="http://schemas.openxmlformats.org/officeDocument/2006/relationships/image" Target="../media/image644.png"/><Relationship Id="rId436" Type="http://schemas.openxmlformats.org/officeDocument/2006/relationships/image" Target="../media/image672.png"/><Relationship Id="rId240" Type="http://schemas.openxmlformats.org/officeDocument/2006/relationships/image" Target="../media/image575.png"/><Relationship Id="rId478" Type="http://schemas.openxmlformats.org/officeDocument/2006/relationships/image" Target="../media/image693.png"/><Relationship Id="rId35" Type="http://schemas.openxmlformats.org/officeDocument/2006/relationships/customXml" Target="../ink/ink480.xml"/><Relationship Id="rId77" Type="http://schemas.openxmlformats.org/officeDocument/2006/relationships/customXml" Target="../ink/ink501.xml"/><Relationship Id="rId100" Type="http://schemas.openxmlformats.org/officeDocument/2006/relationships/image" Target="../media/image506.png"/><Relationship Id="rId282" Type="http://schemas.openxmlformats.org/officeDocument/2006/relationships/image" Target="../media/image596.png"/><Relationship Id="rId338" Type="http://schemas.openxmlformats.org/officeDocument/2006/relationships/image" Target="../media/image623.png"/><Relationship Id="rId503" Type="http://schemas.openxmlformats.org/officeDocument/2006/relationships/customXml" Target="../ink/ink716.xml"/><Relationship Id="rId545" Type="http://schemas.openxmlformats.org/officeDocument/2006/relationships/customXml" Target="../ink/ink737.xml"/><Relationship Id="rId8" Type="http://schemas.openxmlformats.org/officeDocument/2006/relationships/customXml" Target="../ink/ink466.xml"/><Relationship Id="rId142" Type="http://schemas.openxmlformats.org/officeDocument/2006/relationships/image" Target="../media/image527.png"/><Relationship Id="rId184" Type="http://schemas.openxmlformats.org/officeDocument/2006/relationships/image" Target="../media/image548.png"/><Relationship Id="rId391" Type="http://schemas.openxmlformats.org/officeDocument/2006/relationships/customXml" Target="../ink/ink660.xml"/><Relationship Id="rId405" Type="http://schemas.openxmlformats.org/officeDocument/2006/relationships/customXml" Target="../ink/ink667.xml"/><Relationship Id="rId447" Type="http://schemas.openxmlformats.org/officeDocument/2006/relationships/customXml" Target="../ink/ink688.xml"/><Relationship Id="rId251" Type="http://schemas.openxmlformats.org/officeDocument/2006/relationships/customXml" Target="../ink/ink589.xml"/><Relationship Id="rId489" Type="http://schemas.openxmlformats.org/officeDocument/2006/relationships/customXml" Target="../ink/ink709.xml"/><Relationship Id="rId46" Type="http://schemas.openxmlformats.org/officeDocument/2006/relationships/image" Target="../media/image479.png"/><Relationship Id="rId293" Type="http://schemas.openxmlformats.org/officeDocument/2006/relationships/customXml" Target="../ink/ink610.xml"/><Relationship Id="rId307" Type="http://schemas.openxmlformats.org/officeDocument/2006/relationships/customXml" Target="../ink/ink617.xml"/><Relationship Id="rId349" Type="http://schemas.openxmlformats.org/officeDocument/2006/relationships/customXml" Target="../ink/ink639.xml"/><Relationship Id="rId514" Type="http://schemas.openxmlformats.org/officeDocument/2006/relationships/image" Target="../media/image711.png"/><Relationship Id="rId556" Type="http://schemas.openxmlformats.org/officeDocument/2006/relationships/image" Target="../media/image732.png"/><Relationship Id="rId88" Type="http://schemas.openxmlformats.org/officeDocument/2006/relationships/image" Target="../media/image500.png"/><Relationship Id="rId111" Type="http://schemas.openxmlformats.org/officeDocument/2006/relationships/customXml" Target="../ink/ink518.xml"/><Relationship Id="rId153" Type="http://schemas.openxmlformats.org/officeDocument/2006/relationships/customXml" Target="../ink/ink539.xml"/><Relationship Id="rId195" Type="http://schemas.openxmlformats.org/officeDocument/2006/relationships/customXml" Target="../ink/ink561.xml"/><Relationship Id="rId209" Type="http://schemas.openxmlformats.org/officeDocument/2006/relationships/customXml" Target="../ink/ink568.xml"/><Relationship Id="rId360" Type="http://schemas.openxmlformats.org/officeDocument/2006/relationships/image" Target="../media/image634.png"/><Relationship Id="rId416" Type="http://schemas.openxmlformats.org/officeDocument/2006/relationships/image" Target="../media/image662.png"/><Relationship Id="rId220" Type="http://schemas.openxmlformats.org/officeDocument/2006/relationships/image" Target="../media/image565.png"/><Relationship Id="rId458" Type="http://schemas.openxmlformats.org/officeDocument/2006/relationships/image" Target="../media/image683.png"/><Relationship Id="rId15" Type="http://schemas.openxmlformats.org/officeDocument/2006/relationships/customXml" Target="../ink/ink470.xml"/><Relationship Id="rId57" Type="http://schemas.openxmlformats.org/officeDocument/2006/relationships/customXml" Target="../ink/ink491.xml"/><Relationship Id="rId262" Type="http://schemas.openxmlformats.org/officeDocument/2006/relationships/image" Target="../media/image586.png"/><Relationship Id="rId318" Type="http://schemas.openxmlformats.org/officeDocument/2006/relationships/image" Target="../media/image614.png"/><Relationship Id="rId525" Type="http://schemas.openxmlformats.org/officeDocument/2006/relationships/customXml" Target="../ink/ink727.xml"/><Relationship Id="rId99" Type="http://schemas.openxmlformats.org/officeDocument/2006/relationships/customXml" Target="../ink/ink512.xml"/><Relationship Id="rId122" Type="http://schemas.openxmlformats.org/officeDocument/2006/relationships/image" Target="../media/image517.png"/><Relationship Id="rId164" Type="http://schemas.openxmlformats.org/officeDocument/2006/relationships/image" Target="../media/image538.png"/><Relationship Id="rId371" Type="http://schemas.openxmlformats.org/officeDocument/2006/relationships/customXml" Target="../ink/ink650.xml"/><Relationship Id="rId427" Type="http://schemas.openxmlformats.org/officeDocument/2006/relationships/customXml" Target="../ink/ink678.xml"/><Relationship Id="rId469" Type="http://schemas.openxmlformats.org/officeDocument/2006/relationships/customXml" Target="../ink/ink699.xml"/><Relationship Id="rId26" Type="http://schemas.openxmlformats.org/officeDocument/2006/relationships/image" Target="../media/image469.png"/><Relationship Id="rId231" Type="http://schemas.openxmlformats.org/officeDocument/2006/relationships/customXml" Target="../ink/ink579.xml"/><Relationship Id="rId273" Type="http://schemas.openxmlformats.org/officeDocument/2006/relationships/customXml" Target="../ink/ink600.xml"/><Relationship Id="rId329" Type="http://schemas.openxmlformats.org/officeDocument/2006/relationships/customXml" Target="../ink/ink629.xml"/><Relationship Id="rId480" Type="http://schemas.openxmlformats.org/officeDocument/2006/relationships/image" Target="../media/image694.png"/><Relationship Id="rId536" Type="http://schemas.openxmlformats.org/officeDocument/2006/relationships/image" Target="../media/image722.png"/><Relationship Id="rId68" Type="http://schemas.openxmlformats.org/officeDocument/2006/relationships/image" Target="../media/image490.png"/><Relationship Id="rId133" Type="http://schemas.openxmlformats.org/officeDocument/2006/relationships/customXml" Target="../ink/ink529.xml"/><Relationship Id="rId175" Type="http://schemas.openxmlformats.org/officeDocument/2006/relationships/customXml" Target="../ink/ink550.xml"/><Relationship Id="rId340" Type="http://schemas.openxmlformats.org/officeDocument/2006/relationships/image" Target="../media/image624.png"/><Relationship Id="rId200" Type="http://schemas.openxmlformats.org/officeDocument/2006/relationships/image" Target="../media/image555.png"/><Relationship Id="rId382" Type="http://schemas.openxmlformats.org/officeDocument/2006/relationships/image" Target="../media/image645.png"/><Relationship Id="rId438" Type="http://schemas.openxmlformats.org/officeDocument/2006/relationships/image" Target="../media/image673.png"/><Relationship Id="rId242" Type="http://schemas.openxmlformats.org/officeDocument/2006/relationships/image" Target="../media/image576.png"/><Relationship Id="rId284" Type="http://schemas.openxmlformats.org/officeDocument/2006/relationships/image" Target="../media/image597.png"/><Relationship Id="rId491" Type="http://schemas.openxmlformats.org/officeDocument/2006/relationships/customXml" Target="../ink/ink710.xml"/><Relationship Id="rId505" Type="http://schemas.openxmlformats.org/officeDocument/2006/relationships/customXml" Target="../ink/ink717.xml"/><Relationship Id="rId37" Type="http://schemas.openxmlformats.org/officeDocument/2006/relationships/customXml" Target="../ink/ink481.xml"/><Relationship Id="rId79" Type="http://schemas.openxmlformats.org/officeDocument/2006/relationships/customXml" Target="../ink/ink502.xml"/><Relationship Id="rId102" Type="http://schemas.openxmlformats.org/officeDocument/2006/relationships/image" Target="../media/image507.png"/><Relationship Id="rId144" Type="http://schemas.openxmlformats.org/officeDocument/2006/relationships/image" Target="../media/image528.png"/><Relationship Id="rId547" Type="http://schemas.openxmlformats.org/officeDocument/2006/relationships/customXml" Target="../ink/ink738.xml"/><Relationship Id="rId90" Type="http://schemas.openxmlformats.org/officeDocument/2006/relationships/image" Target="../media/image501.png"/><Relationship Id="rId186" Type="http://schemas.openxmlformats.org/officeDocument/2006/relationships/customXml" Target="../ink/ink556.xml"/><Relationship Id="rId351" Type="http://schemas.openxmlformats.org/officeDocument/2006/relationships/customXml" Target="../ink/ink640.xml"/><Relationship Id="rId393" Type="http://schemas.openxmlformats.org/officeDocument/2006/relationships/customXml" Target="../ink/ink661.xml"/><Relationship Id="rId407" Type="http://schemas.openxmlformats.org/officeDocument/2006/relationships/customXml" Target="../ink/ink668.xml"/><Relationship Id="rId449" Type="http://schemas.openxmlformats.org/officeDocument/2006/relationships/customXml" Target="../ink/ink689.xml"/><Relationship Id="rId211" Type="http://schemas.openxmlformats.org/officeDocument/2006/relationships/customXml" Target="../ink/ink569.xml"/><Relationship Id="rId253" Type="http://schemas.openxmlformats.org/officeDocument/2006/relationships/customXml" Target="../ink/ink590.xml"/><Relationship Id="rId295" Type="http://schemas.openxmlformats.org/officeDocument/2006/relationships/customXml" Target="../ink/ink611.xml"/><Relationship Id="rId309" Type="http://schemas.openxmlformats.org/officeDocument/2006/relationships/customXml" Target="../ink/ink618.xml"/><Relationship Id="rId460" Type="http://schemas.openxmlformats.org/officeDocument/2006/relationships/image" Target="../media/image684.png"/><Relationship Id="rId516" Type="http://schemas.openxmlformats.org/officeDocument/2006/relationships/image" Target="../media/image712.png"/><Relationship Id="rId48" Type="http://schemas.openxmlformats.org/officeDocument/2006/relationships/image" Target="../media/image480.png"/><Relationship Id="rId113" Type="http://schemas.openxmlformats.org/officeDocument/2006/relationships/customXml" Target="../ink/ink519.xml"/><Relationship Id="rId320" Type="http://schemas.openxmlformats.org/officeDocument/2006/relationships/image" Target="../media/image615.png"/><Relationship Id="rId558" Type="http://schemas.openxmlformats.org/officeDocument/2006/relationships/image" Target="../media/image733.png"/><Relationship Id="rId155" Type="http://schemas.openxmlformats.org/officeDocument/2006/relationships/customXml" Target="../ink/ink540.xml"/><Relationship Id="rId197" Type="http://schemas.openxmlformats.org/officeDocument/2006/relationships/customXml" Target="../ink/ink562.xml"/><Relationship Id="rId362" Type="http://schemas.openxmlformats.org/officeDocument/2006/relationships/image" Target="../media/image635.png"/><Relationship Id="rId418" Type="http://schemas.openxmlformats.org/officeDocument/2006/relationships/image" Target="../media/image663.png"/><Relationship Id="rId222" Type="http://schemas.openxmlformats.org/officeDocument/2006/relationships/image" Target="../media/image566.png"/><Relationship Id="rId264" Type="http://schemas.openxmlformats.org/officeDocument/2006/relationships/image" Target="../media/image587.png"/><Relationship Id="rId471" Type="http://schemas.openxmlformats.org/officeDocument/2006/relationships/customXml" Target="../ink/ink700.xml"/><Relationship Id="rId17" Type="http://schemas.openxmlformats.org/officeDocument/2006/relationships/customXml" Target="../ink/ink471.xml"/><Relationship Id="rId59" Type="http://schemas.openxmlformats.org/officeDocument/2006/relationships/customXml" Target="../ink/ink492.xml"/><Relationship Id="rId124" Type="http://schemas.openxmlformats.org/officeDocument/2006/relationships/image" Target="../media/image518.png"/><Relationship Id="rId527" Type="http://schemas.openxmlformats.org/officeDocument/2006/relationships/customXml" Target="../ink/ink728.xml"/><Relationship Id="rId70" Type="http://schemas.openxmlformats.org/officeDocument/2006/relationships/image" Target="../media/image491.png"/><Relationship Id="rId166" Type="http://schemas.openxmlformats.org/officeDocument/2006/relationships/image" Target="../media/image539.png"/><Relationship Id="rId331" Type="http://schemas.openxmlformats.org/officeDocument/2006/relationships/customXml" Target="../ink/ink630.xml"/><Relationship Id="rId373" Type="http://schemas.openxmlformats.org/officeDocument/2006/relationships/customXml" Target="../ink/ink651.xml"/><Relationship Id="rId429" Type="http://schemas.openxmlformats.org/officeDocument/2006/relationships/customXml" Target="../ink/ink679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580.xml"/><Relationship Id="rId440" Type="http://schemas.openxmlformats.org/officeDocument/2006/relationships/image" Target="../media/image674.png"/><Relationship Id="rId28" Type="http://schemas.openxmlformats.org/officeDocument/2006/relationships/image" Target="../media/image470.png"/><Relationship Id="rId275" Type="http://schemas.openxmlformats.org/officeDocument/2006/relationships/customXml" Target="../ink/ink601.xml"/><Relationship Id="rId300" Type="http://schemas.openxmlformats.org/officeDocument/2006/relationships/image" Target="../media/image605.png"/><Relationship Id="rId482" Type="http://schemas.openxmlformats.org/officeDocument/2006/relationships/image" Target="../media/image695.png"/><Relationship Id="rId538" Type="http://schemas.openxmlformats.org/officeDocument/2006/relationships/image" Target="../media/image723.png"/><Relationship Id="rId81" Type="http://schemas.openxmlformats.org/officeDocument/2006/relationships/customXml" Target="../ink/ink503.xml"/><Relationship Id="rId135" Type="http://schemas.openxmlformats.org/officeDocument/2006/relationships/customXml" Target="../ink/ink530.xml"/><Relationship Id="rId177" Type="http://schemas.openxmlformats.org/officeDocument/2006/relationships/customXml" Target="../ink/ink551.xml"/><Relationship Id="rId342" Type="http://schemas.openxmlformats.org/officeDocument/2006/relationships/image" Target="../media/image625.png"/><Relationship Id="rId384" Type="http://schemas.openxmlformats.org/officeDocument/2006/relationships/image" Target="../media/image646.png"/><Relationship Id="rId202" Type="http://schemas.openxmlformats.org/officeDocument/2006/relationships/image" Target="../media/image556.png"/><Relationship Id="rId244" Type="http://schemas.openxmlformats.org/officeDocument/2006/relationships/image" Target="../media/image577.png"/><Relationship Id="rId39" Type="http://schemas.openxmlformats.org/officeDocument/2006/relationships/customXml" Target="../ink/ink482.xml"/><Relationship Id="rId286" Type="http://schemas.openxmlformats.org/officeDocument/2006/relationships/image" Target="../media/image598.png"/><Relationship Id="rId451" Type="http://schemas.openxmlformats.org/officeDocument/2006/relationships/customXml" Target="../ink/ink690.xml"/><Relationship Id="rId493" Type="http://schemas.openxmlformats.org/officeDocument/2006/relationships/customXml" Target="../ink/ink711.xml"/><Relationship Id="rId507" Type="http://schemas.openxmlformats.org/officeDocument/2006/relationships/customXml" Target="../ink/ink718.xml"/><Relationship Id="rId549" Type="http://schemas.openxmlformats.org/officeDocument/2006/relationships/customXml" Target="../ink/ink739.xml"/><Relationship Id="rId50" Type="http://schemas.openxmlformats.org/officeDocument/2006/relationships/image" Target="../media/image481.png"/><Relationship Id="rId104" Type="http://schemas.openxmlformats.org/officeDocument/2006/relationships/image" Target="../media/image508.png"/><Relationship Id="rId146" Type="http://schemas.openxmlformats.org/officeDocument/2006/relationships/image" Target="../media/image529.png"/><Relationship Id="rId188" Type="http://schemas.openxmlformats.org/officeDocument/2006/relationships/customXml" Target="../ink/ink557.xml"/><Relationship Id="rId311" Type="http://schemas.openxmlformats.org/officeDocument/2006/relationships/customXml" Target="../ink/ink619.xml"/><Relationship Id="rId353" Type="http://schemas.openxmlformats.org/officeDocument/2006/relationships/customXml" Target="../ink/ink641.xml"/><Relationship Id="rId395" Type="http://schemas.openxmlformats.org/officeDocument/2006/relationships/customXml" Target="../ink/ink662.xml"/><Relationship Id="rId409" Type="http://schemas.openxmlformats.org/officeDocument/2006/relationships/customXml" Target="../ink/ink669.xml"/><Relationship Id="rId560" Type="http://schemas.openxmlformats.org/officeDocument/2006/relationships/image" Target="../media/image734.png"/><Relationship Id="rId92" Type="http://schemas.openxmlformats.org/officeDocument/2006/relationships/image" Target="../media/image502.png"/><Relationship Id="rId213" Type="http://schemas.openxmlformats.org/officeDocument/2006/relationships/customXml" Target="../ink/ink570.xml"/><Relationship Id="rId420" Type="http://schemas.openxmlformats.org/officeDocument/2006/relationships/image" Target="../media/image664.png"/><Relationship Id="rId255" Type="http://schemas.openxmlformats.org/officeDocument/2006/relationships/customXml" Target="../ink/ink591.xml"/><Relationship Id="rId297" Type="http://schemas.openxmlformats.org/officeDocument/2006/relationships/customXml" Target="../ink/ink612.xml"/><Relationship Id="rId462" Type="http://schemas.openxmlformats.org/officeDocument/2006/relationships/image" Target="../media/image685.png"/><Relationship Id="rId518" Type="http://schemas.openxmlformats.org/officeDocument/2006/relationships/image" Target="../media/image713.png"/><Relationship Id="rId115" Type="http://schemas.openxmlformats.org/officeDocument/2006/relationships/customXml" Target="../ink/ink520.xml"/><Relationship Id="rId157" Type="http://schemas.openxmlformats.org/officeDocument/2006/relationships/customXml" Target="../ink/ink541.xml"/><Relationship Id="rId322" Type="http://schemas.openxmlformats.org/officeDocument/2006/relationships/customXml" Target="../ink/ink625.xml"/><Relationship Id="rId364" Type="http://schemas.openxmlformats.org/officeDocument/2006/relationships/image" Target="../media/image636.png"/><Relationship Id="rId61" Type="http://schemas.openxmlformats.org/officeDocument/2006/relationships/customXml" Target="../ink/ink493.xml"/><Relationship Id="rId199" Type="http://schemas.openxmlformats.org/officeDocument/2006/relationships/customXml" Target="../ink/ink563.xml"/><Relationship Id="rId19" Type="http://schemas.openxmlformats.org/officeDocument/2006/relationships/customXml" Target="../ink/ink472.xml"/><Relationship Id="rId224" Type="http://schemas.openxmlformats.org/officeDocument/2006/relationships/image" Target="../media/image567.png"/><Relationship Id="rId266" Type="http://schemas.openxmlformats.org/officeDocument/2006/relationships/image" Target="../media/image588.png"/><Relationship Id="rId431" Type="http://schemas.openxmlformats.org/officeDocument/2006/relationships/customXml" Target="../ink/ink680.xml"/><Relationship Id="rId473" Type="http://schemas.openxmlformats.org/officeDocument/2006/relationships/customXml" Target="../ink/ink701.xml"/><Relationship Id="rId529" Type="http://schemas.openxmlformats.org/officeDocument/2006/relationships/customXml" Target="../ink/ink729.xml"/><Relationship Id="rId30" Type="http://schemas.openxmlformats.org/officeDocument/2006/relationships/image" Target="../media/image471.png"/><Relationship Id="rId126" Type="http://schemas.openxmlformats.org/officeDocument/2006/relationships/image" Target="../media/image519.png"/><Relationship Id="rId168" Type="http://schemas.openxmlformats.org/officeDocument/2006/relationships/image" Target="../media/image540.png"/><Relationship Id="rId333" Type="http://schemas.openxmlformats.org/officeDocument/2006/relationships/customXml" Target="../ink/ink631.xml"/><Relationship Id="rId540" Type="http://schemas.openxmlformats.org/officeDocument/2006/relationships/image" Target="../media/image724.png"/><Relationship Id="rId72" Type="http://schemas.openxmlformats.org/officeDocument/2006/relationships/image" Target="../media/image492.png"/><Relationship Id="rId375" Type="http://schemas.openxmlformats.org/officeDocument/2006/relationships/customXml" Target="../ink/ink652.xml"/><Relationship Id="rId3" Type="http://schemas.openxmlformats.org/officeDocument/2006/relationships/image" Target="../media/image458.png"/><Relationship Id="rId235" Type="http://schemas.openxmlformats.org/officeDocument/2006/relationships/customXml" Target="../ink/ink581.xml"/><Relationship Id="rId277" Type="http://schemas.openxmlformats.org/officeDocument/2006/relationships/customXml" Target="../ink/ink602.xml"/><Relationship Id="rId400" Type="http://schemas.openxmlformats.org/officeDocument/2006/relationships/image" Target="../media/image654.png"/><Relationship Id="rId442" Type="http://schemas.openxmlformats.org/officeDocument/2006/relationships/image" Target="../media/image675.png"/><Relationship Id="rId484" Type="http://schemas.openxmlformats.org/officeDocument/2006/relationships/image" Target="../media/image696.png"/><Relationship Id="rId137" Type="http://schemas.openxmlformats.org/officeDocument/2006/relationships/customXml" Target="../ink/ink531.xml"/><Relationship Id="rId302" Type="http://schemas.openxmlformats.org/officeDocument/2006/relationships/image" Target="../media/image606.png"/><Relationship Id="rId344" Type="http://schemas.openxmlformats.org/officeDocument/2006/relationships/image" Target="../media/image626.png"/><Relationship Id="rId41" Type="http://schemas.openxmlformats.org/officeDocument/2006/relationships/customXml" Target="../ink/ink483.xml"/><Relationship Id="rId83" Type="http://schemas.openxmlformats.org/officeDocument/2006/relationships/customXml" Target="../ink/ink504.xml"/><Relationship Id="rId179" Type="http://schemas.openxmlformats.org/officeDocument/2006/relationships/customXml" Target="../ink/ink552.xml"/><Relationship Id="rId386" Type="http://schemas.openxmlformats.org/officeDocument/2006/relationships/image" Target="../media/image647.png"/><Relationship Id="rId551" Type="http://schemas.openxmlformats.org/officeDocument/2006/relationships/customXml" Target="../ink/ink740.xml"/><Relationship Id="rId190" Type="http://schemas.openxmlformats.org/officeDocument/2006/relationships/image" Target="../media/image550.png"/><Relationship Id="rId204" Type="http://schemas.openxmlformats.org/officeDocument/2006/relationships/image" Target="../media/image557.png"/><Relationship Id="rId246" Type="http://schemas.openxmlformats.org/officeDocument/2006/relationships/image" Target="../media/image578.png"/><Relationship Id="rId288" Type="http://schemas.openxmlformats.org/officeDocument/2006/relationships/image" Target="../media/image599.png"/><Relationship Id="rId411" Type="http://schemas.openxmlformats.org/officeDocument/2006/relationships/customXml" Target="../ink/ink670.xml"/><Relationship Id="rId453" Type="http://schemas.openxmlformats.org/officeDocument/2006/relationships/customXml" Target="../ink/ink691.xml"/><Relationship Id="rId509" Type="http://schemas.openxmlformats.org/officeDocument/2006/relationships/customXml" Target="../ink/ink719.xml"/><Relationship Id="rId106" Type="http://schemas.openxmlformats.org/officeDocument/2006/relationships/image" Target="../media/image509.png"/><Relationship Id="rId313" Type="http://schemas.openxmlformats.org/officeDocument/2006/relationships/customXml" Target="../ink/ink620.xml"/><Relationship Id="rId495" Type="http://schemas.openxmlformats.org/officeDocument/2006/relationships/customXml" Target="../ink/ink712.xml"/><Relationship Id="rId10" Type="http://schemas.openxmlformats.org/officeDocument/2006/relationships/customXml" Target="../ink/ink467.xml"/><Relationship Id="rId52" Type="http://schemas.openxmlformats.org/officeDocument/2006/relationships/image" Target="../media/image482.png"/><Relationship Id="rId94" Type="http://schemas.openxmlformats.org/officeDocument/2006/relationships/image" Target="../media/image503.png"/><Relationship Id="rId148" Type="http://schemas.openxmlformats.org/officeDocument/2006/relationships/image" Target="../media/image530.png"/><Relationship Id="rId355" Type="http://schemas.openxmlformats.org/officeDocument/2006/relationships/customXml" Target="../ink/ink642.xml"/><Relationship Id="rId397" Type="http://schemas.openxmlformats.org/officeDocument/2006/relationships/customXml" Target="../ink/ink663.xml"/><Relationship Id="rId520" Type="http://schemas.openxmlformats.org/officeDocument/2006/relationships/image" Target="../media/image714.png"/><Relationship Id="rId562" Type="http://schemas.openxmlformats.org/officeDocument/2006/relationships/image" Target="../media/image735.png"/><Relationship Id="rId215" Type="http://schemas.openxmlformats.org/officeDocument/2006/relationships/customXml" Target="../ink/ink571.xml"/><Relationship Id="rId257" Type="http://schemas.openxmlformats.org/officeDocument/2006/relationships/customXml" Target="../ink/ink592.xml"/><Relationship Id="rId422" Type="http://schemas.openxmlformats.org/officeDocument/2006/relationships/image" Target="../media/image665.png"/><Relationship Id="rId464" Type="http://schemas.openxmlformats.org/officeDocument/2006/relationships/image" Target="../media/image686.png"/><Relationship Id="rId299" Type="http://schemas.openxmlformats.org/officeDocument/2006/relationships/customXml" Target="../ink/ink613.xml"/><Relationship Id="rId63" Type="http://schemas.openxmlformats.org/officeDocument/2006/relationships/customXml" Target="../ink/ink494.xml"/><Relationship Id="rId159" Type="http://schemas.openxmlformats.org/officeDocument/2006/relationships/customXml" Target="../ink/ink542.xml"/><Relationship Id="rId366" Type="http://schemas.openxmlformats.org/officeDocument/2006/relationships/image" Target="../media/image637.png"/><Relationship Id="rId226" Type="http://schemas.openxmlformats.org/officeDocument/2006/relationships/image" Target="../media/image568.png"/><Relationship Id="rId433" Type="http://schemas.openxmlformats.org/officeDocument/2006/relationships/customXml" Target="../ink/ink681.xml"/><Relationship Id="rId74" Type="http://schemas.openxmlformats.org/officeDocument/2006/relationships/image" Target="../media/image493.png"/><Relationship Id="rId377" Type="http://schemas.openxmlformats.org/officeDocument/2006/relationships/customXml" Target="../ink/ink653.xml"/><Relationship Id="rId500" Type="http://schemas.openxmlformats.org/officeDocument/2006/relationships/image" Target="../media/image704.png"/><Relationship Id="rId5" Type="http://schemas.openxmlformats.org/officeDocument/2006/relationships/image" Target="../media/image459.png"/><Relationship Id="rId237" Type="http://schemas.openxmlformats.org/officeDocument/2006/relationships/customXml" Target="../ink/ink582.xml"/><Relationship Id="rId444" Type="http://schemas.openxmlformats.org/officeDocument/2006/relationships/image" Target="../media/image676.png"/><Relationship Id="rId290" Type="http://schemas.openxmlformats.org/officeDocument/2006/relationships/image" Target="../media/image600.png"/><Relationship Id="rId304" Type="http://schemas.openxmlformats.org/officeDocument/2006/relationships/image" Target="../media/image607.png"/><Relationship Id="rId388" Type="http://schemas.openxmlformats.org/officeDocument/2006/relationships/image" Target="../media/image648.png"/><Relationship Id="rId511" Type="http://schemas.openxmlformats.org/officeDocument/2006/relationships/customXml" Target="../ink/ink720.xml"/><Relationship Id="rId85" Type="http://schemas.openxmlformats.org/officeDocument/2006/relationships/customXml" Target="../ink/ink505.xml"/><Relationship Id="rId150" Type="http://schemas.openxmlformats.org/officeDocument/2006/relationships/image" Target="../media/image531.png"/><Relationship Id="rId248" Type="http://schemas.openxmlformats.org/officeDocument/2006/relationships/image" Target="../media/image579.png"/><Relationship Id="rId455" Type="http://schemas.openxmlformats.org/officeDocument/2006/relationships/customXml" Target="../ink/ink692.xml"/><Relationship Id="rId12" Type="http://schemas.openxmlformats.org/officeDocument/2006/relationships/image" Target="../media/image462.png"/><Relationship Id="rId108" Type="http://schemas.openxmlformats.org/officeDocument/2006/relationships/image" Target="../media/image510.png"/><Relationship Id="rId315" Type="http://schemas.openxmlformats.org/officeDocument/2006/relationships/customXml" Target="../ink/ink621.xml"/><Relationship Id="rId522" Type="http://schemas.openxmlformats.org/officeDocument/2006/relationships/image" Target="../media/image715.png"/><Relationship Id="rId96" Type="http://schemas.openxmlformats.org/officeDocument/2006/relationships/image" Target="../media/image504.png"/><Relationship Id="rId161" Type="http://schemas.openxmlformats.org/officeDocument/2006/relationships/customXml" Target="../ink/ink543.xml"/><Relationship Id="rId399" Type="http://schemas.openxmlformats.org/officeDocument/2006/relationships/customXml" Target="../ink/ink664.xml"/><Relationship Id="rId259" Type="http://schemas.openxmlformats.org/officeDocument/2006/relationships/customXml" Target="../ink/ink593.xml"/><Relationship Id="rId466" Type="http://schemas.openxmlformats.org/officeDocument/2006/relationships/image" Target="../media/image687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93.png"/><Relationship Id="rId299" Type="http://schemas.openxmlformats.org/officeDocument/2006/relationships/image" Target="../media/image883.png"/><Relationship Id="rId21" Type="http://schemas.openxmlformats.org/officeDocument/2006/relationships/image" Target="../media/image745.png"/><Relationship Id="rId63" Type="http://schemas.openxmlformats.org/officeDocument/2006/relationships/image" Target="../media/image766.png"/><Relationship Id="rId159" Type="http://schemas.openxmlformats.org/officeDocument/2006/relationships/image" Target="../media/image813.png"/><Relationship Id="rId324" Type="http://schemas.openxmlformats.org/officeDocument/2006/relationships/customXml" Target="../ink/ink907.xml"/><Relationship Id="rId366" Type="http://schemas.openxmlformats.org/officeDocument/2006/relationships/customXml" Target="../ink/ink928.xml"/><Relationship Id="rId170" Type="http://schemas.openxmlformats.org/officeDocument/2006/relationships/customXml" Target="../ink/ink830.xml"/><Relationship Id="rId226" Type="http://schemas.openxmlformats.org/officeDocument/2006/relationships/customXml" Target="../ink/ink858.xml"/><Relationship Id="rId433" Type="http://schemas.openxmlformats.org/officeDocument/2006/relationships/image" Target="../media/image949.png"/><Relationship Id="rId268" Type="http://schemas.openxmlformats.org/officeDocument/2006/relationships/customXml" Target="../ink/ink879.xml"/><Relationship Id="rId32" Type="http://schemas.openxmlformats.org/officeDocument/2006/relationships/customXml" Target="../ink/ink761.xml"/><Relationship Id="rId74" Type="http://schemas.openxmlformats.org/officeDocument/2006/relationships/customXml" Target="../ink/ink782.xml"/><Relationship Id="rId128" Type="http://schemas.openxmlformats.org/officeDocument/2006/relationships/customXml" Target="../ink/ink809.xml"/><Relationship Id="rId335" Type="http://schemas.openxmlformats.org/officeDocument/2006/relationships/image" Target="../media/image901.png"/><Relationship Id="rId377" Type="http://schemas.openxmlformats.org/officeDocument/2006/relationships/image" Target="../media/image922.png"/><Relationship Id="rId5" Type="http://schemas.openxmlformats.org/officeDocument/2006/relationships/image" Target="../media/image737.png"/><Relationship Id="rId181" Type="http://schemas.openxmlformats.org/officeDocument/2006/relationships/image" Target="../media/image824.png"/><Relationship Id="rId237" Type="http://schemas.openxmlformats.org/officeDocument/2006/relationships/image" Target="../media/image852.png"/><Relationship Id="rId402" Type="http://schemas.openxmlformats.org/officeDocument/2006/relationships/customXml" Target="../ink/ink946.xml"/><Relationship Id="rId279" Type="http://schemas.openxmlformats.org/officeDocument/2006/relationships/image" Target="../media/image873.png"/><Relationship Id="rId444" Type="http://schemas.openxmlformats.org/officeDocument/2006/relationships/customXml" Target="../ink/ink968.xml"/><Relationship Id="rId43" Type="http://schemas.openxmlformats.org/officeDocument/2006/relationships/image" Target="../media/image756.png"/><Relationship Id="rId139" Type="http://schemas.openxmlformats.org/officeDocument/2006/relationships/image" Target="../media/image803.png"/><Relationship Id="rId290" Type="http://schemas.openxmlformats.org/officeDocument/2006/relationships/customXml" Target="../ink/ink890.xml"/><Relationship Id="rId304" Type="http://schemas.openxmlformats.org/officeDocument/2006/relationships/customXml" Target="../ink/ink897.xml"/><Relationship Id="rId346" Type="http://schemas.openxmlformats.org/officeDocument/2006/relationships/customXml" Target="../ink/ink918.xml"/><Relationship Id="rId388" Type="http://schemas.openxmlformats.org/officeDocument/2006/relationships/customXml" Target="../ink/ink939.xml"/><Relationship Id="rId85" Type="http://schemas.openxmlformats.org/officeDocument/2006/relationships/image" Target="../media/image777.png"/><Relationship Id="rId150" Type="http://schemas.openxmlformats.org/officeDocument/2006/relationships/customXml" Target="../ink/ink820.xml"/><Relationship Id="rId192" Type="http://schemas.openxmlformats.org/officeDocument/2006/relationships/customXml" Target="../ink/ink841.xml"/><Relationship Id="rId206" Type="http://schemas.openxmlformats.org/officeDocument/2006/relationships/customXml" Target="../ink/ink848.xml"/><Relationship Id="rId413" Type="http://schemas.openxmlformats.org/officeDocument/2006/relationships/customXml" Target="../ink/ink952.xml"/><Relationship Id="rId248" Type="http://schemas.openxmlformats.org/officeDocument/2006/relationships/customXml" Target="../ink/ink869.xml"/><Relationship Id="rId455" Type="http://schemas.openxmlformats.org/officeDocument/2006/relationships/image" Target="../media/image960.png"/><Relationship Id="rId12" Type="http://schemas.openxmlformats.org/officeDocument/2006/relationships/customXml" Target="../ink/ink751.xml"/><Relationship Id="rId108" Type="http://schemas.openxmlformats.org/officeDocument/2006/relationships/customXml" Target="../ink/ink799.xml"/><Relationship Id="rId315" Type="http://schemas.openxmlformats.org/officeDocument/2006/relationships/image" Target="../media/image891.png"/><Relationship Id="rId357" Type="http://schemas.openxmlformats.org/officeDocument/2006/relationships/image" Target="../media/image912.png"/><Relationship Id="rId54" Type="http://schemas.openxmlformats.org/officeDocument/2006/relationships/customXml" Target="../ink/ink772.xml"/><Relationship Id="rId96" Type="http://schemas.openxmlformats.org/officeDocument/2006/relationships/customXml" Target="../ink/ink793.xml"/><Relationship Id="rId161" Type="http://schemas.openxmlformats.org/officeDocument/2006/relationships/image" Target="../media/image814.png"/><Relationship Id="rId217" Type="http://schemas.openxmlformats.org/officeDocument/2006/relationships/image" Target="../media/image842.png"/><Relationship Id="rId399" Type="http://schemas.openxmlformats.org/officeDocument/2006/relationships/image" Target="../media/image933.png"/><Relationship Id="rId259" Type="http://schemas.openxmlformats.org/officeDocument/2006/relationships/image" Target="../media/image863.png"/><Relationship Id="rId424" Type="http://schemas.openxmlformats.org/officeDocument/2006/relationships/customXml" Target="../ink/ink958.xml"/><Relationship Id="rId23" Type="http://schemas.openxmlformats.org/officeDocument/2006/relationships/image" Target="../media/image746.png"/><Relationship Id="rId119" Type="http://schemas.openxmlformats.org/officeDocument/2006/relationships/image" Target="../media/image794.png"/><Relationship Id="rId270" Type="http://schemas.openxmlformats.org/officeDocument/2006/relationships/customXml" Target="../ink/ink880.xml"/><Relationship Id="rId326" Type="http://schemas.openxmlformats.org/officeDocument/2006/relationships/customXml" Target="../ink/ink908.xml"/><Relationship Id="rId65" Type="http://schemas.openxmlformats.org/officeDocument/2006/relationships/image" Target="../media/image767.png"/><Relationship Id="rId130" Type="http://schemas.openxmlformats.org/officeDocument/2006/relationships/customXml" Target="../ink/ink810.xml"/><Relationship Id="rId368" Type="http://schemas.openxmlformats.org/officeDocument/2006/relationships/customXml" Target="../ink/ink929.xml"/><Relationship Id="rId172" Type="http://schemas.openxmlformats.org/officeDocument/2006/relationships/customXml" Target="../ink/ink831.xml"/><Relationship Id="rId228" Type="http://schemas.openxmlformats.org/officeDocument/2006/relationships/customXml" Target="../ink/ink859.xml"/><Relationship Id="rId435" Type="http://schemas.openxmlformats.org/officeDocument/2006/relationships/image" Target="../media/image950.png"/><Relationship Id="rId281" Type="http://schemas.openxmlformats.org/officeDocument/2006/relationships/image" Target="../media/image874.png"/><Relationship Id="rId337" Type="http://schemas.openxmlformats.org/officeDocument/2006/relationships/image" Target="../media/image902.png"/><Relationship Id="rId34" Type="http://schemas.openxmlformats.org/officeDocument/2006/relationships/customXml" Target="../ink/ink762.xml"/><Relationship Id="rId76" Type="http://schemas.openxmlformats.org/officeDocument/2006/relationships/customXml" Target="../ink/ink783.xml"/><Relationship Id="rId141" Type="http://schemas.openxmlformats.org/officeDocument/2006/relationships/image" Target="../media/image804.png"/><Relationship Id="rId379" Type="http://schemas.openxmlformats.org/officeDocument/2006/relationships/image" Target="../media/image923.png"/><Relationship Id="rId7" Type="http://schemas.openxmlformats.org/officeDocument/2006/relationships/image" Target="../media/image738.png"/><Relationship Id="rId183" Type="http://schemas.openxmlformats.org/officeDocument/2006/relationships/image" Target="../media/image825.png"/><Relationship Id="rId239" Type="http://schemas.openxmlformats.org/officeDocument/2006/relationships/image" Target="../media/image853.png"/><Relationship Id="rId390" Type="http://schemas.openxmlformats.org/officeDocument/2006/relationships/customXml" Target="../ink/ink940.xml"/><Relationship Id="rId404" Type="http://schemas.openxmlformats.org/officeDocument/2006/relationships/customXml" Target="../ink/ink947.xml"/><Relationship Id="rId446" Type="http://schemas.openxmlformats.org/officeDocument/2006/relationships/customXml" Target="../ink/ink969.xml"/><Relationship Id="rId250" Type="http://schemas.openxmlformats.org/officeDocument/2006/relationships/customXml" Target="../ink/ink870.xml"/><Relationship Id="rId292" Type="http://schemas.openxmlformats.org/officeDocument/2006/relationships/customXml" Target="../ink/ink891.xml"/><Relationship Id="rId306" Type="http://schemas.openxmlformats.org/officeDocument/2006/relationships/customXml" Target="../ink/ink898.xml"/><Relationship Id="rId45" Type="http://schemas.openxmlformats.org/officeDocument/2006/relationships/image" Target="../media/image757.png"/><Relationship Id="rId87" Type="http://schemas.openxmlformats.org/officeDocument/2006/relationships/image" Target="../media/image778.png"/><Relationship Id="rId110" Type="http://schemas.openxmlformats.org/officeDocument/2006/relationships/customXml" Target="../ink/ink800.xml"/><Relationship Id="rId348" Type="http://schemas.openxmlformats.org/officeDocument/2006/relationships/customXml" Target="../ink/ink919.xml"/><Relationship Id="rId152" Type="http://schemas.openxmlformats.org/officeDocument/2006/relationships/customXml" Target="../ink/ink821.xml"/><Relationship Id="rId194" Type="http://schemas.openxmlformats.org/officeDocument/2006/relationships/customXml" Target="../ink/ink842.xml"/><Relationship Id="rId208" Type="http://schemas.openxmlformats.org/officeDocument/2006/relationships/customXml" Target="../ink/ink849.xml"/><Relationship Id="rId415" Type="http://schemas.openxmlformats.org/officeDocument/2006/relationships/image" Target="../media/image940.png"/><Relationship Id="rId457" Type="http://schemas.openxmlformats.org/officeDocument/2006/relationships/image" Target="../media/image961.png"/><Relationship Id="rId261" Type="http://schemas.openxmlformats.org/officeDocument/2006/relationships/image" Target="../media/image864.png"/><Relationship Id="rId14" Type="http://schemas.openxmlformats.org/officeDocument/2006/relationships/customXml" Target="../ink/ink752.xml"/><Relationship Id="rId56" Type="http://schemas.openxmlformats.org/officeDocument/2006/relationships/customXml" Target="../ink/ink773.xml"/><Relationship Id="rId317" Type="http://schemas.openxmlformats.org/officeDocument/2006/relationships/image" Target="../media/image892.png"/><Relationship Id="rId359" Type="http://schemas.openxmlformats.org/officeDocument/2006/relationships/image" Target="../media/image913.png"/><Relationship Id="rId98" Type="http://schemas.openxmlformats.org/officeDocument/2006/relationships/customXml" Target="../ink/ink794.xml"/><Relationship Id="rId121" Type="http://schemas.openxmlformats.org/officeDocument/2006/relationships/image" Target="../media/image795.png"/><Relationship Id="rId163" Type="http://schemas.openxmlformats.org/officeDocument/2006/relationships/image" Target="../media/image815.png"/><Relationship Id="rId219" Type="http://schemas.openxmlformats.org/officeDocument/2006/relationships/image" Target="../media/image843.png"/><Relationship Id="rId370" Type="http://schemas.openxmlformats.org/officeDocument/2006/relationships/customXml" Target="../ink/ink930.xml"/><Relationship Id="rId426" Type="http://schemas.openxmlformats.org/officeDocument/2006/relationships/customXml" Target="../ink/ink959.xml"/><Relationship Id="rId230" Type="http://schemas.openxmlformats.org/officeDocument/2006/relationships/customXml" Target="../ink/ink860.xml"/><Relationship Id="rId25" Type="http://schemas.openxmlformats.org/officeDocument/2006/relationships/image" Target="../media/image747.png"/><Relationship Id="rId67" Type="http://schemas.openxmlformats.org/officeDocument/2006/relationships/image" Target="../media/image768.png"/><Relationship Id="rId272" Type="http://schemas.openxmlformats.org/officeDocument/2006/relationships/customXml" Target="../ink/ink881.xml"/><Relationship Id="rId328" Type="http://schemas.openxmlformats.org/officeDocument/2006/relationships/customXml" Target="../ink/ink909.xml"/><Relationship Id="rId132" Type="http://schemas.openxmlformats.org/officeDocument/2006/relationships/customXml" Target="../ink/ink811.xml"/><Relationship Id="rId174" Type="http://schemas.openxmlformats.org/officeDocument/2006/relationships/customXml" Target="../ink/ink832.xml"/><Relationship Id="rId381" Type="http://schemas.openxmlformats.org/officeDocument/2006/relationships/image" Target="../media/image924.png"/><Relationship Id="rId241" Type="http://schemas.openxmlformats.org/officeDocument/2006/relationships/image" Target="../media/image854.png"/><Relationship Id="rId437" Type="http://schemas.openxmlformats.org/officeDocument/2006/relationships/image" Target="../media/image951.png"/><Relationship Id="rId36" Type="http://schemas.openxmlformats.org/officeDocument/2006/relationships/customXml" Target="../ink/ink763.xml"/><Relationship Id="rId283" Type="http://schemas.openxmlformats.org/officeDocument/2006/relationships/image" Target="../media/image875.png"/><Relationship Id="rId339" Type="http://schemas.openxmlformats.org/officeDocument/2006/relationships/image" Target="../media/image903.png"/><Relationship Id="rId78" Type="http://schemas.openxmlformats.org/officeDocument/2006/relationships/customXml" Target="../ink/ink784.xml"/><Relationship Id="rId101" Type="http://schemas.openxmlformats.org/officeDocument/2006/relationships/image" Target="../media/image785.png"/><Relationship Id="rId143" Type="http://schemas.openxmlformats.org/officeDocument/2006/relationships/image" Target="../media/image805.png"/><Relationship Id="rId185" Type="http://schemas.openxmlformats.org/officeDocument/2006/relationships/image" Target="../media/image826.png"/><Relationship Id="rId350" Type="http://schemas.openxmlformats.org/officeDocument/2006/relationships/customXml" Target="../ink/ink920.xml"/><Relationship Id="rId406" Type="http://schemas.openxmlformats.org/officeDocument/2006/relationships/customXml" Target="../ink/ink948.xml"/><Relationship Id="rId9" Type="http://schemas.openxmlformats.org/officeDocument/2006/relationships/image" Target="../media/image739.png"/><Relationship Id="rId210" Type="http://schemas.openxmlformats.org/officeDocument/2006/relationships/customXml" Target="../ink/ink850.xml"/><Relationship Id="rId392" Type="http://schemas.openxmlformats.org/officeDocument/2006/relationships/customXml" Target="../ink/ink941.xml"/><Relationship Id="rId448" Type="http://schemas.openxmlformats.org/officeDocument/2006/relationships/customXml" Target="../ink/ink970.xml"/><Relationship Id="rId252" Type="http://schemas.openxmlformats.org/officeDocument/2006/relationships/customXml" Target="../ink/ink871.xml"/><Relationship Id="rId294" Type="http://schemas.openxmlformats.org/officeDocument/2006/relationships/customXml" Target="../ink/ink892.xml"/><Relationship Id="rId308" Type="http://schemas.openxmlformats.org/officeDocument/2006/relationships/customXml" Target="../ink/ink899.xml"/><Relationship Id="rId47" Type="http://schemas.openxmlformats.org/officeDocument/2006/relationships/image" Target="../media/image758.png"/><Relationship Id="rId89" Type="http://schemas.openxmlformats.org/officeDocument/2006/relationships/image" Target="../media/image779.png"/><Relationship Id="rId112" Type="http://schemas.openxmlformats.org/officeDocument/2006/relationships/customXml" Target="../ink/ink801.xml"/><Relationship Id="rId154" Type="http://schemas.openxmlformats.org/officeDocument/2006/relationships/customXml" Target="../ink/ink822.xml"/><Relationship Id="rId361" Type="http://schemas.openxmlformats.org/officeDocument/2006/relationships/image" Target="../media/image914.png"/><Relationship Id="rId196" Type="http://schemas.openxmlformats.org/officeDocument/2006/relationships/customXml" Target="../ink/ink843.xml"/><Relationship Id="rId417" Type="http://schemas.openxmlformats.org/officeDocument/2006/relationships/image" Target="../media/image941.png"/><Relationship Id="rId16" Type="http://schemas.openxmlformats.org/officeDocument/2006/relationships/customXml" Target="../ink/ink753.xml"/><Relationship Id="rId221" Type="http://schemas.openxmlformats.org/officeDocument/2006/relationships/image" Target="../media/image844.png"/><Relationship Id="rId263" Type="http://schemas.openxmlformats.org/officeDocument/2006/relationships/image" Target="../media/image865.png"/><Relationship Id="rId319" Type="http://schemas.openxmlformats.org/officeDocument/2006/relationships/image" Target="../media/image893.png"/><Relationship Id="rId58" Type="http://schemas.openxmlformats.org/officeDocument/2006/relationships/customXml" Target="../ink/ink774.xml"/><Relationship Id="rId123" Type="http://schemas.openxmlformats.org/officeDocument/2006/relationships/image" Target="../media/image796.png"/><Relationship Id="rId330" Type="http://schemas.openxmlformats.org/officeDocument/2006/relationships/customXml" Target="../ink/ink910.xml"/><Relationship Id="rId165" Type="http://schemas.openxmlformats.org/officeDocument/2006/relationships/image" Target="../media/image816.png"/><Relationship Id="rId372" Type="http://schemas.openxmlformats.org/officeDocument/2006/relationships/customXml" Target="../ink/ink931.xml"/><Relationship Id="rId428" Type="http://schemas.openxmlformats.org/officeDocument/2006/relationships/customXml" Target="../ink/ink960.xml"/><Relationship Id="rId232" Type="http://schemas.openxmlformats.org/officeDocument/2006/relationships/customXml" Target="../ink/ink861.xml"/><Relationship Id="rId274" Type="http://schemas.openxmlformats.org/officeDocument/2006/relationships/customXml" Target="../ink/ink882.xml"/><Relationship Id="rId27" Type="http://schemas.openxmlformats.org/officeDocument/2006/relationships/image" Target="../media/image748.png"/><Relationship Id="rId69" Type="http://schemas.openxmlformats.org/officeDocument/2006/relationships/image" Target="../media/image769.png"/><Relationship Id="rId134" Type="http://schemas.openxmlformats.org/officeDocument/2006/relationships/customXml" Target="../ink/ink812.xml"/><Relationship Id="rId80" Type="http://schemas.openxmlformats.org/officeDocument/2006/relationships/customXml" Target="../ink/ink785.xml"/><Relationship Id="rId176" Type="http://schemas.openxmlformats.org/officeDocument/2006/relationships/customXml" Target="../ink/ink833.xml"/><Relationship Id="rId341" Type="http://schemas.openxmlformats.org/officeDocument/2006/relationships/image" Target="../media/image904.png"/><Relationship Id="rId383" Type="http://schemas.openxmlformats.org/officeDocument/2006/relationships/image" Target="../media/image925.png"/><Relationship Id="rId439" Type="http://schemas.openxmlformats.org/officeDocument/2006/relationships/image" Target="../media/image952.png"/><Relationship Id="rId201" Type="http://schemas.openxmlformats.org/officeDocument/2006/relationships/image" Target="../media/image834.png"/><Relationship Id="rId243" Type="http://schemas.openxmlformats.org/officeDocument/2006/relationships/image" Target="../media/image855.png"/><Relationship Id="rId285" Type="http://schemas.openxmlformats.org/officeDocument/2006/relationships/image" Target="../media/image876.png"/><Relationship Id="rId450" Type="http://schemas.openxmlformats.org/officeDocument/2006/relationships/customXml" Target="../ink/ink971.xml"/><Relationship Id="rId38" Type="http://schemas.openxmlformats.org/officeDocument/2006/relationships/customXml" Target="../ink/ink764.xml"/><Relationship Id="rId103" Type="http://schemas.openxmlformats.org/officeDocument/2006/relationships/image" Target="../media/image786.png"/><Relationship Id="rId310" Type="http://schemas.openxmlformats.org/officeDocument/2006/relationships/customXml" Target="../ink/ink900.xml"/><Relationship Id="rId91" Type="http://schemas.openxmlformats.org/officeDocument/2006/relationships/image" Target="../media/image780.png"/><Relationship Id="rId145" Type="http://schemas.openxmlformats.org/officeDocument/2006/relationships/image" Target="../media/image806.png"/><Relationship Id="rId187" Type="http://schemas.openxmlformats.org/officeDocument/2006/relationships/image" Target="../media/image827.png"/><Relationship Id="rId352" Type="http://schemas.openxmlformats.org/officeDocument/2006/relationships/customXml" Target="../ink/ink921.xml"/><Relationship Id="rId394" Type="http://schemas.openxmlformats.org/officeDocument/2006/relationships/customXml" Target="../ink/ink942.xml"/><Relationship Id="rId408" Type="http://schemas.openxmlformats.org/officeDocument/2006/relationships/customXml" Target="../ink/ink949.xml"/><Relationship Id="rId212" Type="http://schemas.openxmlformats.org/officeDocument/2006/relationships/customXml" Target="../ink/ink851.xml"/><Relationship Id="rId254" Type="http://schemas.openxmlformats.org/officeDocument/2006/relationships/customXml" Target="../ink/ink872.xml"/><Relationship Id="rId49" Type="http://schemas.openxmlformats.org/officeDocument/2006/relationships/image" Target="../media/image759.png"/><Relationship Id="rId114" Type="http://schemas.openxmlformats.org/officeDocument/2006/relationships/customXml" Target="../ink/ink802.xml"/><Relationship Id="rId296" Type="http://schemas.openxmlformats.org/officeDocument/2006/relationships/customXml" Target="../ink/ink893.xml"/><Relationship Id="rId60" Type="http://schemas.openxmlformats.org/officeDocument/2006/relationships/customXml" Target="../ink/ink775.xml"/><Relationship Id="rId156" Type="http://schemas.openxmlformats.org/officeDocument/2006/relationships/customXml" Target="../ink/ink823.xml"/><Relationship Id="rId198" Type="http://schemas.openxmlformats.org/officeDocument/2006/relationships/customXml" Target="../ink/ink844.xml"/><Relationship Id="rId321" Type="http://schemas.openxmlformats.org/officeDocument/2006/relationships/image" Target="../media/image894.png"/><Relationship Id="rId363" Type="http://schemas.openxmlformats.org/officeDocument/2006/relationships/image" Target="../media/image915.png"/><Relationship Id="rId419" Type="http://schemas.openxmlformats.org/officeDocument/2006/relationships/image" Target="../media/image942.png"/><Relationship Id="rId223" Type="http://schemas.openxmlformats.org/officeDocument/2006/relationships/image" Target="../media/image845.png"/><Relationship Id="rId430" Type="http://schemas.openxmlformats.org/officeDocument/2006/relationships/customXml" Target="../ink/ink961.xml"/><Relationship Id="rId18" Type="http://schemas.openxmlformats.org/officeDocument/2006/relationships/customXml" Target="../ink/ink754.xml"/><Relationship Id="rId265" Type="http://schemas.openxmlformats.org/officeDocument/2006/relationships/image" Target="../media/image866.png"/><Relationship Id="rId125" Type="http://schemas.openxmlformats.org/officeDocument/2006/relationships/image" Target="../media/image797.png"/><Relationship Id="rId167" Type="http://schemas.openxmlformats.org/officeDocument/2006/relationships/image" Target="../media/image817.png"/><Relationship Id="rId332" Type="http://schemas.openxmlformats.org/officeDocument/2006/relationships/customXml" Target="../ink/ink911.xml"/><Relationship Id="rId374" Type="http://schemas.openxmlformats.org/officeDocument/2006/relationships/customXml" Target="../ink/ink932.xml"/><Relationship Id="rId71" Type="http://schemas.openxmlformats.org/officeDocument/2006/relationships/image" Target="../media/image770.png"/><Relationship Id="rId234" Type="http://schemas.openxmlformats.org/officeDocument/2006/relationships/customXml" Target="../ink/ink862.xml"/><Relationship Id="rId2" Type="http://schemas.openxmlformats.org/officeDocument/2006/relationships/customXml" Target="../ink/ink746.xml"/><Relationship Id="rId29" Type="http://schemas.openxmlformats.org/officeDocument/2006/relationships/image" Target="../media/image749.png"/><Relationship Id="rId255" Type="http://schemas.openxmlformats.org/officeDocument/2006/relationships/image" Target="../media/image861.png"/><Relationship Id="rId276" Type="http://schemas.openxmlformats.org/officeDocument/2006/relationships/customXml" Target="../ink/ink883.xml"/><Relationship Id="rId297" Type="http://schemas.openxmlformats.org/officeDocument/2006/relationships/image" Target="../media/image882.png"/><Relationship Id="rId441" Type="http://schemas.openxmlformats.org/officeDocument/2006/relationships/image" Target="../media/image953.png"/><Relationship Id="rId40" Type="http://schemas.openxmlformats.org/officeDocument/2006/relationships/customXml" Target="../ink/ink765.xml"/><Relationship Id="rId115" Type="http://schemas.openxmlformats.org/officeDocument/2006/relationships/image" Target="../media/image792.png"/><Relationship Id="rId136" Type="http://schemas.openxmlformats.org/officeDocument/2006/relationships/customXml" Target="../ink/ink813.xml"/><Relationship Id="rId157" Type="http://schemas.openxmlformats.org/officeDocument/2006/relationships/image" Target="../media/image812.png"/><Relationship Id="rId178" Type="http://schemas.openxmlformats.org/officeDocument/2006/relationships/customXml" Target="../ink/ink834.xml"/><Relationship Id="rId301" Type="http://schemas.openxmlformats.org/officeDocument/2006/relationships/image" Target="../media/image884.png"/><Relationship Id="rId322" Type="http://schemas.openxmlformats.org/officeDocument/2006/relationships/customXml" Target="../ink/ink906.xml"/><Relationship Id="rId343" Type="http://schemas.openxmlformats.org/officeDocument/2006/relationships/image" Target="../media/image905.png"/><Relationship Id="rId364" Type="http://schemas.openxmlformats.org/officeDocument/2006/relationships/customXml" Target="../ink/ink927.xml"/><Relationship Id="rId61" Type="http://schemas.openxmlformats.org/officeDocument/2006/relationships/image" Target="../media/image765.png"/><Relationship Id="rId82" Type="http://schemas.openxmlformats.org/officeDocument/2006/relationships/customXml" Target="../ink/ink786.xml"/><Relationship Id="rId199" Type="http://schemas.openxmlformats.org/officeDocument/2006/relationships/image" Target="../media/image833.png"/><Relationship Id="rId203" Type="http://schemas.openxmlformats.org/officeDocument/2006/relationships/image" Target="../media/image835.png"/><Relationship Id="rId385" Type="http://schemas.openxmlformats.org/officeDocument/2006/relationships/image" Target="../media/image926.png"/><Relationship Id="rId19" Type="http://schemas.openxmlformats.org/officeDocument/2006/relationships/image" Target="../media/image744.png"/><Relationship Id="rId224" Type="http://schemas.openxmlformats.org/officeDocument/2006/relationships/customXml" Target="../ink/ink857.xml"/><Relationship Id="rId245" Type="http://schemas.openxmlformats.org/officeDocument/2006/relationships/image" Target="../media/image856.png"/><Relationship Id="rId266" Type="http://schemas.openxmlformats.org/officeDocument/2006/relationships/customXml" Target="../ink/ink878.xml"/><Relationship Id="rId287" Type="http://schemas.openxmlformats.org/officeDocument/2006/relationships/image" Target="../media/image877.png"/><Relationship Id="rId410" Type="http://schemas.openxmlformats.org/officeDocument/2006/relationships/customXml" Target="../ink/ink950.xml"/><Relationship Id="rId431" Type="http://schemas.openxmlformats.org/officeDocument/2006/relationships/image" Target="../media/image948.png"/><Relationship Id="rId452" Type="http://schemas.openxmlformats.org/officeDocument/2006/relationships/customXml" Target="../ink/ink972.xml"/><Relationship Id="rId30" Type="http://schemas.openxmlformats.org/officeDocument/2006/relationships/customXml" Target="../ink/ink760.xml"/><Relationship Id="rId105" Type="http://schemas.openxmlformats.org/officeDocument/2006/relationships/image" Target="../media/image787.png"/><Relationship Id="rId126" Type="http://schemas.openxmlformats.org/officeDocument/2006/relationships/customXml" Target="../ink/ink808.xml"/><Relationship Id="rId147" Type="http://schemas.openxmlformats.org/officeDocument/2006/relationships/image" Target="../media/image807.png"/><Relationship Id="rId168" Type="http://schemas.openxmlformats.org/officeDocument/2006/relationships/customXml" Target="../ink/ink829.xml"/><Relationship Id="rId312" Type="http://schemas.openxmlformats.org/officeDocument/2006/relationships/customXml" Target="../ink/ink901.xml"/><Relationship Id="rId333" Type="http://schemas.openxmlformats.org/officeDocument/2006/relationships/image" Target="../media/image900.png"/><Relationship Id="rId354" Type="http://schemas.openxmlformats.org/officeDocument/2006/relationships/customXml" Target="../ink/ink922.xml"/><Relationship Id="rId51" Type="http://schemas.openxmlformats.org/officeDocument/2006/relationships/image" Target="../media/image760.png"/><Relationship Id="rId72" Type="http://schemas.openxmlformats.org/officeDocument/2006/relationships/customXml" Target="../ink/ink781.xml"/><Relationship Id="rId93" Type="http://schemas.openxmlformats.org/officeDocument/2006/relationships/image" Target="../media/image781.png"/><Relationship Id="rId189" Type="http://schemas.openxmlformats.org/officeDocument/2006/relationships/image" Target="../media/image828.png"/><Relationship Id="rId375" Type="http://schemas.openxmlformats.org/officeDocument/2006/relationships/image" Target="../media/image921.png"/><Relationship Id="rId396" Type="http://schemas.openxmlformats.org/officeDocument/2006/relationships/customXml" Target="../ink/ink943.xml"/><Relationship Id="rId3" Type="http://schemas.openxmlformats.org/officeDocument/2006/relationships/image" Target="../media/image736.png"/><Relationship Id="rId214" Type="http://schemas.openxmlformats.org/officeDocument/2006/relationships/customXml" Target="../ink/ink852.xml"/><Relationship Id="rId235" Type="http://schemas.openxmlformats.org/officeDocument/2006/relationships/image" Target="../media/image851.png"/><Relationship Id="rId256" Type="http://schemas.openxmlformats.org/officeDocument/2006/relationships/customXml" Target="../ink/ink873.xml"/><Relationship Id="rId277" Type="http://schemas.openxmlformats.org/officeDocument/2006/relationships/image" Target="../media/image872.png"/><Relationship Id="rId298" Type="http://schemas.openxmlformats.org/officeDocument/2006/relationships/customXml" Target="../ink/ink894.xml"/><Relationship Id="rId400" Type="http://schemas.openxmlformats.org/officeDocument/2006/relationships/customXml" Target="../ink/ink945.xml"/><Relationship Id="rId421" Type="http://schemas.openxmlformats.org/officeDocument/2006/relationships/image" Target="../media/image943.png"/><Relationship Id="rId442" Type="http://schemas.openxmlformats.org/officeDocument/2006/relationships/customXml" Target="../ink/ink967.xml"/><Relationship Id="rId116" Type="http://schemas.openxmlformats.org/officeDocument/2006/relationships/customXml" Target="../ink/ink803.xml"/><Relationship Id="rId137" Type="http://schemas.openxmlformats.org/officeDocument/2006/relationships/image" Target="../media/image802.png"/><Relationship Id="rId158" Type="http://schemas.openxmlformats.org/officeDocument/2006/relationships/customXml" Target="../ink/ink824.xml"/><Relationship Id="rId302" Type="http://schemas.openxmlformats.org/officeDocument/2006/relationships/customXml" Target="../ink/ink896.xml"/><Relationship Id="rId323" Type="http://schemas.openxmlformats.org/officeDocument/2006/relationships/image" Target="../media/image895.png"/><Relationship Id="rId344" Type="http://schemas.openxmlformats.org/officeDocument/2006/relationships/customXml" Target="../ink/ink917.xml"/><Relationship Id="rId20" Type="http://schemas.openxmlformats.org/officeDocument/2006/relationships/customXml" Target="../ink/ink755.xml"/><Relationship Id="rId41" Type="http://schemas.openxmlformats.org/officeDocument/2006/relationships/image" Target="../media/image755.png"/><Relationship Id="rId62" Type="http://schemas.openxmlformats.org/officeDocument/2006/relationships/customXml" Target="../ink/ink776.xml"/><Relationship Id="rId83" Type="http://schemas.openxmlformats.org/officeDocument/2006/relationships/image" Target="../media/image776.png"/><Relationship Id="rId179" Type="http://schemas.openxmlformats.org/officeDocument/2006/relationships/image" Target="../media/image823.png"/><Relationship Id="rId365" Type="http://schemas.openxmlformats.org/officeDocument/2006/relationships/image" Target="../media/image916.png"/><Relationship Id="rId386" Type="http://schemas.openxmlformats.org/officeDocument/2006/relationships/customXml" Target="../ink/ink938.xml"/><Relationship Id="rId190" Type="http://schemas.openxmlformats.org/officeDocument/2006/relationships/customXml" Target="../ink/ink840.xml"/><Relationship Id="rId204" Type="http://schemas.openxmlformats.org/officeDocument/2006/relationships/customXml" Target="../ink/ink847.xml"/><Relationship Id="rId225" Type="http://schemas.openxmlformats.org/officeDocument/2006/relationships/image" Target="../media/image846.png"/><Relationship Id="rId246" Type="http://schemas.openxmlformats.org/officeDocument/2006/relationships/customXml" Target="../ink/ink868.xml"/><Relationship Id="rId267" Type="http://schemas.openxmlformats.org/officeDocument/2006/relationships/image" Target="../media/image867.png"/><Relationship Id="rId288" Type="http://schemas.openxmlformats.org/officeDocument/2006/relationships/customXml" Target="../ink/ink889.xml"/><Relationship Id="rId411" Type="http://schemas.openxmlformats.org/officeDocument/2006/relationships/image" Target="../media/image939.png"/><Relationship Id="rId432" Type="http://schemas.openxmlformats.org/officeDocument/2006/relationships/customXml" Target="../ink/ink962.xml"/><Relationship Id="rId453" Type="http://schemas.openxmlformats.org/officeDocument/2006/relationships/image" Target="../media/image959.png"/><Relationship Id="rId106" Type="http://schemas.openxmlformats.org/officeDocument/2006/relationships/customXml" Target="../ink/ink798.xml"/><Relationship Id="rId127" Type="http://schemas.openxmlformats.org/officeDocument/2006/relationships/image" Target="../media/image798.png"/><Relationship Id="rId313" Type="http://schemas.openxmlformats.org/officeDocument/2006/relationships/image" Target="../media/image890.png"/><Relationship Id="rId10" Type="http://schemas.openxmlformats.org/officeDocument/2006/relationships/customXml" Target="../ink/ink750.xml"/><Relationship Id="rId31" Type="http://schemas.openxmlformats.org/officeDocument/2006/relationships/image" Target="../media/image750.png"/><Relationship Id="rId52" Type="http://schemas.openxmlformats.org/officeDocument/2006/relationships/customXml" Target="../ink/ink771.xml"/><Relationship Id="rId73" Type="http://schemas.openxmlformats.org/officeDocument/2006/relationships/image" Target="../media/image771.png"/><Relationship Id="rId94" Type="http://schemas.openxmlformats.org/officeDocument/2006/relationships/customXml" Target="../ink/ink792.xml"/><Relationship Id="rId148" Type="http://schemas.openxmlformats.org/officeDocument/2006/relationships/customXml" Target="../ink/ink819.xml"/><Relationship Id="rId169" Type="http://schemas.openxmlformats.org/officeDocument/2006/relationships/image" Target="../media/image818.png"/><Relationship Id="rId334" Type="http://schemas.openxmlformats.org/officeDocument/2006/relationships/customXml" Target="../ink/ink912.xml"/><Relationship Id="rId355" Type="http://schemas.openxmlformats.org/officeDocument/2006/relationships/image" Target="../media/image911.png"/><Relationship Id="rId376" Type="http://schemas.openxmlformats.org/officeDocument/2006/relationships/customXml" Target="../ink/ink933.xml"/><Relationship Id="rId397" Type="http://schemas.openxmlformats.org/officeDocument/2006/relationships/image" Target="../media/image932.png"/><Relationship Id="rId4" Type="http://schemas.openxmlformats.org/officeDocument/2006/relationships/customXml" Target="../ink/ink747.xml"/><Relationship Id="rId180" Type="http://schemas.openxmlformats.org/officeDocument/2006/relationships/customXml" Target="../ink/ink835.xml"/><Relationship Id="rId215" Type="http://schemas.openxmlformats.org/officeDocument/2006/relationships/image" Target="../media/image841.png"/><Relationship Id="rId236" Type="http://schemas.openxmlformats.org/officeDocument/2006/relationships/customXml" Target="../ink/ink863.xml"/><Relationship Id="rId257" Type="http://schemas.openxmlformats.org/officeDocument/2006/relationships/image" Target="../media/image862.png"/><Relationship Id="rId278" Type="http://schemas.openxmlformats.org/officeDocument/2006/relationships/customXml" Target="../ink/ink884.xml"/><Relationship Id="rId401" Type="http://schemas.openxmlformats.org/officeDocument/2006/relationships/image" Target="../media/image934.png"/><Relationship Id="rId422" Type="http://schemas.openxmlformats.org/officeDocument/2006/relationships/customXml" Target="../ink/ink957.xml"/><Relationship Id="rId443" Type="http://schemas.openxmlformats.org/officeDocument/2006/relationships/image" Target="../media/image954.png"/><Relationship Id="rId303" Type="http://schemas.openxmlformats.org/officeDocument/2006/relationships/image" Target="../media/image885.png"/><Relationship Id="rId42" Type="http://schemas.openxmlformats.org/officeDocument/2006/relationships/customXml" Target="../ink/ink766.xml"/><Relationship Id="rId84" Type="http://schemas.openxmlformats.org/officeDocument/2006/relationships/customXml" Target="../ink/ink787.xml"/><Relationship Id="rId138" Type="http://schemas.openxmlformats.org/officeDocument/2006/relationships/customXml" Target="../ink/ink814.xml"/><Relationship Id="rId345" Type="http://schemas.openxmlformats.org/officeDocument/2006/relationships/image" Target="../media/image906.png"/><Relationship Id="rId387" Type="http://schemas.openxmlformats.org/officeDocument/2006/relationships/image" Target="../media/image927.png"/><Relationship Id="rId191" Type="http://schemas.openxmlformats.org/officeDocument/2006/relationships/image" Target="../media/image829.png"/><Relationship Id="rId205" Type="http://schemas.openxmlformats.org/officeDocument/2006/relationships/image" Target="../media/image836.png"/><Relationship Id="rId247" Type="http://schemas.openxmlformats.org/officeDocument/2006/relationships/image" Target="../media/image857.png"/><Relationship Id="rId412" Type="http://schemas.openxmlformats.org/officeDocument/2006/relationships/customXml" Target="../ink/ink951.xml"/><Relationship Id="rId107" Type="http://schemas.openxmlformats.org/officeDocument/2006/relationships/image" Target="../media/image788.png"/><Relationship Id="rId289" Type="http://schemas.openxmlformats.org/officeDocument/2006/relationships/image" Target="../media/image878.png"/><Relationship Id="rId454" Type="http://schemas.openxmlformats.org/officeDocument/2006/relationships/customXml" Target="../ink/ink973.xml"/><Relationship Id="rId11" Type="http://schemas.openxmlformats.org/officeDocument/2006/relationships/image" Target="../media/image740.png"/><Relationship Id="rId53" Type="http://schemas.openxmlformats.org/officeDocument/2006/relationships/image" Target="../media/image761.png"/><Relationship Id="rId149" Type="http://schemas.openxmlformats.org/officeDocument/2006/relationships/image" Target="../media/image808.png"/><Relationship Id="rId314" Type="http://schemas.openxmlformats.org/officeDocument/2006/relationships/customXml" Target="../ink/ink902.xml"/><Relationship Id="rId356" Type="http://schemas.openxmlformats.org/officeDocument/2006/relationships/customXml" Target="../ink/ink923.xml"/><Relationship Id="rId398" Type="http://schemas.openxmlformats.org/officeDocument/2006/relationships/customXml" Target="../ink/ink944.xml"/><Relationship Id="rId95" Type="http://schemas.openxmlformats.org/officeDocument/2006/relationships/image" Target="../media/image782.png"/><Relationship Id="rId160" Type="http://schemas.openxmlformats.org/officeDocument/2006/relationships/customXml" Target="../ink/ink825.xml"/><Relationship Id="rId216" Type="http://schemas.openxmlformats.org/officeDocument/2006/relationships/customXml" Target="../ink/ink853.xml"/><Relationship Id="rId423" Type="http://schemas.openxmlformats.org/officeDocument/2006/relationships/image" Target="../media/image944.png"/><Relationship Id="rId258" Type="http://schemas.openxmlformats.org/officeDocument/2006/relationships/customXml" Target="../ink/ink874.xml"/><Relationship Id="rId22" Type="http://schemas.openxmlformats.org/officeDocument/2006/relationships/customXml" Target="../ink/ink756.xml"/><Relationship Id="rId64" Type="http://schemas.openxmlformats.org/officeDocument/2006/relationships/customXml" Target="../ink/ink777.xml"/><Relationship Id="rId118" Type="http://schemas.openxmlformats.org/officeDocument/2006/relationships/customXml" Target="../ink/ink804.xml"/><Relationship Id="rId325" Type="http://schemas.openxmlformats.org/officeDocument/2006/relationships/image" Target="../media/image896.png"/><Relationship Id="rId367" Type="http://schemas.openxmlformats.org/officeDocument/2006/relationships/image" Target="../media/image917.png"/><Relationship Id="rId171" Type="http://schemas.openxmlformats.org/officeDocument/2006/relationships/image" Target="../media/image819.png"/><Relationship Id="rId227" Type="http://schemas.openxmlformats.org/officeDocument/2006/relationships/image" Target="../media/image847.png"/><Relationship Id="rId269" Type="http://schemas.openxmlformats.org/officeDocument/2006/relationships/image" Target="../media/image868.png"/><Relationship Id="rId434" Type="http://schemas.openxmlformats.org/officeDocument/2006/relationships/customXml" Target="../ink/ink963.xml"/><Relationship Id="rId33" Type="http://schemas.openxmlformats.org/officeDocument/2006/relationships/image" Target="../media/image751.png"/><Relationship Id="rId129" Type="http://schemas.openxmlformats.org/officeDocument/2006/relationships/image" Target="../media/image799.png"/><Relationship Id="rId280" Type="http://schemas.openxmlformats.org/officeDocument/2006/relationships/customXml" Target="../ink/ink885.xml"/><Relationship Id="rId336" Type="http://schemas.openxmlformats.org/officeDocument/2006/relationships/customXml" Target="../ink/ink913.xml"/><Relationship Id="rId75" Type="http://schemas.openxmlformats.org/officeDocument/2006/relationships/image" Target="../media/image772.png"/><Relationship Id="rId140" Type="http://schemas.openxmlformats.org/officeDocument/2006/relationships/customXml" Target="../ink/ink815.xml"/><Relationship Id="rId182" Type="http://schemas.openxmlformats.org/officeDocument/2006/relationships/customXml" Target="../ink/ink836.xml"/><Relationship Id="rId378" Type="http://schemas.openxmlformats.org/officeDocument/2006/relationships/customXml" Target="../ink/ink934.xml"/><Relationship Id="rId403" Type="http://schemas.openxmlformats.org/officeDocument/2006/relationships/image" Target="../media/image935.png"/><Relationship Id="rId6" Type="http://schemas.openxmlformats.org/officeDocument/2006/relationships/customXml" Target="../ink/ink748.xml"/><Relationship Id="rId238" Type="http://schemas.openxmlformats.org/officeDocument/2006/relationships/customXml" Target="../ink/ink864.xml"/><Relationship Id="rId445" Type="http://schemas.openxmlformats.org/officeDocument/2006/relationships/image" Target="../media/image955.png"/><Relationship Id="rId291" Type="http://schemas.openxmlformats.org/officeDocument/2006/relationships/image" Target="../media/image879.png"/><Relationship Id="rId305" Type="http://schemas.openxmlformats.org/officeDocument/2006/relationships/image" Target="../media/image886.png"/><Relationship Id="rId347" Type="http://schemas.openxmlformats.org/officeDocument/2006/relationships/image" Target="../media/image907.png"/><Relationship Id="rId44" Type="http://schemas.openxmlformats.org/officeDocument/2006/relationships/customXml" Target="../ink/ink767.xml"/><Relationship Id="rId86" Type="http://schemas.openxmlformats.org/officeDocument/2006/relationships/customXml" Target="../ink/ink788.xml"/><Relationship Id="rId151" Type="http://schemas.openxmlformats.org/officeDocument/2006/relationships/image" Target="../media/image809.png"/><Relationship Id="rId389" Type="http://schemas.openxmlformats.org/officeDocument/2006/relationships/image" Target="../media/image928.png"/><Relationship Id="rId193" Type="http://schemas.openxmlformats.org/officeDocument/2006/relationships/image" Target="../media/image830.png"/><Relationship Id="rId207" Type="http://schemas.openxmlformats.org/officeDocument/2006/relationships/image" Target="../media/image837.png"/><Relationship Id="rId249" Type="http://schemas.openxmlformats.org/officeDocument/2006/relationships/image" Target="../media/image858.png"/><Relationship Id="rId414" Type="http://schemas.openxmlformats.org/officeDocument/2006/relationships/customXml" Target="../ink/ink953.xml"/><Relationship Id="rId456" Type="http://schemas.openxmlformats.org/officeDocument/2006/relationships/customXml" Target="../ink/ink974.xml"/><Relationship Id="rId13" Type="http://schemas.openxmlformats.org/officeDocument/2006/relationships/image" Target="../media/image741.png"/><Relationship Id="rId109" Type="http://schemas.openxmlformats.org/officeDocument/2006/relationships/image" Target="../media/image789.png"/><Relationship Id="rId260" Type="http://schemas.openxmlformats.org/officeDocument/2006/relationships/customXml" Target="../ink/ink875.xml"/><Relationship Id="rId316" Type="http://schemas.openxmlformats.org/officeDocument/2006/relationships/customXml" Target="../ink/ink903.xml"/><Relationship Id="rId55" Type="http://schemas.openxmlformats.org/officeDocument/2006/relationships/image" Target="../media/image762.png"/><Relationship Id="rId97" Type="http://schemas.openxmlformats.org/officeDocument/2006/relationships/image" Target="../media/image783.png"/><Relationship Id="rId120" Type="http://schemas.openxmlformats.org/officeDocument/2006/relationships/customXml" Target="../ink/ink805.xml"/><Relationship Id="rId358" Type="http://schemas.openxmlformats.org/officeDocument/2006/relationships/customXml" Target="../ink/ink924.xml"/><Relationship Id="rId162" Type="http://schemas.openxmlformats.org/officeDocument/2006/relationships/customXml" Target="../ink/ink826.xml"/><Relationship Id="rId218" Type="http://schemas.openxmlformats.org/officeDocument/2006/relationships/customXml" Target="../ink/ink854.xml"/><Relationship Id="rId425" Type="http://schemas.openxmlformats.org/officeDocument/2006/relationships/image" Target="../media/image945.png"/><Relationship Id="rId271" Type="http://schemas.openxmlformats.org/officeDocument/2006/relationships/image" Target="../media/image869.png"/><Relationship Id="rId24" Type="http://schemas.openxmlformats.org/officeDocument/2006/relationships/customXml" Target="../ink/ink757.xml"/><Relationship Id="rId66" Type="http://schemas.openxmlformats.org/officeDocument/2006/relationships/customXml" Target="../ink/ink778.xml"/><Relationship Id="rId131" Type="http://schemas.openxmlformats.org/officeDocument/2006/relationships/image" Target="../media/image800.png"/><Relationship Id="rId327" Type="http://schemas.openxmlformats.org/officeDocument/2006/relationships/image" Target="../media/image897.png"/><Relationship Id="rId369" Type="http://schemas.openxmlformats.org/officeDocument/2006/relationships/image" Target="../media/image918.png"/><Relationship Id="rId173" Type="http://schemas.openxmlformats.org/officeDocument/2006/relationships/image" Target="../media/image820.png"/><Relationship Id="rId229" Type="http://schemas.openxmlformats.org/officeDocument/2006/relationships/image" Target="../media/image848.png"/><Relationship Id="rId380" Type="http://schemas.openxmlformats.org/officeDocument/2006/relationships/customXml" Target="../ink/ink935.xml"/><Relationship Id="rId436" Type="http://schemas.openxmlformats.org/officeDocument/2006/relationships/customXml" Target="../ink/ink964.xml"/><Relationship Id="rId240" Type="http://schemas.openxmlformats.org/officeDocument/2006/relationships/customXml" Target="../ink/ink865.xml"/><Relationship Id="rId35" Type="http://schemas.openxmlformats.org/officeDocument/2006/relationships/image" Target="../media/image752.png"/><Relationship Id="rId77" Type="http://schemas.openxmlformats.org/officeDocument/2006/relationships/image" Target="../media/image773.png"/><Relationship Id="rId100" Type="http://schemas.openxmlformats.org/officeDocument/2006/relationships/customXml" Target="../ink/ink795.xml"/><Relationship Id="rId282" Type="http://schemas.openxmlformats.org/officeDocument/2006/relationships/customXml" Target="../ink/ink886.xml"/><Relationship Id="rId338" Type="http://schemas.openxmlformats.org/officeDocument/2006/relationships/customXml" Target="../ink/ink914.xml"/><Relationship Id="rId8" Type="http://schemas.openxmlformats.org/officeDocument/2006/relationships/customXml" Target="../ink/ink749.xml"/><Relationship Id="rId142" Type="http://schemas.openxmlformats.org/officeDocument/2006/relationships/customXml" Target="../ink/ink816.xml"/><Relationship Id="rId184" Type="http://schemas.openxmlformats.org/officeDocument/2006/relationships/customXml" Target="../ink/ink837.xml"/><Relationship Id="rId391" Type="http://schemas.openxmlformats.org/officeDocument/2006/relationships/image" Target="../media/image929.png"/><Relationship Id="rId405" Type="http://schemas.openxmlformats.org/officeDocument/2006/relationships/image" Target="../media/image936.png"/><Relationship Id="rId447" Type="http://schemas.openxmlformats.org/officeDocument/2006/relationships/image" Target="../media/image956.png"/><Relationship Id="rId251" Type="http://schemas.openxmlformats.org/officeDocument/2006/relationships/image" Target="../media/image859.png"/><Relationship Id="rId46" Type="http://schemas.openxmlformats.org/officeDocument/2006/relationships/customXml" Target="../ink/ink768.xml"/><Relationship Id="rId293" Type="http://schemas.openxmlformats.org/officeDocument/2006/relationships/image" Target="../media/image880.png"/><Relationship Id="rId307" Type="http://schemas.openxmlformats.org/officeDocument/2006/relationships/image" Target="../media/image887.png"/><Relationship Id="rId349" Type="http://schemas.openxmlformats.org/officeDocument/2006/relationships/image" Target="../media/image908.png"/><Relationship Id="rId88" Type="http://schemas.openxmlformats.org/officeDocument/2006/relationships/customXml" Target="../ink/ink789.xml"/><Relationship Id="rId111" Type="http://schemas.openxmlformats.org/officeDocument/2006/relationships/image" Target="../media/image790.png"/><Relationship Id="rId153" Type="http://schemas.openxmlformats.org/officeDocument/2006/relationships/image" Target="../media/image810.png"/><Relationship Id="rId195" Type="http://schemas.openxmlformats.org/officeDocument/2006/relationships/image" Target="../media/image831.png"/><Relationship Id="rId209" Type="http://schemas.openxmlformats.org/officeDocument/2006/relationships/image" Target="../media/image838.png"/><Relationship Id="rId360" Type="http://schemas.openxmlformats.org/officeDocument/2006/relationships/customXml" Target="../ink/ink925.xml"/><Relationship Id="rId416" Type="http://schemas.openxmlformats.org/officeDocument/2006/relationships/customXml" Target="../ink/ink954.xml"/><Relationship Id="rId220" Type="http://schemas.openxmlformats.org/officeDocument/2006/relationships/customXml" Target="../ink/ink855.xml"/><Relationship Id="rId15" Type="http://schemas.openxmlformats.org/officeDocument/2006/relationships/image" Target="../media/image742.png"/><Relationship Id="rId57" Type="http://schemas.openxmlformats.org/officeDocument/2006/relationships/image" Target="../media/image763.png"/><Relationship Id="rId262" Type="http://schemas.openxmlformats.org/officeDocument/2006/relationships/customXml" Target="../ink/ink876.xml"/><Relationship Id="rId318" Type="http://schemas.openxmlformats.org/officeDocument/2006/relationships/customXml" Target="../ink/ink904.xml"/><Relationship Id="rId99" Type="http://schemas.openxmlformats.org/officeDocument/2006/relationships/image" Target="../media/image784.png"/><Relationship Id="rId122" Type="http://schemas.openxmlformats.org/officeDocument/2006/relationships/customXml" Target="../ink/ink806.xml"/><Relationship Id="rId164" Type="http://schemas.openxmlformats.org/officeDocument/2006/relationships/customXml" Target="../ink/ink827.xml"/><Relationship Id="rId371" Type="http://schemas.openxmlformats.org/officeDocument/2006/relationships/image" Target="../media/image919.png"/><Relationship Id="rId427" Type="http://schemas.openxmlformats.org/officeDocument/2006/relationships/image" Target="../media/image946.png"/><Relationship Id="rId26" Type="http://schemas.openxmlformats.org/officeDocument/2006/relationships/customXml" Target="../ink/ink758.xml"/><Relationship Id="rId231" Type="http://schemas.openxmlformats.org/officeDocument/2006/relationships/image" Target="../media/image849.png"/><Relationship Id="rId273" Type="http://schemas.openxmlformats.org/officeDocument/2006/relationships/image" Target="../media/image870.png"/><Relationship Id="rId329" Type="http://schemas.openxmlformats.org/officeDocument/2006/relationships/image" Target="../media/image898.png"/><Relationship Id="rId68" Type="http://schemas.openxmlformats.org/officeDocument/2006/relationships/customXml" Target="../ink/ink779.xml"/><Relationship Id="rId133" Type="http://schemas.openxmlformats.org/officeDocument/2006/relationships/image" Target="../media/image801.png"/><Relationship Id="rId175" Type="http://schemas.openxmlformats.org/officeDocument/2006/relationships/image" Target="../media/image821.png"/><Relationship Id="rId340" Type="http://schemas.openxmlformats.org/officeDocument/2006/relationships/customXml" Target="../ink/ink915.xml"/><Relationship Id="rId200" Type="http://schemas.openxmlformats.org/officeDocument/2006/relationships/customXml" Target="../ink/ink845.xml"/><Relationship Id="rId382" Type="http://schemas.openxmlformats.org/officeDocument/2006/relationships/customXml" Target="../ink/ink936.xml"/><Relationship Id="rId438" Type="http://schemas.openxmlformats.org/officeDocument/2006/relationships/customXml" Target="../ink/ink965.xml"/><Relationship Id="rId242" Type="http://schemas.openxmlformats.org/officeDocument/2006/relationships/customXml" Target="../ink/ink866.xml"/><Relationship Id="rId284" Type="http://schemas.openxmlformats.org/officeDocument/2006/relationships/customXml" Target="../ink/ink887.xml"/><Relationship Id="rId37" Type="http://schemas.openxmlformats.org/officeDocument/2006/relationships/image" Target="../media/image753.png"/><Relationship Id="rId79" Type="http://schemas.openxmlformats.org/officeDocument/2006/relationships/image" Target="../media/image774.png"/><Relationship Id="rId102" Type="http://schemas.openxmlformats.org/officeDocument/2006/relationships/customXml" Target="../ink/ink796.xml"/><Relationship Id="rId144" Type="http://schemas.openxmlformats.org/officeDocument/2006/relationships/customXml" Target="../ink/ink817.xml"/><Relationship Id="rId90" Type="http://schemas.openxmlformats.org/officeDocument/2006/relationships/customXml" Target="../ink/ink790.xml"/><Relationship Id="rId186" Type="http://schemas.openxmlformats.org/officeDocument/2006/relationships/customXml" Target="../ink/ink838.xml"/><Relationship Id="rId351" Type="http://schemas.openxmlformats.org/officeDocument/2006/relationships/image" Target="../media/image909.png"/><Relationship Id="rId393" Type="http://schemas.openxmlformats.org/officeDocument/2006/relationships/image" Target="../media/image930.png"/><Relationship Id="rId407" Type="http://schemas.openxmlformats.org/officeDocument/2006/relationships/image" Target="../media/image937.png"/><Relationship Id="rId449" Type="http://schemas.openxmlformats.org/officeDocument/2006/relationships/image" Target="../media/image957.png"/><Relationship Id="rId211" Type="http://schemas.openxmlformats.org/officeDocument/2006/relationships/image" Target="../media/image839.png"/><Relationship Id="rId253" Type="http://schemas.openxmlformats.org/officeDocument/2006/relationships/image" Target="../media/image860.png"/><Relationship Id="rId295" Type="http://schemas.openxmlformats.org/officeDocument/2006/relationships/image" Target="../media/image881.png"/><Relationship Id="rId309" Type="http://schemas.openxmlformats.org/officeDocument/2006/relationships/image" Target="../media/image888.png"/><Relationship Id="rId48" Type="http://schemas.openxmlformats.org/officeDocument/2006/relationships/customXml" Target="../ink/ink769.xml"/><Relationship Id="rId113" Type="http://schemas.openxmlformats.org/officeDocument/2006/relationships/image" Target="../media/image791.png"/><Relationship Id="rId320" Type="http://schemas.openxmlformats.org/officeDocument/2006/relationships/customXml" Target="../ink/ink905.xml"/><Relationship Id="rId155" Type="http://schemas.openxmlformats.org/officeDocument/2006/relationships/image" Target="../media/image811.png"/><Relationship Id="rId197" Type="http://schemas.openxmlformats.org/officeDocument/2006/relationships/image" Target="../media/image832.png"/><Relationship Id="rId362" Type="http://schemas.openxmlformats.org/officeDocument/2006/relationships/customXml" Target="../ink/ink926.xml"/><Relationship Id="rId418" Type="http://schemas.openxmlformats.org/officeDocument/2006/relationships/customXml" Target="../ink/ink955.xml"/><Relationship Id="rId222" Type="http://schemas.openxmlformats.org/officeDocument/2006/relationships/customXml" Target="../ink/ink856.xml"/><Relationship Id="rId264" Type="http://schemas.openxmlformats.org/officeDocument/2006/relationships/customXml" Target="../ink/ink877.xml"/><Relationship Id="rId17" Type="http://schemas.openxmlformats.org/officeDocument/2006/relationships/image" Target="../media/image743.png"/><Relationship Id="rId59" Type="http://schemas.openxmlformats.org/officeDocument/2006/relationships/image" Target="../media/image764.png"/><Relationship Id="rId124" Type="http://schemas.openxmlformats.org/officeDocument/2006/relationships/customXml" Target="../ink/ink807.xml"/><Relationship Id="rId70" Type="http://schemas.openxmlformats.org/officeDocument/2006/relationships/customXml" Target="../ink/ink780.xml"/><Relationship Id="rId166" Type="http://schemas.openxmlformats.org/officeDocument/2006/relationships/customXml" Target="../ink/ink828.xml"/><Relationship Id="rId331" Type="http://schemas.openxmlformats.org/officeDocument/2006/relationships/image" Target="../media/image899.png"/><Relationship Id="rId373" Type="http://schemas.openxmlformats.org/officeDocument/2006/relationships/image" Target="../media/image920.png"/><Relationship Id="rId429" Type="http://schemas.openxmlformats.org/officeDocument/2006/relationships/image" Target="../media/image947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850.png"/><Relationship Id="rId440" Type="http://schemas.openxmlformats.org/officeDocument/2006/relationships/customXml" Target="../ink/ink966.xml"/><Relationship Id="rId28" Type="http://schemas.openxmlformats.org/officeDocument/2006/relationships/customXml" Target="../ink/ink759.xml"/><Relationship Id="rId275" Type="http://schemas.openxmlformats.org/officeDocument/2006/relationships/image" Target="../media/image871.png"/><Relationship Id="rId300" Type="http://schemas.openxmlformats.org/officeDocument/2006/relationships/customXml" Target="../ink/ink895.xml"/><Relationship Id="rId81" Type="http://schemas.openxmlformats.org/officeDocument/2006/relationships/image" Target="../media/image775.png"/><Relationship Id="rId135" Type="http://schemas.openxmlformats.org/officeDocument/2006/relationships/image" Target="../media/image56.png"/><Relationship Id="rId177" Type="http://schemas.openxmlformats.org/officeDocument/2006/relationships/image" Target="../media/image822.png"/><Relationship Id="rId342" Type="http://schemas.openxmlformats.org/officeDocument/2006/relationships/customXml" Target="../ink/ink916.xml"/><Relationship Id="rId384" Type="http://schemas.openxmlformats.org/officeDocument/2006/relationships/customXml" Target="../ink/ink937.xml"/><Relationship Id="rId202" Type="http://schemas.openxmlformats.org/officeDocument/2006/relationships/customXml" Target="../ink/ink846.xml"/><Relationship Id="rId244" Type="http://schemas.openxmlformats.org/officeDocument/2006/relationships/customXml" Target="../ink/ink867.xml"/><Relationship Id="rId39" Type="http://schemas.openxmlformats.org/officeDocument/2006/relationships/image" Target="../media/image754.png"/><Relationship Id="rId286" Type="http://schemas.openxmlformats.org/officeDocument/2006/relationships/customXml" Target="../ink/ink888.xml"/><Relationship Id="rId451" Type="http://schemas.openxmlformats.org/officeDocument/2006/relationships/image" Target="../media/image958.png"/><Relationship Id="rId50" Type="http://schemas.openxmlformats.org/officeDocument/2006/relationships/customXml" Target="../ink/ink770.xml"/><Relationship Id="rId104" Type="http://schemas.openxmlformats.org/officeDocument/2006/relationships/customXml" Target="../ink/ink797.xml"/><Relationship Id="rId146" Type="http://schemas.openxmlformats.org/officeDocument/2006/relationships/customXml" Target="../ink/ink818.xml"/><Relationship Id="rId188" Type="http://schemas.openxmlformats.org/officeDocument/2006/relationships/customXml" Target="../ink/ink839.xml"/><Relationship Id="rId311" Type="http://schemas.openxmlformats.org/officeDocument/2006/relationships/image" Target="../media/image889.png"/><Relationship Id="rId353" Type="http://schemas.openxmlformats.org/officeDocument/2006/relationships/image" Target="../media/image910.png"/><Relationship Id="rId395" Type="http://schemas.openxmlformats.org/officeDocument/2006/relationships/image" Target="../media/image931.png"/><Relationship Id="rId409" Type="http://schemas.openxmlformats.org/officeDocument/2006/relationships/image" Target="../media/image938.png"/><Relationship Id="rId92" Type="http://schemas.openxmlformats.org/officeDocument/2006/relationships/customXml" Target="../ink/ink791.xml"/><Relationship Id="rId213" Type="http://schemas.openxmlformats.org/officeDocument/2006/relationships/image" Target="../media/image840.png"/><Relationship Id="rId420" Type="http://schemas.openxmlformats.org/officeDocument/2006/relationships/customXml" Target="../ink/ink956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19.png"/><Relationship Id="rId21" Type="http://schemas.openxmlformats.org/officeDocument/2006/relationships/image" Target="../media/image971.png"/><Relationship Id="rId324" Type="http://schemas.openxmlformats.org/officeDocument/2006/relationships/customXml" Target="../ink/ink1136.xml"/><Relationship Id="rId531" Type="http://schemas.openxmlformats.org/officeDocument/2006/relationships/image" Target="../media/image1225.png"/><Relationship Id="rId170" Type="http://schemas.openxmlformats.org/officeDocument/2006/relationships/customXml" Target="../ink/ink1059.xml"/><Relationship Id="rId268" Type="http://schemas.openxmlformats.org/officeDocument/2006/relationships/customXml" Target="../ink/ink1108.xml"/><Relationship Id="rId475" Type="http://schemas.openxmlformats.org/officeDocument/2006/relationships/image" Target="../media/image1197.png"/><Relationship Id="rId32" Type="http://schemas.openxmlformats.org/officeDocument/2006/relationships/customXml" Target="../ink/ink990.xml"/><Relationship Id="rId128" Type="http://schemas.openxmlformats.org/officeDocument/2006/relationships/customXml" Target="../ink/ink1038.xml"/><Relationship Id="rId335" Type="http://schemas.openxmlformats.org/officeDocument/2006/relationships/image" Target="../media/image1127.png"/><Relationship Id="rId542" Type="http://schemas.openxmlformats.org/officeDocument/2006/relationships/customXml" Target="../ink/ink1245.xml"/><Relationship Id="rId181" Type="http://schemas.openxmlformats.org/officeDocument/2006/relationships/image" Target="../media/image1050.png"/><Relationship Id="rId402" Type="http://schemas.openxmlformats.org/officeDocument/2006/relationships/customXml" Target="../ink/ink1175.xml"/><Relationship Id="rId279" Type="http://schemas.openxmlformats.org/officeDocument/2006/relationships/image" Target="../media/image1099.png"/><Relationship Id="rId486" Type="http://schemas.openxmlformats.org/officeDocument/2006/relationships/customXml" Target="../ink/ink1217.xml"/><Relationship Id="rId43" Type="http://schemas.openxmlformats.org/officeDocument/2006/relationships/image" Target="../media/image982.png"/><Relationship Id="rId139" Type="http://schemas.openxmlformats.org/officeDocument/2006/relationships/image" Target="../media/image1029.png"/><Relationship Id="rId346" Type="http://schemas.openxmlformats.org/officeDocument/2006/relationships/customXml" Target="../ink/ink1147.xml"/><Relationship Id="rId553" Type="http://schemas.openxmlformats.org/officeDocument/2006/relationships/image" Target="../media/image1236.png"/><Relationship Id="rId192" Type="http://schemas.openxmlformats.org/officeDocument/2006/relationships/customXml" Target="../ink/ink1070.xml"/><Relationship Id="rId206" Type="http://schemas.openxmlformats.org/officeDocument/2006/relationships/customXml" Target="../ink/ink1077.xml"/><Relationship Id="rId413" Type="http://schemas.openxmlformats.org/officeDocument/2006/relationships/image" Target="../media/image1166.png"/><Relationship Id="rId497" Type="http://schemas.openxmlformats.org/officeDocument/2006/relationships/image" Target="../media/image1208.png"/><Relationship Id="rId357" Type="http://schemas.openxmlformats.org/officeDocument/2006/relationships/image" Target="../media/image1138.png"/><Relationship Id="rId54" Type="http://schemas.openxmlformats.org/officeDocument/2006/relationships/customXml" Target="../ink/ink1001.xml"/><Relationship Id="rId217" Type="http://schemas.openxmlformats.org/officeDocument/2006/relationships/image" Target="../media/image1068.png"/><Relationship Id="rId564" Type="http://schemas.openxmlformats.org/officeDocument/2006/relationships/customXml" Target="../ink/ink1256.xml"/><Relationship Id="rId424" Type="http://schemas.openxmlformats.org/officeDocument/2006/relationships/customXml" Target="../ink/ink1186.xml"/><Relationship Id="rId270" Type="http://schemas.openxmlformats.org/officeDocument/2006/relationships/customXml" Target="../ink/ink1109.xml"/><Relationship Id="rId65" Type="http://schemas.openxmlformats.org/officeDocument/2006/relationships/image" Target="../media/image993.png"/><Relationship Id="rId130" Type="http://schemas.openxmlformats.org/officeDocument/2006/relationships/customXml" Target="../ink/ink1039.xml"/><Relationship Id="rId368" Type="http://schemas.openxmlformats.org/officeDocument/2006/relationships/customXml" Target="../ink/ink1158.xml"/><Relationship Id="rId575" Type="http://schemas.openxmlformats.org/officeDocument/2006/relationships/image" Target="../media/image1247.png"/><Relationship Id="rId228" Type="http://schemas.openxmlformats.org/officeDocument/2006/relationships/customXml" Target="../ink/ink1088.xml"/><Relationship Id="rId435" Type="http://schemas.openxmlformats.org/officeDocument/2006/relationships/image" Target="../media/image1177.png"/><Relationship Id="rId281" Type="http://schemas.openxmlformats.org/officeDocument/2006/relationships/image" Target="../media/image1100.png"/><Relationship Id="rId502" Type="http://schemas.openxmlformats.org/officeDocument/2006/relationships/customXml" Target="../ink/ink1225.xml"/><Relationship Id="rId76" Type="http://schemas.openxmlformats.org/officeDocument/2006/relationships/customXml" Target="../ink/ink1012.xml"/><Relationship Id="rId141" Type="http://schemas.openxmlformats.org/officeDocument/2006/relationships/image" Target="../media/image1030.png"/><Relationship Id="rId379" Type="http://schemas.openxmlformats.org/officeDocument/2006/relationships/image" Target="../media/image1149.png"/><Relationship Id="rId586" Type="http://schemas.openxmlformats.org/officeDocument/2006/relationships/customXml" Target="../ink/ink1267.xml"/><Relationship Id="rId7" Type="http://schemas.openxmlformats.org/officeDocument/2006/relationships/image" Target="../media/image964.png"/><Relationship Id="rId239" Type="http://schemas.openxmlformats.org/officeDocument/2006/relationships/image" Target="../media/image1079.png"/><Relationship Id="rId446" Type="http://schemas.openxmlformats.org/officeDocument/2006/relationships/customXml" Target="../ink/ink1197.xml"/><Relationship Id="rId292" Type="http://schemas.openxmlformats.org/officeDocument/2006/relationships/customXml" Target="../ink/ink1120.xml"/><Relationship Id="rId306" Type="http://schemas.openxmlformats.org/officeDocument/2006/relationships/customXml" Target="../ink/ink1127.xml"/><Relationship Id="rId87" Type="http://schemas.openxmlformats.org/officeDocument/2006/relationships/image" Target="../media/image1004.png"/><Relationship Id="rId513" Type="http://schemas.openxmlformats.org/officeDocument/2006/relationships/image" Target="../media/image1216.png"/><Relationship Id="rId597" Type="http://schemas.openxmlformats.org/officeDocument/2006/relationships/image" Target="../media/image1258.png"/><Relationship Id="rId152" Type="http://schemas.openxmlformats.org/officeDocument/2006/relationships/customXml" Target="../ink/ink1050.xml"/><Relationship Id="rId457" Type="http://schemas.openxmlformats.org/officeDocument/2006/relationships/image" Target="../media/image1188.png"/><Relationship Id="rId14" Type="http://schemas.openxmlformats.org/officeDocument/2006/relationships/customXml" Target="../ink/ink981.xml"/><Relationship Id="rId317" Type="http://schemas.openxmlformats.org/officeDocument/2006/relationships/image" Target="../media/image1118.png"/><Relationship Id="rId524" Type="http://schemas.openxmlformats.org/officeDocument/2006/relationships/customXml" Target="../ink/ink1236.xml"/><Relationship Id="rId98" Type="http://schemas.openxmlformats.org/officeDocument/2006/relationships/customXml" Target="../ink/ink1023.xml"/><Relationship Id="rId163" Type="http://schemas.openxmlformats.org/officeDocument/2006/relationships/image" Target="../media/image1041.png"/><Relationship Id="rId370" Type="http://schemas.openxmlformats.org/officeDocument/2006/relationships/customXml" Target="../ink/ink1159.xml"/><Relationship Id="rId230" Type="http://schemas.openxmlformats.org/officeDocument/2006/relationships/customXml" Target="../ink/ink1089.xml"/><Relationship Id="rId468" Type="http://schemas.openxmlformats.org/officeDocument/2006/relationships/customXml" Target="../ink/ink1208.xml"/><Relationship Id="rId25" Type="http://schemas.openxmlformats.org/officeDocument/2006/relationships/image" Target="../media/image973.png"/><Relationship Id="rId67" Type="http://schemas.openxmlformats.org/officeDocument/2006/relationships/image" Target="../media/image994.png"/><Relationship Id="rId272" Type="http://schemas.openxmlformats.org/officeDocument/2006/relationships/customXml" Target="../ink/ink1110.xml"/><Relationship Id="rId328" Type="http://schemas.openxmlformats.org/officeDocument/2006/relationships/customXml" Target="../ink/ink1138.xml"/><Relationship Id="rId535" Type="http://schemas.openxmlformats.org/officeDocument/2006/relationships/image" Target="../media/image1227.png"/><Relationship Id="rId577" Type="http://schemas.openxmlformats.org/officeDocument/2006/relationships/image" Target="../media/image1248.png"/><Relationship Id="rId132" Type="http://schemas.openxmlformats.org/officeDocument/2006/relationships/customXml" Target="../ink/ink1040.xml"/><Relationship Id="rId174" Type="http://schemas.openxmlformats.org/officeDocument/2006/relationships/customXml" Target="../ink/ink1061.xml"/><Relationship Id="rId381" Type="http://schemas.openxmlformats.org/officeDocument/2006/relationships/image" Target="../media/image1150.png"/><Relationship Id="rId602" Type="http://schemas.openxmlformats.org/officeDocument/2006/relationships/customXml" Target="../ink/ink1275.xml"/><Relationship Id="rId241" Type="http://schemas.openxmlformats.org/officeDocument/2006/relationships/image" Target="../media/image1080.png"/><Relationship Id="rId437" Type="http://schemas.openxmlformats.org/officeDocument/2006/relationships/image" Target="../media/image1178.png"/><Relationship Id="rId479" Type="http://schemas.openxmlformats.org/officeDocument/2006/relationships/image" Target="../media/image1199.png"/><Relationship Id="rId36" Type="http://schemas.openxmlformats.org/officeDocument/2006/relationships/customXml" Target="../ink/ink992.xml"/><Relationship Id="rId283" Type="http://schemas.openxmlformats.org/officeDocument/2006/relationships/image" Target="../media/image1101.png"/><Relationship Id="rId339" Type="http://schemas.openxmlformats.org/officeDocument/2006/relationships/image" Target="../media/image1129.png"/><Relationship Id="rId490" Type="http://schemas.openxmlformats.org/officeDocument/2006/relationships/customXml" Target="../ink/ink1219.xml"/><Relationship Id="rId504" Type="http://schemas.openxmlformats.org/officeDocument/2006/relationships/customXml" Target="../ink/ink1226.xml"/><Relationship Id="rId546" Type="http://schemas.openxmlformats.org/officeDocument/2006/relationships/customXml" Target="../ink/ink1247.xml"/><Relationship Id="rId78" Type="http://schemas.openxmlformats.org/officeDocument/2006/relationships/customXml" Target="../ink/ink1013.xml"/><Relationship Id="rId101" Type="http://schemas.openxmlformats.org/officeDocument/2006/relationships/image" Target="../media/image1011.png"/><Relationship Id="rId143" Type="http://schemas.openxmlformats.org/officeDocument/2006/relationships/image" Target="../media/image1031.png"/><Relationship Id="rId185" Type="http://schemas.openxmlformats.org/officeDocument/2006/relationships/image" Target="../media/image1052.png"/><Relationship Id="rId350" Type="http://schemas.openxmlformats.org/officeDocument/2006/relationships/customXml" Target="../ink/ink1149.xml"/><Relationship Id="rId406" Type="http://schemas.openxmlformats.org/officeDocument/2006/relationships/customXml" Target="../ink/ink1177.xml"/><Relationship Id="rId588" Type="http://schemas.openxmlformats.org/officeDocument/2006/relationships/customXml" Target="../ink/ink1268.xml"/><Relationship Id="rId9" Type="http://schemas.openxmlformats.org/officeDocument/2006/relationships/image" Target="../media/image965.png"/><Relationship Id="rId210" Type="http://schemas.openxmlformats.org/officeDocument/2006/relationships/customXml" Target="../ink/ink1079.xml"/><Relationship Id="rId392" Type="http://schemas.openxmlformats.org/officeDocument/2006/relationships/customXml" Target="../ink/ink1170.xml"/><Relationship Id="rId448" Type="http://schemas.openxmlformats.org/officeDocument/2006/relationships/customXml" Target="../ink/ink1198.xml"/><Relationship Id="rId252" Type="http://schemas.openxmlformats.org/officeDocument/2006/relationships/customXml" Target="../ink/ink1100.xml"/><Relationship Id="rId294" Type="http://schemas.openxmlformats.org/officeDocument/2006/relationships/customXml" Target="../ink/ink1121.xml"/><Relationship Id="rId308" Type="http://schemas.openxmlformats.org/officeDocument/2006/relationships/customXml" Target="../ink/ink1128.xml"/><Relationship Id="rId515" Type="http://schemas.openxmlformats.org/officeDocument/2006/relationships/image" Target="../media/image1217.png"/><Relationship Id="rId47" Type="http://schemas.openxmlformats.org/officeDocument/2006/relationships/image" Target="../media/image984.png"/><Relationship Id="rId89" Type="http://schemas.openxmlformats.org/officeDocument/2006/relationships/image" Target="../media/image1005.png"/><Relationship Id="rId112" Type="http://schemas.openxmlformats.org/officeDocument/2006/relationships/customXml" Target="../ink/ink1030.xml"/><Relationship Id="rId154" Type="http://schemas.openxmlformats.org/officeDocument/2006/relationships/customXml" Target="../ink/ink1051.xml"/><Relationship Id="rId361" Type="http://schemas.openxmlformats.org/officeDocument/2006/relationships/image" Target="../media/image1140.png"/><Relationship Id="rId557" Type="http://schemas.openxmlformats.org/officeDocument/2006/relationships/image" Target="../media/image1238.png"/><Relationship Id="rId599" Type="http://schemas.openxmlformats.org/officeDocument/2006/relationships/image" Target="../media/image1259.png"/><Relationship Id="rId196" Type="http://schemas.openxmlformats.org/officeDocument/2006/relationships/customXml" Target="../ink/ink1072.xml"/><Relationship Id="rId417" Type="http://schemas.openxmlformats.org/officeDocument/2006/relationships/image" Target="../media/image1168.png"/><Relationship Id="rId459" Type="http://schemas.openxmlformats.org/officeDocument/2006/relationships/image" Target="../media/image1189.png"/><Relationship Id="rId16" Type="http://schemas.openxmlformats.org/officeDocument/2006/relationships/customXml" Target="../ink/ink982.xml"/><Relationship Id="rId221" Type="http://schemas.openxmlformats.org/officeDocument/2006/relationships/image" Target="../media/image1070.png"/><Relationship Id="rId263" Type="http://schemas.openxmlformats.org/officeDocument/2006/relationships/image" Target="../media/image1091.png"/><Relationship Id="rId319" Type="http://schemas.openxmlformats.org/officeDocument/2006/relationships/image" Target="../media/image1119.png"/><Relationship Id="rId470" Type="http://schemas.openxmlformats.org/officeDocument/2006/relationships/customXml" Target="../ink/ink1209.xml"/><Relationship Id="rId526" Type="http://schemas.openxmlformats.org/officeDocument/2006/relationships/customXml" Target="../ink/ink1237.xml"/><Relationship Id="rId58" Type="http://schemas.openxmlformats.org/officeDocument/2006/relationships/customXml" Target="../ink/ink1003.xml"/><Relationship Id="rId123" Type="http://schemas.openxmlformats.org/officeDocument/2006/relationships/image" Target="../media/image1022.png"/><Relationship Id="rId330" Type="http://schemas.openxmlformats.org/officeDocument/2006/relationships/customXml" Target="../ink/ink1139.xml"/><Relationship Id="rId568" Type="http://schemas.openxmlformats.org/officeDocument/2006/relationships/customXml" Target="../ink/ink1258.xml"/><Relationship Id="rId165" Type="http://schemas.openxmlformats.org/officeDocument/2006/relationships/image" Target="../media/image1042.png"/><Relationship Id="rId372" Type="http://schemas.openxmlformats.org/officeDocument/2006/relationships/customXml" Target="../ink/ink1160.xml"/><Relationship Id="rId428" Type="http://schemas.openxmlformats.org/officeDocument/2006/relationships/customXml" Target="../ink/ink1188.xml"/><Relationship Id="rId232" Type="http://schemas.openxmlformats.org/officeDocument/2006/relationships/customXml" Target="../ink/ink1090.xml"/><Relationship Id="rId274" Type="http://schemas.openxmlformats.org/officeDocument/2006/relationships/customXml" Target="../ink/ink1111.xml"/><Relationship Id="rId481" Type="http://schemas.openxmlformats.org/officeDocument/2006/relationships/image" Target="../media/image1200.png"/><Relationship Id="rId27" Type="http://schemas.openxmlformats.org/officeDocument/2006/relationships/image" Target="../media/image974.png"/><Relationship Id="rId69" Type="http://schemas.openxmlformats.org/officeDocument/2006/relationships/image" Target="../media/image995.png"/><Relationship Id="rId134" Type="http://schemas.openxmlformats.org/officeDocument/2006/relationships/customXml" Target="../ink/ink1041.xml"/><Relationship Id="rId537" Type="http://schemas.openxmlformats.org/officeDocument/2006/relationships/image" Target="../media/image1228.png"/><Relationship Id="rId579" Type="http://schemas.openxmlformats.org/officeDocument/2006/relationships/image" Target="../media/image1249.png"/><Relationship Id="rId80" Type="http://schemas.openxmlformats.org/officeDocument/2006/relationships/customXml" Target="../ink/ink1014.xml"/><Relationship Id="rId176" Type="http://schemas.openxmlformats.org/officeDocument/2006/relationships/customXml" Target="../ink/ink1062.xml"/><Relationship Id="rId341" Type="http://schemas.openxmlformats.org/officeDocument/2006/relationships/image" Target="../media/image1130.png"/><Relationship Id="rId383" Type="http://schemas.openxmlformats.org/officeDocument/2006/relationships/image" Target="../media/image1151.png"/><Relationship Id="rId439" Type="http://schemas.openxmlformats.org/officeDocument/2006/relationships/image" Target="../media/image1179.png"/><Relationship Id="rId590" Type="http://schemas.openxmlformats.org/officeDocument/2006/relationships/customXml" Target="../ink/ink1269.xml"/><Relationship Id="rId604" Type="http://schemas.openxmlformats.org/officeDocument/2006/relationships/customXml" Target="../ink/ink1276.xml"/><Relationship Id="rId201" Type="http://schemas.openxmlformats.org/officeDocument/2006/relationships/image" Target="../media/image1060.png"/><Relationship Id="rId243" Type="http://schemas.openxmlformats.org/officeDocument/2006/relationships/image" Target="../media/image1081.png"/><Relationship Id="rId285" Type="http://schemas.openxmlformats.org/officeDocument/2006/relationships/image" Target="../media/image1102.png"/><Relationship Id="rId450" Type="http://schemas.openxmlformats.org/officeDocument/2006/relationships/customXml" Target="../ink/ink1199.xml"/><Relationship Id="rId506" Type="http://schemas.openxmlformats.org/officeDocument/2006/relationships/customXml" Target="../ink/ink1227.xml"/><Relationship Id="rId38" Type="http://schemas.openxmlformats.org/officeDocument/2006/relationships/customXml" Target="../ink/ink993.xml"/><Relationship Id="rId103" Type="http://schemas.openxmlformats.org/officeDocument/2006/relationships/image" Target="../media/image1012.png"/><Relationship Id="rId310" Type="http://schemas.openxmlformats.org/officeDocument/2006/relationships/customXml" Target="../ink/ink1129.xml"/><Relationship Id="rId492" Type="http://schemas.openxmlformats.org/officeDocument/2006/relationships/customXml" Target="../ink/ink1220.xml"/><Relationship Id="rId548" Type="http://schemas.openxmlformats.org/officeDocument/2006/relationships/customXml" Target="../ink/ink1248.xml"/><Relationship Id="rId91" Type="http://schemas.openxmlformats.org/officeDocument/2006/relationships/image" Target="../media/image1006.png"/><Relationship Id="rId145" Type="http://schemas.openxmlformats.org/officeDocument/2006/relationships/image" Target="../media/image1032.png"/><Relationship Id="rId187" Type="http://schemas.openxmlformats.org/officeDocument/2006/relationships/image" Target="../media/image1053.png"/><Relationship Id="rId352" Type="http://schemas.openxmlformats.org/officeDocument/2006/relationships/customXml" Target="../ink/ink1150.xml"/><Relationship Id="rId394" Type="http://schemas.openxmlformats.org/officeDocument/2006/relationships/customXml" Target="../ink/ink1171.xml"/><Relationship Id="rId408" Type="http://schemas.openxmlformats.org/officeDocument/2006/relationships/customXml" Target="../ink/ink1178.xml"/><Relationship Id="rId212" Type="http://schemas.openxmlformats.org/officeDocument/2006/relationships/customXml" Target="../ink/ink1080.xml"/><Relationship Id="rId254" Type="http://schemas.openxmlformats.org/officeDocument/2006/relationships/customXml" Target="../ink/ink1101.xml"/><Relationship Id="rId49" Type="http://schemas.openxmlformats.org/officeDocument/2006/relationships/image" Target="../media/image985.png"/><Relationship Id="rId114" Type="http://schemas.openxmlformats.org/officeDocument/2006/relationships/customXml" Target="../ink/ink1031.xml"/><Relationship Id="rId296" Type="http://schemas.openxmlformats.org/officeDocument/2006/relationships/customXml" Target="../ink/ink1122.xml"/><Relationship Id="rId461" Type="http://schemas.openxmlformats.org/officeDocument/2006/relationships/image" Target="../media/image1190.png"/><Relationship Id="rId517" Type="http://schemas.openxmlformats.org/officeDocument/2006/relationships/image" Target="../media/image1218.png"/><Relationship Id="rId559" Type="http://schemas.openxmlformats.org/officeDocument/2006/relationships/image" Target="../media/image1239.png"/><Relationship Id="rId60" Type="http://schemas.openxmlformats.org/officeDocument/2006/relationships/customXml" Target="../ink/ink1004.xml"/><Relationship Id="rId156" Type="http://schemas.openxmlformats.org/officeDocument/2006/relationships/customXml" Target="../ink/ink1052.xml"/><Relationship Id="rId198" Type="http://schemas.openxmlformats.org/officeDocument/2006/relationships/customXml" Target="../ink/ink1073.xml"/><Relationship Id="rId321" Type="http://schemas.openxmlformats.org/officeDocument/2006/relationships/image" Target="../media/image1120.png"/><Relationship Id="rId363" Type="http://schemas.openxmlformats.org/officeDocument/2006/relationships/image" Target="../media/image1141.png"/><Relationship Id="rId419" Type="http://schemas.openxmlformats.org/officeDocument/2006/relationships/image" Target="../media/image1169.png"/><Relationship Id="rId570" Type="http://schemas.openxmlformats.org/officeDocument/2006/relationships/customXml" Target="../ink/ink1259.xml"/><Relationship Id="rId223" Type="http://schemas.openxmlformats.org/officeDocument/2006/relationships/image" Target="../media/image1071.png"/><Relationship Id="rId430" Type="http://schemas.openxmlformats.org/officeDocument/2006/relationships/customXml" Target="../ink/ink1189.xml"/><Relationship Id="rId18" Type="http://schemas.openxmlformats.org/officeDocument/2006/relationships/customXml" Target="../ink/ink983.xml"/><Relationship Id="rId265" Type="http://schemas.openxmlformats.org/officeDocument/2006/relationships/image" Target="../media/image1092.png"/><Relationship Id="rId472" Type="http://schemas.openxmlformats.org/officeDocument/2006/relationships/customXml" Target="../ink/ink1210.xml"/><Relationship Id="rId528" Type="http://schemas.openxmlformats.org/officeDocument/2006/relationships/customXml" Target="../ink/ink1238.xml"/><Relationship Id="rId125" Type="http://schemas.openxmlformats.org/officeDocument/2006/relationships/image" Target="../media/image1023.png"/><Relationship Id="rId167" Type="http://schemas.openxmlformats.org/officeDocument/2006/relationships/image" Target="../media/image1043.png"/><Relationship Id="rId332" Type="http://schemas.openxmlformats.org/officeDocument/2006/relationships/customXml" Target="../ink/ink1140.xml"/><Relationship Id="rId374" Type="http://schemas.openxmlformats.org/officeDocument/2006/relationships/customXml" Target="../ink/ink1161.xml"/><Relationship Id="rId581" Type="http://schemas.openxmlformats.org/officeDocument/2006/relationships/image" Target="../media/image1250.png"/><Relationship Id="rId71" Type="http://schemas.openxmlformats.org/officeDocument/2006/relationships/image" Target="../media/image996.png"/><Relationship Id="rId234" Type="http://schemas.openxmlformats.org/officeDocument/2006/relationships/customXml" Target="../ink/ink1091.xml"/><Relationship Id="rId2" Type="http://schemas.openxmlformats.org/officeDocument/2006/relationships/customXml" Target="../ink/ink975.xml"/><Relationship Id="rId29" Type="http://schemas.openxmlformats.org/officeDocument/2006/relationships/image" Target="../media/image975.png"/><Relationship Id="rId276" Type="http://schemas.openxmlformats.org/officeDocument/2006/relationships/customXml" Target="../ink/ink1112.xml"/><Relationship Id="rId441" Type="http://schemas.openxmlformats.org/officeDocument/2006/relationships/image" Target="../media/image1180.png"/><Relationship Id="rId483" Type="http://schemas.openxmlformats.org/officeDocument/2006/relationships/image" Target="../media/image1201.png"/><Relationship Id="rId539" Type="http://schemas.openxmlformats.org/officeDocument/2006/relationships/image" Target="../media/image1229.png"/><Relationship Id="rId40" Type="http://schemas.openxmlformats.org/officeDocument/2006/relationships/customXml" Target="../ink/ink994.xml"/><Relationship Id="rId136" Type="http://schemas.openxmlformats.org/officeDocument/2006/relationships/customXml" Target="../ink/ink1042.xml"/><Relationship Id="rId178" Type="http://schemas.openxmlformats.org/officeDocument/2006/relationships/customXml" Target="../ink/ink1063.xml"/><Relationship Id="rId301" Type="http://schemas.openxmlformats.org/officeDocument/2006/relationships/image" Target="../media/image1110.png"/><Relationship Id="rId343" Type="http://schemas.openxmlformats.org/officeDocument/2006/relationships/image" Target="../media/image1131.png"/><Relationship Id="rId550" Type="http://schemas.openxmlformats.org/officeDocument/2006/relationships/customXml" Target="../ink/ink1249.xml"/><Relationship Id="rId82" Type="http://schemas.openxmlformats.org/officeDocument/2006/relationships/customXml" Target="../ink/ink1015.xml"/><Relationship Id="rId203" Type="http://schemas.openxmlformats.org/officeDocument/2006/relationships/image" Target="../media/image1061.png"/><Relationship Id="rId385" Type="http://schemas.openxmlformats.org/officeDocument/2006/relationships/image" Target="../media/image1152.png"/><Relationship Id="rId592" Type="http://schemas.openxmlformats.org/officeDocument/2006/relationships/customXml" Target="../ink/ink1270.xml"/><Relationship Id="rId606" Type="http://schemas.openxmlformats.org/officeDocument/2006/relationships/customXml" Target="../ink/ink1277.xml"/><Relationship Id="rId245" Type="http://schemas.openxmlformats.org/officeDocument/2006/relationships/image" Target="../media/image1082.png"/><Relationship Id="rId287" Type="http://schemas.openxmlformats.org/officeDocument/2006/relationships/image" Target="../media/image1103.png"/><Relationship Id="rId410" Type="http://schemas.openxmlformats.org/officeDocument/2006/relationships/customXml" Target="../ink/ink1179.xml"/><Relationship Id="rId452" Type="http://schemas.openxmlformats.org/officeDocument/2006/relationships/customXml" Target="../ink/ink1200.xml"/><Relationship Id="rId494" Type="http://schemas.openxmlformats.org/officeDocument/2006/relationships/customXml" Target="../ink/ink1221.xml"/><Relationship Id="rId508" Type="http://schemas.openxmlformats.org/officeDocument/2006/relationships/customXml" Target="../ink/ink1228.xml"/><Relationship Id="rId105" Type="http://schemas.openxmlformats.org/officeDocument/2006/relationships/image" Target="../media/image1013.png"/><Relationship Id="rId147" Type="http://schemas.openxmlformats.org/officeDocument/2006/relationships/image" Target="../media/image1033.png"/><Relationship Id="rId312" Type="http://schemas.openxmlformats.org/officeDocument/2006/relationships/customXml" Target="../ink/ink1130.xml"/><Relationship Id="rId354" Type="http://schemas.openxmlformats.org/officeDocument/2006/relationships/customXml" Target="../ink/ink1151.xml"/><Relationship Id="rId51" Type="http://schemas.openxmlformats.org/officeDocument/2006/relationships/image" Target="../media/image986.png"/><Relationship Id="rId93" Type="http://schemas.openxmlformats.org/officeDocument/2006/relationships/image" Target="../media/image1007.png"/><Relationship Id="rId189" Type="http://schemas.openxmlformats.org/officeDocument/2006/relationships/image" Target="../media/image1054.png"/><Relationship Id="rId396" Type="http://schemas.openxmlformats.org/officeDocument/2006/relationships/customXml" Target="../ink/ink1172.xml"/><Relationship Id="rId561" Type="http://schemas.openxmlformats.org/officeDocument/2006/relationships/image" Target="../media/image1240.png"/><Relationship Id="rId214" Type="http://schemas.openxmlformats.org/officeDocument/2006/relationships/customXml" Target="../ink/ink1081.xml"/><Relationship Id="rId256" Type="http://schemas.openxmlformats.org/officeDocument/2006/relationships/customXml" Target="../ink/ink1102.xml"/><Relationship Id="rId298" Type="http://schemas.openxmlformats.org/officeDocument/2006/relationships/customXml" Target="../ink/ink1123.xml"/><Relationship Id="rId421" Type="http://schemas.openxmlformats.org/officeDocument/2006/relationships/image" Target="../media/image1170.png"/><Relationship Id="rId463" Type="http://schemas.openxmlformats.org/officeDocument/2006/relationships/image" Target="../media/image1191.png"/><Relationship Id="rId519" Type="http://schemas.openxmlformats.org/officeDocument/2006/relationships/image" Target="../media/image1219.png"/><Relationship Id="rId116" Type="http://schemas.openxmlformats.org/officeDocument/2006/relationships/customXml" Target="../ink/ink1032.xml"/><Relationship Id="rId158" Type="http://schemas.openxmlformats.org/officeDocument/2006/relationships/customXml" Target="../ink/ink1053.xml"/><Relationship Id="rId323" Type="http://schemas.openxmlformats.org/officeDocument/2006/relationships/image" Target="../media/image1121.png"/><Relationship Id="rId530" Type="http://schemas.openxmlformats.org/officeDocument/2006/relationships/customXml" Target="../ink/ink1239.xml"/><Relationship Id="rId20" Type="http://schemas.openxmlformats.org/officeDocument/2006/relationships/customXml" Target="../ink/ink984.xml"/><Relationship Id="rId62" Type="http://schemas.openxmlformats.org/officeDocument/2006/relationships/customXml" Target="../ink/ink1005.xml"/><Relationship Id="rId365" Type="http://schemas.openxmlformats.org/officeDocument/2006/relationships/image" Target="../media/image1142.png"/><Relationship Id="rId572" Type="http://schemas.openxmlformats.org/officeDocument/2006/relationships/customXml" Target="../ink/ink1260.xml"/><Relationship Id="rId225" Type="http://schemas.openxmlformats.org/officeDocument/2006/relationships/image" Target="../media/image1072.png"/><Relationship Id="rId267" Type="http://schemas.openxmlformats.org/officeDocument/2006/relationships/image" Target="../media/image1093.png"/><Relationship Id="rId432" Type="http://schemas.openxmlformats.org/officeDocument/2006/relationships/customXml" Target="../ink/ink1190.xml"/><Relationship Id="rId474" Type="http://schemas.openxmlformats.org/officeDocument/2006/relationships/customXml" Target="../ink/ink1211.xml"/><Relationship Id="rId127" Type="http://schemas.openxmlformats.org/officeDocument/2006/relationships/image" Target="../media/image1024.png"/><Relationship Id="rId31" Type="http://schemas.openxmlformats.org/officeDocument/2006/relationships/image" Target="../media/image976.png"/><Relationship Id="rId73" Type="http://schemas.openxmlformats.org/officeDocument/2006/relationships/image" Target="../media/image997.png"/><Relationship Id="rId169" Type="http://schemas.openxmlformats.org/officeDocument/2006/relationships/image" Target="../media/image1044.png"/><Relationship Id="rId334" Type="http://schemas.openxmlformats.org/officeDocument/2006/relationships/customXml" Target="../ink/ink1141.xml"/><Relationship Id="rId376" Type="http://schemas.openxmlformats.org/officeDocument/2006/relationships/customXml" Target="../ink/ink1162.xml"/><Relationship Id="rId541" Type="http://schemas.openxmlformats.org/officeDocument/2006/relationships/image" Target="../media/image1230.png"/><Relationship Id="rId583" Type="http://schemas.openxmlformats.org/officeDocument/2006/relationships/image" Target="../media/image1251.png"/><Relationship Id="rId4" Type="http://schemas.openxmlformats.org/officeDocument/2006/relationships/customXml" Target="../ink/ink976.xml"/><Relationship Id="rId180" Type="http://schemas.openxmlformats.org/officeDocument/2006/relationships/customXml" Target="../ink/ink1064.xml"/><Relationship Id="rId236" Type="http://schemas.openxmlformats.org/officeDocument/2006/relationships/customXml" Target="../ink/ink1092.xml"/><Relationship Id="rId278" Type="http://schemas.openxmlformats.org/officeDocument/2006/relationships/customXml" Target="../ink/ink1113.xml"/><Relationship Id="rId401" Type="http://schemas.openxmlformats.org/officeDocument/2006/relationships/image" Target="../media/image1160.png"/><Relationship Id="rId443" Type="http://schemas.openxmlformats.org/officeDocument/2006/relationships/image" Target="../media/image1181.png"/><Relationship Id="rId303" Type="http://schemas.openxmlformats.org/officeDocument/2006/relationships/image" Target="../media/image1111.png"/><Relationship Id="rId485" Type="http://schemas.openxmlformats.org/officeDocument/2006/relationships/image" Target="../media/image1202.png"/><Relationship Id="rId42" Type="http://schemas.openxmlformats.org/officeDocument/2006/relationships/customXml" Target="../ink/ink995.xml"/><Relationship Id="rId84" Type="http://schemas.openxmlformats.org/officeDocument/2006/relationships/customXml" Target="../ink/ink1016.xml"/><Relationship Id="rId138" Type="http://schemas.openxmlformats.org/officeDocument/2006/relationships/customXml" Target="../ink/ink1043.xml"/><Relationship Id="rId345" Type="http://schemas.openxmlformats.org/officeDocument/2006/relationships/image" Target="../media/image1132.png"/><Relationship Id="rId387" Type="http://schemas.openxmlformats.org/officeDocument/2006/relationships/image" Target="../media/image1153.png"/><Relationship Id="rId510" Type="http://schemas.openxmlformats.org/officeDocument/2006/relationships/customXml" Target="../ink/ink1229.xml"/><Relationship Id="rId552" Type="http://schemas.openxmlformats.org/officeDocument/2006/relationships/customXml" Target="../ink/ink1250.xml"/><Relationship Id="rId594" Type="http://schemas.openxmlformats.org/officeDocument/2006/relationships/customXml" Target="../ink/ink1271.xml"/><Relationship Id="rId608" Type="http://schemas.openxmlformats.org/officeDocument/2006/relationships/customXml" Target="../ink/ink1278.xml"/><Relationship Id="rId191" Type="http://schemas.openxmlformats.org/officeDocument/2006/relationships/image" Target="../media/image1055.png"/><Relationship Id="rId205" Type="http://schemas.openxmlformats.org/officeDocument/2006/relationships/image" Target="../media/image1062.png"/><Relationship Id="rId247" Type="http://schemas.openxmlformats.org/officeDocument/2006/relationships/image" Target="../media/image1083.png"/><Relationship Id="rId412" Type="http://schemas.openxmlformats.org/officeDocument/2006/relationships/customXml" Target="../ink/ink1180.xml"/><Relationship Id="rId107" Type="http://schemas.openxmlformats.org/officeDocument/2006/relationships/image" Target="../media/image1014.png"/><Relationship Id="rId289" Type="http://schemas.openxmlformats.org/officeDocument/2006/relationships/image" Target="../media/image1104.png"/><Relationship Id="rId454" Type="http://schemas.openxmlformats.org/officeDocument/2006/relationships/customXml" Target="../ink/ink1201.xml"/><Relationship Id="rId496" Type="http://schemas.openxmlformats.org/officeDocument/2006/relationships/customXml" Target="../ink/ink1222.xml"/><Relationship Id="rId11" Type="http://schemas.openxmlformats.org/officeDocument/2006/relationships/image" Target="../media/image966.png"/><Relationship Id="rId53" Type="http://schemas.openxmlformats.org/officeDocument/2006/relationships/image" Target="../media/image987.png"/><Relationship Id="rId149" Type="http://schemas.openxmlformats.org/officeDocument/2006/relationships/image" Target="../media/image1034.png"/><Relationship Id="rId314" Type="http://schemas.openxmlformats.org/officeDocument/2006/relationships/customXml" Target="../ink/ink1131.xml"/><Relationship Id="rId356" Type="http://schemas.openxmlformats.org/officeDocument/2006/relationships/customXml" Target="../ink/ink1152.xml"/><Relationship Id="rId398" Type="http://schemas.openxmlformats.org/officeDocument/2006/relationships/customXml" Target="../ink/ink1173.xml"/><Relationship Id="rId521" Type="http://schemas.openxmlformats.org/officeDocument/2006/relationships/image" Target="../media/image1220.png"/><Relationship Id="rId563" Type="http://schemas.openxmlformats.org/officeDocument/2006/relationships/image" Target="../media/image1241.png"/><Relationship Id="rId95" Type="http://schemas.openxmlformats.org/officeDocument/2006/relationships/image" Target="../media/image1008.png"/><Relationship Id="rId160" Type="http://schemas.openxmlformats.org/officeDocument/2006/relationships/customXml" Target="../ink/ink1054.xml"/><Relationship Id="rId216" Type="http://schemas.openxmlformats.org/officeDocument/2006/relationships/customXml" Target="../ink/ink1082.xml"/><Relationship Id="rId423" Type="http://schemas.openxmlformats.org/officeDocument/2006/relationships/image" Target="../media/image1171.png"/><Relationship Id="rId258" Type="http://schemas.openxmlformats.org/officeDocument/2006/relationships/customXml" Target="../ink/ink1103.xml"/><Relationship Id="rId465" Type="http://schemas.openxmlformats.org/officeDocument/2006/relationships/image" Target="../media/image1192.png"/><Relationship Id="rId22" Type="http://schemas.openxmlformats.org/officeDocument/2006/relationships/customXml" Target="../ink/ink985.xml"/><Relationship Id="rId64" Type="http://schemas.openxmlformats.org/officeDocument/2006/relationships/customXml" Target="../ink/ink1006.xml"/><Relationship Id="rId118" Type="http://schemas.openxmlformats.org/officeDocument/2006/relationships/customXml" Target="../ink/ink1033.xml"/><Relationship Id="rId325" Type="http://schemas.openxmlformats.org/officeDocument/2006/relationships/image" Target="../media/image1122.png"/><Relationship Id="rId367" Type="http://schemas.openxmlformats.org/officeDocument/2006/relationships/image" Target="../media/image1143.png"/><Relationship Id="rId532" Type="http://schemas.openxmlformats.org/officeDocument/2006/relationships/customXml" Target="../ink/ink1240.xml"/><Relationship Id="rId574" Type="http://schemas.openxmlformats.org/officeDocument/2006/relationships/customXml" Target="../ink/ink1261.xml"/><Relationship Id="rId171" Type="http://schemas.openxmlformats.org/officeDocument/2006/relationships/image" Target="../media/image1045.png"/><Relationship Id="rId227" Type="http://schemas.openxmlformats.org/officeDocument/2006/relationships/image" Target="../media/image1073.png"/><Relationship Id="rId269" Type="http://schemas.openxmlformats.org/officeDocument/2006/relationships/image" Target="../media/image1094.png"/><Relationship Id="rId434" Type="http://schemas.openxmlformats.org/officeDocument/2006/relationships/customXml" Target="../ink/ink1191.xml"/><Relationship Id="rId476" Type="http://schemas.openxmlformats.org/officeDocument/2006/relationships/customXml" Target="../ink/ink1212.xml"/><Relationship Id="rId33" Type="http://schemas.openxmlformats.org/officeDocument/2006/relationships/image" Target="../media/image977.png"/><Relationship Id="rId129" Type="http://schemas.openxmlformats.org/officeDocument/2006/relationships/image" Target="../media/image1025.png"/><Relationship Id="rId280" Type="http://schemas.openxmlformats.org/officeDocument/2006/relationships/customXml" Target="../ink/ink1114.xml"/><Relationship Id="rId336" Type="http://schemas.openxmlformats.org/officeDocument/2006/relationships/customXml" Target="../ink/ink1142.xml"/><Relationship Id="rId501" Type="http://schemas.openxmlformats.org/officeDocument/2006/relationships/image" Target="../media/image1210.png"/><Relationship Id="rId543" Type="http://schemas.openxmlformats.org/officeDocument/2006/relationships/image" Target="../media/image1231.png"/><Relationship Id="rId75" Type="http://schemas.openxmlformats.org/officeDocument/2006/relationships/image" Target="../media/image998.png"/><Relationship Id="rId140" Type="http://schemas.openxmlformats.org/officeDocument/2006/relationships/customXml" Target="../ink/ink1044.xml"/><Relationship Id="rId182" Type="http://schemas.openxmlformats.org/officeDocument/2006/relationships/customXml" Target="../ink/ink1065.xml"/><Relationship Id="rId378" Type="http://schemas.openxmlformats.org/officeDocument/2006/relationships/customXml" Target="../ink/ink1163.xml"/><Relationship Id="rId403" Type="http://schemas.openxmlformats.org/officeDocument/2006/relationships/image" Target="../media/image1161.png"/><Relationship Id="rId585" Type="http://schemas.openxmlformats.org/officeDocument/2006/relationships/image" Target="../media/image1252.png"/><Relationship Id="rId6" Type="http://schemas.openxmlformats.org/officeDocument/2006/relationships/customXml" Target="../ink/ink977.xml"/><Relationship Id="rId238" Type="http://schemas.openxmlformats.org/officeDocument/2006/relationships/customXml" Target="../ink/ink1093.xml"/><Relationship Id="rId445" Type="http://schemas.openxmlformats.org/officeDocument/2006/relationships/image" Target="../media/image1182.png"/><Relationship Id="rId487" Type="http://schemas.openxmlformats.org/officeDocument/2006/relationships/image" Target="../media/image1203.png"/><Relationship Id="rId291" Type="http://schemas.openxmlformats.org/officeDocument/2006/relationships/image" Target="../media/image1105.png"/><Relationship Id="rId305" Type="http://schemas.openxmlformats.org/officeDocument/2006/relationships/image" Target="../media/image1112.png"/><Relationship Id="rId347" Type="http://schemas.openxmlformats.org/officeDocument/2006/relationships/image" Target="../media/image1133.png"/><Relationship Id="rId512" Type="http://schemas.openxmlformats.org/officeDocument/2006/relationships/customXml" Target="../ink/ink1230.xml"/><Relationship Id="rId44" Type="http://schemas.openxmlformats.org/officeDocument/2006/relationships/customXml" Target="../ink/ink996.xml"/><Relationship Id="rId86" Type="http://schemas.openxmlformats.org/officeDocument/2006/relationships/customXml" Target="../ink/ink1017.xml"/><Relationship Id="rId151" Type="http://schemas.openxmlformats.org/officeDocument/2006/relationships/image" Target="../media/image1035.png"/><Relationship Id="rId389" Type="http://schemas.openxmlformats.org/officeDocument/2006/relationships/image" Target="../media/image1154.png"/><Relationship Id="rId554" Type="http://schemas.openxmlformats.org/officeDocument/2006/relationships/customXml" Target="../ink/ink1251.xml"/><Relationship Id="rId596" Type="http://schemas.openxmlformats.org/officeDocument/2006/relationships/customXml" Target="../ink/ink1272.xml"/><Relationship Id="rId193" Type="http://schemas.openxmlformats.org/officeDocument/2006/relationships/image" Target="../media/image1056.png"/><Relationship Id="rId207" Type="http://schemas.openxmlformats.org/officeDocument/2006/relationships/image" Target="../media/image1063.png"/><Relationship Id="rId249" Type="http://schemas.openxmlformats.org/officeDocument/2006/relationships/image" Target="../media/image1084.png"/><Relationship Id="rId414" Type="http://schemas.openxmlformats.org/officeDocument/2006/relationships/customXml" Target="../ink/ink1181.xml"/><Relationship Id="rId456" Type="http://schemas.openxmlformats.org/officeDocument/2006/relationships/customXml" Target="../ink/ink1202.xml"/><Relationship Id="rId498" Type="http://schemas.openxmlformats.org/officeDocument/2006/relationships/customXml" Target="../ink/ink1223.xml"/><Relationship Id="rId13" Type="http://schemas.openxmlformats.org/officeDocument/2006/relationships/image" Target="../media/image967.png"/><Relationship Id="rId109" Type="http://schemas.openxmlformats.org/officeDocument/2006/relationships/image" Target="../media/image1015.png"/><Relationship Id="rId260" Type="http://schemas.openxmlformats.org/officeDocument/2006/relationships/customXml" Target="../ink/ink1104.xml"/><Relationship Id="rId316" Type="http://schemas.openxmlformats.org/officeDocument/2006/relationships/customXml" Target="../ink/ink1132.xml"/><Relationship Id="rId523" Type="http://schemas.openxmlformats.org/officeDocument/2006/relationships/image" Target="../media/image1221.png"/><Relationship Id="rId55" Type="http://schemas.openxmlformats.org/officeDocument/2006/relationships/image" Target="../media/image988.png"/><Relationship Id="rId97" Type="http://schemas.openxmlformats.org/officeDocument/2006/relationships/image" Target="../media/image1009.png"/><Relationship Id="rId120" Type="http://schemas.openxmlformats.org/officeDocument/2006/relationships/customXml" Target="../ink/ink1034.xml"/><Relationship Id="rId358" Type="http://schemas.openxmlformats.org/officeDocument/2006/relationships/customXml" Target="../ink/ink1153.xml"/><Relationship Id="rId565" Type="http://schemas.openxmlformats.org/officeDocument/2006/relationships/image" Target="../media/image1242.png"/><Relationship Id="rId162" Type="http://schemas.openxmlformats.org/officeDocument/2006/relationships/customXml" Target="../ink/ink1055.xml"/><Relationship Id="rId218" Type="http://schemas.openxmlformats.org/officeDocument/2006/relationships/customXml" Target="../ink/ink1083.xml"/><Relationship Id="rId425" Type="http://schemas.openxmlformats.org/officeDocument/2006/relationships/image" Target="../media/image1172.png"/><Relationship Id="rId467" Type="http://schemas.openxmlformats.org/officeDocument/2006/relationships/image" Target="../media/image1193.png"/><Relationship Id="rId271" Type="http://schemas.openxmlformats.org/officeDocument/2006/relationships/image" Target="../media/image1095.png"/><Relationship Id="rId24" Type="http://schemas.openxmlformats.org/officeDocument/2006/relationships/customXml" Target="../ink/ink986.xml"/><Relationship Id="rId66" Type="http://schemas.openxmlformats.org/officeDocument/2006/relationships/customXml" Target="../ink/ink1007.xml"/><Relationship Id="rId131" Type="http://schemas.openxmlformats.org/officeDocument/2006/relationships/image" Target="../media/image1026.png"/><Relationship Id="rId327" Type="http://schemas.openxmlformats.org/officeDocument/2006/relationships/image" Target="../media/image1123.png"/><Relationship Id="rId369" Type="http://schemas.openxmlformats.org/officeDocument/2006/relationships/image" Target="../media/image1144.png"/><Relationship Id="rId534" Type="http://schemas.openxmlformats.org/officeDocument/2006/relationships/customXml" Target="../ink/ink1241.xml"/><Relationship Id="rId576" Type="http://schemas.openxmlformats.org/officeDocument/2006/relationships/customXml" Target="../ink/ink1262.xml"/><Relationship Id="rId173" Type="http://schemas.openxmlformats.org/officeDocument/2006/relationships/image" Target="../media/image1046.png"/><Relationship Id="rId229" Type="http://schemas.openxmlformats.org/officeDocument/2006/relationships/image" Target="../media/image1074.png"/><Relationship Id="rId380" Type="http://schemas.openxmlformats.org/officeDocument/2006/relationships/customXml" Target="../ink/ink1164.xml"/><Relationship Id="rId436" Type="http://schemas.openxmlformats.org/officeDocument/2006/relationships/customXml" Target="../ink/ink1192.xml"/><Relationship Id="rId601" Type="http://schemas.openxmlformats.org/officeDocument/2006/relationships/image" Target="../media/image1260.png"/><Relationship Id="rId240" Type="http://schemas.openxmlformats.org/officeDocument/2006/relationships/customXml" Target="../ink/ink1094.xml"/><Relationship Id="rId478" Type="http://schemas.openxmlformats.org/officeDocument/2006/relationships/customXml" Target="../ink/ink1213.xml"/><Relationship Id="rId35" Type="http://schemas.openxmlformats.org/officeDocument/2006/relationships/image" Target="../media/image978.png"/><Relationship Id="rId77" Type="http://schemas.openxmlformats.org/officeDocument/2006/relationships/image" Target="../media/image999.png"/><Relationship Id="rId100" Type="http://schemas.openxmlformats.org/officeDocument/2006/relationships/customXml" Target="../ink/ink1024.xml"/><Relationship Id="rId282" Type="http://schemas.openxmlformats.org/officeDocument/2006/relationships/customXml" Target="../ink/ink1115.xml"/><Relationship Id="rId338" Type="http://schemas.openxmlformats.org/officeDocument/2006/relationships/customXml" Target="../ink/ink1143.xml"/><Relationship Id="rId503" Type="http://schemas.openxmlformats.org/officeDocument/2006/relationships/image" Target="../media/image1211.png"/><Relationship Id="rId545" Type="http://schemas.openxmlformats.org/officeDocument/2006/relationships/image" Target="../media/image1232.png"/><Relationship Id="rId587" Type="http://schemas.openxmlformats.org/officeDocument/2006/relationships/image" Target="../media/image1253.png"/><Relationship Id="rId8" Type="http://schemas.openxmlformats.org/officeDocument/2006/relationships/customXml" Target="../ink/ink978.xml"/><Relationship Id="rId142" Type="http://schemas.openxmlformats.org/officeDocument/2006/relationships/customXml" Target="../ink/ink1045.xml"/><Relationship Id="rId184" Type="http://schemas.openxmlformats.org/officeDocument/2006/relationships/customXml" Target="../ink/ink1066.xml"/><Relationship Id="rId391" Type="http://schemas.openxmlformats.org/officeDocument/2006/relationships/image" Target="../media/image1155.png"/><Relationship Id="rId405" Type="http://schemas.openxmlformats.org/officeDocument/2006/relationships/image" Target="../media/image1162.png"/><Relationship Id="rId447" Type="http://schemas.openxmlformats.org/officeDocument/2006/relationships/image" Target="../media/image1183.png"/><Relationship Id="rId251" Type="http://schemas.openxmlformats.org/officeDocument/2006/relationships/image" Target="../media/image1085.png"/><Relationship Id="rId489" Type="http://schemas.openxmlformats.org/officeDocument/2006/relationships/image" Target="../media/image1204.png"/><Relationship Id="rId46" Type="http://schemas.openxmlformats.org/officeDocument/2006/relationships/customXml" Target="../ink/ink997.xml"/><Relationship Id="rId293" Type="http://schemas.openxmlformats.org/officeDocument/2006/relationships/image" Target="../media/image1106.png"/><Relationship Id="rId307" Type="http://schemas.openxmlformats.org/officeDocument/2006/relationships/image" Target="../media/image1113.png"/><Relationship Id="rId349" Type="http://schemas.openxmlformats.org/officeDocument/2006/relationships/image" Target="../media/image1134.png"/><Relationship Id="rId514" Type="http://schemas.openxmlformats.org/officeDocument/2006/relationships/customXml" Target="../ink/ink1231.xml"/><Relationship Id="rId556" Type="http://schemas.openxmlformats.org/officeDocument/2006/relationships/customXml" Target="../ink/ink1252.xml"/><Relationship Id="rId88" Type="http://schemas.openxmlformats.org/officeDocument/2006/relationships/customXml" Target="../ink/ink1018.xml"/><Relationship Id="rId111" Type="http://schemas.openxmlformats.org/officeDocument/2006/relationships/image" Target="../media/image1016.png"/><Relationship Id="rId153" Type="http://schemas.openxmlformats.org/officeDocument/2006/relationships/image" Target="../media/image1036.png"/><Relationship Id="rId195" Type="http://schemas.openxmlformats.org/officeDocument/2006/relationships/image" Target="../media/image1057.png"/><Relationship Id="rId209" Type="http://schemas.openxmlformats.org/officeDocument/2006/relationships/image" Target="../media/image1064.png"/><Relationship Id="rId360" Type="http://schemas.openxmlformats.org/officeDocument/2006/relationships/customXml" Target="../ink/ink1154.xml"/><Relationship Id="rId416" Type="http://schemas.openxmlformats.org/officeDocument/2006/relationships/customXml" Target="../ink/ink1182.xml"/><Relationship Id="rId598" Type="http://schemas.openxmlformats.org/officeDocument/2006/relationships/customXml" Target="../ink/ink1273.xml"/><Relationship Id="rId220" Type="http://schemas.openxmlformats.org/officeDocument/2006/relationships/customXml" Target="../ink/ink1084.xml"/><Relationship Id="rId458" Type="http://schemas.openxmlformats.org/officeDocument/2006/relationships/customXml" Target="../ink/ink1203.xml"/><Relationship Id="rId15" Type="http://schemas.openxmlformats.org/officeDocument/2006/relationships/image" Target="../media/image968.png"/><Relationship Id="rId57" Type="http://schemas.openxmlformats.org/officeDocument/2006/relationships/image" Target="../media/image989.png"/><Relationship Id="rId262" Type="http://schemas.openxmlformats.org/officeDocument/2006/relationships/customXml" Target="../ink/ink1105.xml"/><Relationship Id="rId318" Type="http://schemas.openxmlformats.org/officeDocument/2006/relationships/customXml" Target="../ink/ink1133.xml"/><Relationship Id="rId525" Type="http://schemas.openxmlformats.org/officeDocument/2006/relationships/image" Target="../media/image1222.png"/><Relationship Id="rId567" Type="http://schemas.openxmlformats.org/officeDocument/2006/relationships/image" Target="../media/image1243.png"/><Relationship Id="rId99" Type="http://schemas.openxmlformats.org/officeDocument/2006/relationships/image" Target="../media/image1010.png"/><Relationship Id="rId122" Type="http://schemas.openxmlformats.org/officeDocument/2006/relationships/customXml" Target="../ink/ink1035.xml"/><Relationship Id="rId164" Type="http://schemas.openxmlformats.org/officeDocument/2006/relationships/customXml" Target="../ink/ink1056.xml"/><Relationship Id="rId371" Type="http://schemas.openxmlformats.org/officeDocument/2006/relationships/image" Target="../media/image1145.png"/><Relationship Id="rId427" Type="http://schemas.openxmlformats.org/officeDocument/2006/relationships/image" Target="../media/image1173.png"/><Relationship Id="rId469" Type="http://schemas.openxmlformats.org/officeDocument/2006/relationships/image" Target="../media/image1194.png"/><Relationship Id="rId26" Type="http://schemas.openxmlformats.org/officeDocument/2006/relationships/customXml" Target="../ink/ink987.xml"/><Relationship Id="rId231" Type="http://schemas.openxmlformats.org/officeDocument/2006/relationships/image" Target="../media/image1075.png"/><Relationship Id="rId273" Type="http://schemas.openxmlformats.org/officeDocument/2006/relationships/image" Target="../media/image1096.png"/><Relationship Id="rId329" Type="http://schemas.openxmlformats.org/officeDocument/2006/relationships/image" Target="../media/image1124.png"/><Relationship Id="rId480" Type="http://schemas.openxmlformats.org/officeDocument/2006/relationships/customXml" Target="../ink/ink1214.xml"/><Relationship Id="rId536" Type="http://schemas.openxmlformats.org/officeDocument/2006/relationships/customXml" Target="../ink/ink1242.xml"/><Relationship Id="rId68" Type="http://schemas.openxmlformats.org/officeDocument/2006/relationships/customXml" Target="../ink/ink1008.xml"/><Relationship Id="rId133" Type="http://schemas.openxmlformats.org/officeDocument/2006/relationships/image" Target="../media/image1027.png"/><Relationship Id="rId175" Type="http://schemas.openxmlformats.org/officeDocument/2006/relationships/image" Target="../media/image1047.png"/><Relationship Id="rId340" Type="http://schemas.openxmlformats.org/officeDocument/2006/relationships/customXml" Target="../ink/ink1144.xml"/><Relationship Id="rId578" Type="http://schemas.openxmlformats.org/officeDocument/2006/relationships/customXml" Target="../ink/ink1263.xml"/><Relationship Id="rId200" Type="http://schemas.openxmlformats.org/officeDocument/2006/relationships/customXml" Target="../ink/ink1074.xml"/><Relationship Id="rId382" Type="http://schemas.openxmlformats.org/officeDocument/2006/relationships/customXml" Target="../ink/ink1165.xml"/><Relationship Id="rId438" Type="http://schemas.openxmlformats.org/officeDocument/2006/relationships/customXml" Target="../ink/ink1193.xml"/><Relationship Id="rId603" Type="http://schemas.openxmlformats.org/officeDocument/2006/relationships/image" Target="../media/image1261.png"/><Relationship Id="rId242" Type="http://schemas.openxmlformats.org/officeDocument/2006/relationships/customXml" Target="../ink/ink1095.xml"/><Relationship Id="rId284" Type="http://schemas.openxmlformats.org/officeDocument/2006/relationships/customXml" Target="../ink/ink1116.xml"/><Relationship Id="rId491" Type="http://schemas.openxmlformats.org/officeDocument/2006/relationships/image" Target="../media/image1205.png"/><Relationship Id="rId505" Type="http://schemas.openxmlformats.org/officeDocument/2006/relationships/image" Target="../media/image1212.png"/><Relationship Id="rId37" Type="http://schemas.openxmlformats.org/officeDocument/2006/relationships/image" Target="../media/image979.png"/><Relationship Id="rId79" Type="http://schemas.openxmlformats.org/officeDocument/2006/relationships/image" Target="../media/image1000.png"/><Relationship Id="rId102" Type="http://schemas.openxmlformats.org/officeDocument/2006/relationships/customXml" Target="../ink/ink1025.xml"/><Relationship Id="rId144" Type="http://schemas.openxmlformats.org/officeDocument/2006/relationships/customXml" Target="../ink/ink1046.xml"/><Relationship Id="rId547" Type="http://schemas.openxmlformats.org/officeDocument/2006/relationships/image" Target="../media/image1233.png"/><Relationship Id="rId589" Type="http://schemas.openxmlformats.org/officeDocument/2006/relationships/image" Target="../media/image1254.png"/><Relationship Id="rId90" Type="http://schemas.openxmlformats.org/officeDocument/2006/relationships/customXml" Target="../ink/ink1019.xml"/><Relationship Id="rId186" Type="http://schemas.openxmlformats.org/officeDocument/2006/relationships/customXml" Target="../ink/ink1067.xml"/><Relationship Id="rId351" Type="http://schemas.openxmlformats.org/officeDocument/2006/relationships/image" Target="../media/image1135.png"/><Relationship Id="rId393" Type="http://schemas.openxmlformats.org/officeDocument/2006/relationships/image" Target="../media/image1156.png"/><Relationship Id="rId407" Type="http://schemas.openxmlformats.org/officeDocument/2006/relationships/image" Target="../media/image1163.png"/><Relationship Id="rId449" Type="http://schemas.openxmlformats.org/officeDocument/2006/relationships/image" Target="../media/image1184.png"/><Relationship Id="rId211" Type="http://schemas.openxmlformats.org/officeDocument/2006/relationships/image" Target="../media/image1065.png"/><Relationship Id="rId253" Type="http://schemas.openxmlformats.org/officeDocument/2006/relationships/image" Target="../media/image1086.png"/><Relationship Id="rId295" Type="http://schemas.openxmlformats.org/officeDocument/2006/relationships/image" Target="../media/image1107.png"/><Relationship Id="rId309" Type="http://schemas.openxmlformats.org/officeDocument/2006/relationships/image" Target="../media/image1114.png"/><Relationship Id="rId460" Type="http://schemas.openxmlformats.org/officeDocument/2006/relationships/customXml" Target="../ink/ink1204.xml"/><Relationship Id="rId516" Type="http://schemas.openxmlformats.org/officeDocument/2006/relationships/customXml" Target="../ink/ink1232.xml"/><Relationship Id="rId48" Type="http://schemas.openxmlformats.org/officeDocument/2006/relationships/customXml" Target="../ink/ink998.xml"/><Relationship Id="rId113" Type="http://schemas.openxmlformats.org/officeDocument/2006/relationships/image" Target="../media/image1017.png"/><Relationship Id="rId320" Type="http://schemas.openxmlformats.org/officeDocument/2006/relationships/customXml" Target="../ink/ink1134.xml"/><Relationship Id="rId558" Type="http://schemas.openxmlformats.org/officeDocument/2006/relationships/customXml" Target="../ink/ink1253.xml"/><Relationship Id="rId155" Type="http://schemas.openxmlformats.org/officeDocument/2006/relationships/image" Target="../media/image1037.png"/><Relationship Id="rId197" Type="http://schemas.openxmlformats.org/officeDocument/2006/relationships/image" Target="../media/image1058.png"/><Relationship Id="rId362" Type="http://schemas.openxmlformats.org/officeDocument/2006/relationships/customXml" Target="../ink/ink1155.xml"/><Relationship Id="rId418" Type="http://schemas.openxmlformats.org/officeDocument/2006/relationships/customXml" Target="../ink/ink1183.xml"/><Relationship Id="rId222" Type="http://schemas.openxmlformats.org/officeDocument/2006/relationships/customXml" Target="../ink/ink1085.xml"/><Relationship Id="rId264" Type="http://schemas.openxmlformats.org/officeDocument/2006/relationships/customXml" Target="../ink/ink1106.xml"/><Relationship Id="rId471" Type="http://schemas.openxmlformats.org/officeDocument/2006/relationships/image" Target="../media/image1195.png"/><Relationship Id="rId17" Type="http://schemas.openxmlformats.org/officeDocument/2006/relationships/image" Target="../media/image969.png"/><Relationship Id="rId59" Type="http://schemas.openxmlformats.org/officeDocument/2006/relationships/image" Target="../media/image990.png"/><Relationship Id="rId124" Type="http://schemas.openxmlformats.org/officeDocument/2006/relationships/customXml" Target="../ink/ink1036.xml"/><Relationship Id="rId527" Type="http://schemas.openxmlformats.org/officeDocument/2006/relationships/image" Target="../media/image1223.png"/><Relationship Id="rId569" Type="http://schemas.openxmlformats.org/officeDocument/2006/relationships/image" Target="../media/image1244.png"/><Relationship Id="rId70" Type="http://schemas.openxmlformats.org/officeDocument/2006/relationships/customXml" Target="../ink/ink1009.xml"/><Relationship Id="rId166" Type="http://schemas.openxmlformats.org/officeDocument/2006/relationships/customXml" Target="../ink/ink1057.xml"/><Relationship Id="rId331" Type="http://schemas.openxmlformats.org/officeDocument/2006/relationships/image" Target="../media/image1125.png"/><Relationship Id="rId373" Type="http://schemas.openxmlformats.org/officeDocument/2006/relationships/image" Target="../media/image1146.png"/><Relationship Id="rId429" Type="http://schemas.openxmlformats.org/officeDocument/2006/relationships/image" Target="../media/image1174.png"/><Relationship Id="rId580" Type="http://schemas.openxmlformats.org/officeDocument/2006/relationships/customXml" Target="../ink/ink1264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076.png"/><Relationship Id="rId440" Type="http://schemas.openxmlformats.org/officeDocument/2006/relationships/customXml" Target="../ink/ink1194.xml"/><Relationship Id="rId28" Type="http://schemas.openxmlformats.org/officeDocument/2006/relationships/customXml" Target="../ink/ink988.xml"/><Relationship Id="rId275" Type="http://schemas.openxmlformats.org/officeDocument/2006/relationships/image" Target="../media/image1097.png"/><Relationship Id="rId300" Type="http://schemas.openxmlformats.org/officeDocument/2006/relationships/customXml" Target="../ink/ink1124.xml"/><Relationship Id="rId482" Type="http://schemas.openxmlformats.org/officeDocument/2006/relationships/customXml" Target="../ink/ink1215.xml"/><Relationship Id="rId538" Type="http://schemas.openxmlformats.org/officeDocument/2006/relationships/customXml" Target="../ink/ink1243.xml"/><Relationship Id="rId81" Type="http://schemas.openxmlformats.org/officeDocument/2006/relationships/image" Target="../media/image1001.png"/><Relationship Id="rId135" Type="http://schemas.openxmlformats.org/officeDocument/2006/relationships/image" Target="../media/image1028.png"/><Relationship Id="rId177" Type="http://schemas.openxmlformats.org/officeDocument/2006/relationships/image" Target="../media/image1048.png"/><Relationship Id="rId342" Type="http://schemas.openxmlformats.org/officeDocument/2006/relationships/customXml" Target="../ink/ink1145.xml"/><Relationship Id="rId384" Type="http://schemas.openxmlformats.org/officeDocument/2006/relationships/customXml" Target="../ink/ink1166.xml"/><Relationship Id="rId591" Type="http://schemas.openxmlformats.org/officeDocument/2006/relationships/image" Target="../media/image1255.png"/><Relationship Id="rId605" Type="http://schemas.openxmlformats.org/officeDocument/2006/relationships/image" Target="../media/image1262.png"/><Relationship Id="rId202" Type="http://schemas.openxmlformats.org/officeDocument/2006/relationships/customXml" Target="../ink/ink1075.xml"/><Relationship Id="rId244" Type="http://schemas.openxmlformats.org/officeDocument/2006/relationships/customXml" Target="../ink/ink1096.xml"/><Relationship Id="rId39" Type="http://schemas.openxmlformats.org/officeDocument/2006/relationships/image" Target="../media/image980.png"/><Relationship Id="rId286" Type="http://schemas.openxmlformats.org/officeDocument/2006/relationships/customXml" Target="../ink/ink1117.xml"/><Relationship Id="rId451" Type="http://schemas.openxmlformats.org/officeDocument/2006/relationships/image" Target="../media/image1185.png"/><Relationship Id="rId493" Type="http://schemas.openxmlformats.org/officeDocument/2006/relationships/image" Target="../media/image1206.png"/><Relationship Id="rId507" Type="http://schemas.openxmlformats.org/officeDocument/2006/relationships/image" Target="../media/image1213.png"/><Relationship Id="rId549" Type="http://schemas.openxmlformats.org/officeDocument/2006/relationships/image" Target="../media/image1234.png"/><Relationship Id="rId50" Type="http://schemas.openxmlformats.org/officeDocument/2006/relationships/customXml" Target="../ink/ink999.xml"/><Relationship Id="rId104" Type="http://schemas.openxmlformats.org/officeDocument/2006/relationships/customXml" Target="../ink/ink1026.xml"/><Relationship Id="rId146" Type="http://schemas.openxmlformats.org/officeDocument/2006/relationships/customXml" Target="../ink/ink1047.xml"/><Relationship Id="rId188" Type="http://schemas.openxmlformats.org/officeDocument/2006/relationships/customXml" Target="../ink/ink1068.xml"/><Relationship Id="rId311" Type="http://schemas.openxmlformats.org/officeDocument/2006/relationships/image" Target="../media/image1115.png"/><Relationship Id="rId353" Type="http://schemas.openxmlformats.org/officeDocument/2006/relationships/image" Target="../media/image1136.png"/><Relationship Id="rId395" Type="http://schemas.openxmlformats.org/officeDocument/2006/relationships/image" Target="../media/image1157.png"/><Relationship Id="rId409" Type="http://schemas.openxmlformats.org/officeDocument/2006/relationships/image" Target="../media/image1164.png"/><Relationship Id="rId560" Type="http://schemas.openxmlformats.org/officeDocument/2006/relationships/customXml" Target="../ink/ink1254.xml"/><Relationship Id="rId92" Type="http://schemas.openxmlformats.org/officeDocument/2006/relationships/customXml" Target="../ink/ink1020.xml"/><Relationship Id="rId213" Type="http://schemas.openxmlformats.org/officeDocument/2006/relationships/image" Target="../media/image1066.png"/><Relationship Id="rId420" Type="http://schemas.openxmlformats.org/officeDocument/2006/relationships/customXml" Target="../ink/ink1184.xml"/><Relationship Id="rId255" Type="http://schemas.openxmlformats.org/officeDocument/2006/relationships/image" Target="../media/image1087.png"/><Relationship Id="rId297" Type="http://schemas.openxmlformats.org/officeDocument/2006/relationships/image" Target="../media/image1108.png"/><Relationship Id="rId462" Type="http://schemas.openxmlformats.org/officeDocument/2006/relationships/customXml" Target="../ink/ink1205.xml"/><Relationship Id="rId518" Type="http://schemas.openxmlformats.org/officeDocument/2006/relationships/customXml" Target="../ink/ink1233.xml"/><Relationship Id="rId115" Type="http://schemas.openxmlformats.org/officeDocument/2006/relationships/image" Target="../media/image1018.png"/><Relationship Id="rId157" Type="http://schemas.openxmlformats.org/officeDocument/2006/relationships/image" Target="../media/image1038.png"/><Relationship Id="rId322" Type="http://schemas.openxmlformats.org/officeDocument/2006/relationships/customXml" Target="../ink/ink1135.xml"/><Relationship Id="rId364" Type="http://schemas.openxmlformats.org/officeDocument/2006/relationships/customXml" Target="../ink/ink1156.xml"/><Relationship Id="rId61" Type="http://schemas.openxmlformats.org/officeDocument/2006/relationships/image" Target="../media/image991.png"/><Relationship Id="rId199" Type="http://schemas.openxmlformats.org/officeDocument/2006/relationships/image" Target="../media/image1059.png"/><Relationship Id="rId571" Type="http://schemas.openxmlformats.org/officeDocument/2006/relationships/image" Target="../media/image1245.png"/><Relationship Id="rId19" Type="http://schemas.openxmlformats.org/officeDocument/2006/relationships/image" Target="../media/image970.png"/><Relationship Id="rId224" Type="http://schemas.openxmlformats.org/officeDocument/2006/relationships/customXml" Target="../ink/ink1086.xml"/><Relationship Id="rId266" Type="http://schemas.openxmlformats.org/officeDocument/2006/relationships/customXml" Target="../ink/ink1107.xml"/><Relationship Id="rId431" Type="http://schemas.openxmlformats.org/officeDocument/2006/relationships/image" Target="../media/image1175.png"/><Relationship Id="rId473" Type="http://schemas.openxmlformats.org/officeDocument/2006/relationships/image" Target="../media/image1196.png"/><Relationship Id="rId529" Type="http://schemas.openxmlformats.org/officeDocument/2006/relationships/image" Target="../media/image1224.png"/><Relationship Id="rId30" Type="http://schemas.openxmlformats.org/officeDocument/2006/relationships/customXml" Target="../ink/ink989.xml"/><Relationship Id="rId126" Type="http://schemas.openxmlformats.org/officeDocument/2006/relationships/customXml" Target="../ink/ink1037.xml"/><Relationship Id="rId168" Type="http://schemas.openxmlformats.org/officeDocument/2006/relationships/customXml" Target="../ink/ink1058.xml"/><Relationship Id="rId333" Type="http://schemas.openxmlformats.org/officeDocument/2006/relationships/image" Target="../media/image1126.png"/><Relationship Id="rId540" Type="http://schemas.openxmlformats.org/officeDocument/2006/relationships/customXml" Target="../ink/ink1244.xml"/><Relationship Id="rId72" Type="http://schemas.openxmlformats.org/officeDocument/2006/relationships/customXml" Target="../ink/ink1010.xml"/><Relationship Id="rId375" Type="http://schemas.openxmlformats.org/officeDocument/2006/relationships/image" Target="../media/image1147.png"/><Relationship Id="rId582" Type="http://schemas.openxmlformats.org/officeDocument/2006/relationships/customXml" Target="../ink/ink1265.xml"/><Relationship Id="rId3" Type="http://schemas.openxmlformats.org/officeDocument/2006/relationships/image" Target="../media/image962.png"/><Relationship Id="rId235" Type="http://schemas.openxmlformats.org/officeDocument/2006/relationships/image" Target="../media/image1077.png"/><Relationship Id="rId277" Type="http://schemas.openxmlformats.org/officeDocument/2006/relationships/image" Target="../media/image1098.png"/><Relationship Id="rId400" Type="http://schemas.openxmlformats.org/officeDocument/2006/relationships/customXml" Target="../ink/ink1174.xml"/><Relationship Id="rId442" Type="http://schemas.openxmlformats.org/officeDocument/2006/relationships/customXml" Target="../ink/ink1195.xml"/><Relationship Id="rId484" Type="http://schemas.openxmlformats.org/officeDocument/2006/relationships/customXml" Target="../ink/ink1216.xml"/><Relationship Id="rId137" Type="http://schemas.openxmlformats.org/officeDocument/2006/relationships/image" Target="../media/image458.png"/><Relationship Id="rId302" Type="http://schemas.openxmlformats.org/officeDocument/2006/relationships/customXml" Target="../ink/ink1125.xml"/><Relationship Id="rId344" Type="http://schemas.openxmlformats.org/officeDocument/2006/relationships/customXml" Target="../ink/ink1146.xml"/><Relationship Id="rId41" Type="http://schemas.openxmlformats.org/officeDocument/2006/relationships/image" Target="../media/image981.png"/><Relationship Id="rId83" Type="http://schemas.openxmlformats.org/officeDocument/2006/relationships/image" Target="../media/image1002.png"/><Relationship Id="rId179" Type="http://schemas.openxmlformats.org/officeDocument/2006/relationships/image" Target="../media/image1049.png"/><Relationship Id="rId386" Type="http://schemas.openxmlformats.org/officeDocument/2006/relationships/customXml" Target="../ink/ink1167.xml"/><Relationship Id="rId551" Type="http://schemas.openxmlformats.org/officeDocument/2006/relationships/image" Target="../media/image1235.png"/><Relationship Id="rId593" Type="http://schemas.openxmlformats.org/officeDocument/2006/relationships/image" Target="../media/image1256.png"/><Relationship Id="rId607" Type="http://schemas.openxmlformats.org/officeDocument/2006/relationships/image" Target="../media/image1263.png"/><Relationship Id="rId190" Type="http://schemas.openxmlformats.org/officeDocument/2006/relationships/customXml" Target="../ink/ink1069.xml"/><Relationship Id="rId204" Type="http://schemas.openxmlformats.org/officeDocument/2006/relationships/customXml" Target="../ink/ink1076.xml"/><Relationship Id="rId246" Type="http://schemas.openxmlformats.org/officeDocument/2006/relationships/customXml" Target="../ink/ink1097.xml"/><Relationship Id="rId288" Type="http://schemas.openxmlformats.org/officeDocument/2006/relationships/customXml" Target="../ink/ink1118.xml"/><Relationship Id="rId411" Type="http://schemas.openxmlformats.org/officeDocument/2006/relationships/image" Target="../media/image1165.png"/><Relationship Id="rId453" Type="http://schemas.openxmlformats.org/officeDocument/2006/relationships/image" Target="../media/image1186.png"/><Relationship Id="rId509" Type="http://schemas.openxmlformats.org/officeDocument/2006/relationships/image" Target="../media/image1214.png"/><Relationship Id="rId106" Type="http://schemas.openxmlformats.org/officeDocument/2006/relationships/customXml" Target="../ink/ink1027.xml"/><Relationship Id="rId313" Type="http://schemas.openxmlformats.org/officeDocument/2006/relationships/image" Target="../media/image1116.png"/><Relationship Id="rId495" Type="http://schemas.openxmlformats.org/officeDocument/2006/relationships/image" Target="../media/image1207.png"/><Relationship Id="rId10" Type="http://schemas.openxmlformats.org/officeDocument/2006/relationships/customXml" Target="../ink/ink979.xml"/><Relationship Id="rId52" Type="http://schemas.openxmlformats.org/officeDocument/2006/relationships/customXml" Target="../ink/ink1000.xml"/><Relationship Id="rId94" Type="http://schemas.openxmlformats.org/officeDocument/2006/relationships/customXml" Target="../ink/ink1021.xml"/><Relationship Id="rId148" Type="http://schemas.openxmlformats.org/officeDocument/2006/relationships/customXml" Target="../ink/ink1048.xml"/><Relationship Id="rId355" Type="http://schemas.openxmlformats.org/officeDocument/2006/relationships/image" Target="../media/image1137.png"/><Relationship Id="rId397" Type="http://schemas.openxmlformats.org/officeDocument/2006/relationships/image" Target="../media/image1158.png"/><Relationship Id="rId520" Type="http://schemas.openxmlformats.org/officeDocument/2006/relationships/customXml" Target="../ink/ink1234.xml"/><Relationship Id="rId562" Type="http://schemas.openxmlformats.org/officeDocument/2006/relationships/customXml" Target="../ink/ink1255.xml"/><Relationship Id="rId215" Type="http://schemas.openxmlformats.org/officeDocument/2006/relationships/image" Target="../media/image1067.png"/><Relationship Id="rId257" Type="http://schemas.openxmlformats.org/officeDocument/2006/relationships/image" Target="../media/image1088.png"/><Relationship Id="rId422" Type="http://schemas.openxmlformats.org/officeDocument/2006/relationships/customXml" Target="../ink/ink1185.xml"/><Relationship Id="rId464" Type="http://schemas.openxmlformats.org/officeDocument/2006/relationships/customXml" Target="../ink/ink1206.xml"/><Relationship Id="rId299" Type="http://schemas.openxmlformats.org/officeDocument/2006/relationships/image" Target="../media/image1109.png"/><Relationship Id="rId63" Type="http://schemas.openxmlformats.org/officeDocument/2006/relationships/image" Target="../media/image992.png"/><Relationship Id="rId159" Type="http://schemas.openxmlformats.org/officeDocument/2006/relationships/image" Target="../media/image1039.png"/><Relationship Id="rId366" Type="http://schemas.openxmlformats.org/officeDocument/2006/relationships/customXml" Target="../ink/ink1157.xml"/><Relationship Id="rId573" Type="http://schemas.openxmlformats.org/officeDocument/2006/relationships/image" Target="../media/image1246.png"/><Relationship Id="rId226" Type="http://schemas.openxmlformats.org/officeDocument/2006/relationships/customXml" Target="../ink/ink1087.xml"/><Relationship Id="rId433" Type="http://schemas.openxmlformats.org/officeDocument/2006/relationships/image" Target="../media/image1176.png"/><Relationship Id="rId74" Type="http://schemas.openxmlformats.org/officeDocument/2006/relationships/customXml" Target="../ink/ink1011.xml"/><Relationship Id="rId377" Type="http://schemas.openxmlformats.org/officeDocument/2006/relationships/image" Target="../media/image1148.png"/><Relationship Id="rId500" Type="http://schemas.openxmlformats.org/officeDocument/2006/relationships/customXml" Target="../ink/ink1224.xml"/><Relationship Id="rId584" Type="http://schemas.openxmlformats.org/officeDocument/2006/relationships/customXml" Target="../ink/ink1266.xml"/><Relationship Id="rId5" Type="http://schemas.openxmlformats.org/officeDocument/2006/relationships/image" Target="../media/image963.png"/><Relationship Id="rId237" Type="http://schemas.openxmlformats.org/officeDocument/2006/relationships/image" Target="../media/image1078.png"/><Relationship Id="rId444" Type="http://schemas.openxmlformats.org/officeDocument/2006/relationships/customXml" Target="../ink/ink1196.xml"/><Relationship Id="rId290" Type="http://schemas.openxmlformats.org/officeDocument/2006/relationships/customXml" Target="../ink/ink1119.xml"/><Relationship Id="rId304" Type="http://schemas.openxmlformats.org/officeDocument/2006/relationships/customXml" Target="../ink/ink1126.xml"/><Relationship Id="rId388" Type="http://schemas.openxmlformats.org/officeDocument/2006/relationships/customXml" Target="../ink/ink1168.xml"/><Relationship Id="rId511" Type="http://schemas.openxmlformats.org/officeDocument/2006/relationships/image" Target="../media/image1215.png"/><Relationship Id="rId609" Type="http://schemas.openxmlformats.org/officeDocument/2006/relationships/image" Target="../media/image1264.png"/><Relationship Id="rId85" Type="http://schemas.openxmlformats.org/officeDocument/2006/relationships/image" Target="../media/image1003.png"/><Relationship Id="rId150" Type="http://schemas.openxmlformats.org/officeDocument/2006/relationships/customXml" Target="../ink/ink1049.xml"/><Relationship Id="rId595" Type="http://schemas.openxmlformats.org/officeDocument/2006/relationships/image" Target="../media/image1257.png"/><Relationship Id="rId248" Type="http://schemas.openxmlformats.org/officeDocument/2006/relationships/customXml" Target="../ink/ink1098.xml"/><Relationship Id="rId455" Type="http://schemas.openxmlformats.org/officeDocument/2006/relationships/image" Target="../media/image1187.png"/><Relationship Id="rId12" Type="http://schemas.openxmlformats.org/officeDocument/2006/relationships/customXml" Target="../ink/ink980.xml"/><Relationship Id="rId108" Type="http://schemas.openxmlformats.org/officeDocument/2006/relationships/customXml" Target="../ink/ink1028.xml"/><Relationship Id="rId315" Type="http://schemas.openxmlformats.org/officeDocument/2006/relationships/image" Target="../media/image1117.png"/><Relationship Id="rId522" Type="http://schemas.openxmlformats.org/officeDocument/2006/relationships/customXml" Target="../ink/ink1235.xml"/><Relationship Id="rId96" Type="http://schemas.openxmlformats.org/officeDocument/2006/relationships/customXml" Target="../ink/ink1022.xml"/><Relationship Id="rId161" Type="http://schemas.openxmlformats.org/officeDocument/2006/relationships/image" Target="../media/image1040.png"/><Relationship Id="rId399" Type="http://schemas.openxmlformats.org/officeDocument/2006/relationships/image" Target="../media/image1159.png"/><Relationship Id="rId259" Type="http://schemas.openxmlformats.org/officeDocument/2006/relationships/image" Target="../media/image1089.png"/><Relationship Id="rId466" Type="http://schemas.openxmlformats.org/officeDocument/2006/relationships/customXml" Target="../ink/ink1207.xml"/><Relationship Id="rId23" Type="http://schemas.openxmlformats.org/officeDocument/2006/relationships/image" Target="../media/image972.png"/><Relationship Id="rId119" Type="http://schemas.openxmlformats.org/officeDocument/2006/relationships/image" Target="../media/image1020.png"/><Relationship Id="rId326" Type="http://schemas.openxmlformats.org/officeDocument/2006/relationships/customXml" Target="../ink/ink1137.xml"/><Relationship Id="rId533" Type="http://schemas.openxmlformats.org/officeDocument/2006/relationships/image" Target="../media/image1226.png"/><Relationship Id="rId172" Type="http://schemas.openxmlformats.org/officeDocument/2006/relationships/customXml" Target="../ink/ink1060.xml"/><Relationship Id="rId477" Type="http://schemas.openxmlformats.org/officeDocument/2006/relationships/image" Target="../media/image1198.png"/><Relationship Id="rId600" Type="http://schemas.openxmlformats.org/officeDocument/2006/relationships/customXml" Target="../ink/ink1274.xml"/><Relationship Id="rId337" Type="http://schemas.openxmlformats.org/officeDocument/2006/relationships/image" Target="../media/image1128.png"/><Relationship Id="rId34" Type="http://schemas.openxmlformats.org/officeDocument/2006/relationships/customXml" Target="../ink/ink991.xml"/><Relationship Id="rId544" Type="http://schemas.openxmlformats.org/officeDocument/2006/relationships/customXml" Target="../ink/ink1246.xml"/><Relationship Id="rId183" Type="http://schemas.openxmlformats.org/officeDocument/2006/relationships/image" Target="../media/image1051.png"/><Relationship Id="rId390" Type="http://schemas.openxmlformats.org/officeDocument/2006/relationships/customXml" Target="../ink/ink1169.xml"/><Relationship Id="rId404" Type="http://schemas.openxmlformats.org/officeDocument/2006/relationships/customXml" Target="../ink/ink1176.xml"/><Relationship Id="rId250" Type="http://schemas.openxmlformats.org/officeDocument/2006/relationships/customXml" Target="../ink/ink1099.xml"/><Relationship Id="rId488" Type="http://schemas.openxmlformats.org/officeDocument/2006/relationships/customXml" Target="../ink/ink1218.xml"/><Relationship Id="rId45" Type="http://schemas.openxmlformats.org/officeDocument/2006/relationships/image" Target="../media/image983.png"/><Relationship Id="rId110" Type="http://schemas.openxmlformats.org/officeDocument/2006/relationships/customXml" Target="../ink/ink1029.xml"/><Relationship Id="rId348" Type="http://schemas.openxmlformats.org/officeDocument/2006/relationships/customXml" Target="../ink/ink1148.xml"/><Relationship Id="rId555" Type="http://schemas.openxmlformats.org/officeDocument/2006/relationships/image" Target="../media/image1237.png"/><Relationship Id="rId194" Type="http://schemas.openxmlformats.org/officeDocument/2006/relationships/customXml" Target="../ink/ink1071.xml"/><Relationship Id="rId208" Type="http://schemas.openxmlformats.org/officeDocument/2006/relationships/customXml" Target="../ink/ink1078.xml"/><Relationship Id="rId415" Type="http://schemas.openxmlformats.org/officeDocument/2006/relationships/image" Target="../media/image1167.png"/><Relationship Id="rId261" Type="http://schemas.openxmlformats.org/officeDocument/2006/relationships/image" Target="../media/image1090.png"/><Relationship Id="rId499" Type="http://schemas.openxmlformats.org/officeDocument/2006/relationships/image" Target="../media/image1209.png"/><Relationship Id="rId56" Type="http://schemas.openxmlformats.org/officeDocument/2006/relationships/customXml" Target="../ink/ink1002.xml"/><Relationship Id="rId359" Type="http://schemas.openxmlformats.org/officeDocument/2006/relationships/image" Target="../media/image1139.png"/><Relationship Id="rId566" Type="http://schemas.openxmlformats.org/officeDocument/2006/relationships/customXml" Target="../ink/ink1257.xml"/><Relationship Id="rId121" Type="http://schemas.openxmlformats.org/officeDocument/2006/relationships/image" Target="../media/image1021.png"/><Relationship Id="rId219" Type="http://schemas.openxmlformats.org/officeDocument/2006/relationships/image" Target="../media/image1069.png"/><Relationship Id="rId426" Type="http://schemas.openxmlformats.org/officeDocument/2006/relationships/customXml" Target="../ink/ink11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upo 30">
            <a:extLst>
              <a:ext uri="{FF2B5EF4-FFF2-40B4-BE49-F238E27FC236}">
                <a16:creationId xmlns:a16="http://schemas.microsoft.com/office/drawing/2014/main" id="{D2B4F3B7-6829-82A5-6406-1D1C58AC58A4}"/>
              </a:ext>
            </a:extLst>
          </p:cNvPr>
          <p:cNvGrpSpPr/>
          <p:nvPr/>
        </p:nvGrpSpPr>
        <p:grpSpPr>
          <a:xfrm>
            <a:off x="291800" y="345920"/>
            <a:ext cx="928800" cy="599400"/>
            <a:chOff x="291800" y="345920"/>
            <a:chExt cx="928800" cy="59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C0DCEA98-1CC4-DA1E-E710-13A28DCEF0A5}"/>
                    </a:ext>
                  </a:extLst>
                </p14:cNvPr>
                <p14:cNvContentPartPr/>
                <p14:nvPr/>
              </p14:nvContentPartPr>
              <p14:xfrm>
                <a:off x="331760" y="345920"/>
                <a:ext cx="33120" cy="36864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C0DCEA98-1CC4-DA1E-E710-13A28DCEF0A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25640" y="339800"/>
                  <a:ext cx="4536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DAE5E56B-2585-B1B2-C9F5-CF76773972D3}"/>
                    </a:ext>
                  </a:extLst>
                </p14:cNvPr>
                <p14:cNvContentPartPr/>
                <p14:nvPr/>
              </p14:nvContentPartPr>
              <p14:xfrm>
                <a:off x="291800" y="358880"/>
                <a:ext cx="320760" cy="31464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DAE5E56B-2585-B1B2-C9F5-CF76773972D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5680" y="352760"/>
                  <a:ext cx="33300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DAE618F7-DC0E-2087-BA04-6CA50B02495E}"/>
                    </a:ext>
                  </a:extLst>
                </p14:cNvPr>
                <p14:cNvContentPartPr/>
                <p14:nvPr/>
              </p14:nvContentPartPr>
              <p14:xfrm>
                <a:off x="650720" y="519440"/>
                <a:ext cx="133920" cy="18108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DAE618F7-DC0E-2087-BA04-6CA50B02495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4600" y="513320"/>
                  <a:ext cx="1461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A4BEC1EA-78F0-4EF8-8630-E96CDB5F915D}"/>
                    </a:ext>
                  </a:extLst>
                </p14:cNvPr>
                <p14:cNvContentPartPr/>
                <p14:nvPr/>
              </p14:nvContentPartPr>
              <p14:xfrm>
                <a:off x="850160" y="527720"/>
                <a:ext cx="159480" cy="17496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A4BEC1EA-78F0-4EF8-8630-E96CDB5F915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44040" y="521600"/>
                  <a:ext cx="1717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ADE66C8C-D86C-23C1-D5E1-197F32E845E7}"/>
                    </a:ext>
                  </a:extLst>
                </p14:cNvPr>
                <p14:cNvContentPartPr/>
                <p14:nvPr/>
              </p14:nvContentPartPr>
              <p14:xfrm>
                <a:off x="1062200" y="527360"/>
                <a:ext cx="158400" cy="13392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ADE66C8C-D86C-23C1-D5E1-197F32E845E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56080" y="521240"/>
                  <a:ext cx="1706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5FE43520-5F31-3774-A6ED-029311604B33}"/>
                    </a:ext>
                  </a:extLst>
                </p14:cNvPr>
                <p14:cNvContentPartPr/>
                <p14:nvPr/>
              </p14:nvContentPartPr>
              <p14:xfrm>
                <a:off x="1063640" y="498200"/>
                <a:ext cx="27720" cy="44712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5FE43520-5F31-3774-A6ED-029311604B3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57520" y="492080"/>
                  <a:ext cx="39960" cy="45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96D0FDD3-3DCB-8931-573B-714CDCE9C486}"/>
              </a:ext>
            </a:extLst>
          </p:cNvPr>
          <p:cNvGrpSpPr/>
          <p:nvPr/>
        </p:nvGrpSpPr>
        <p:grpSpPr>
          <a:xfrm>
            <a:off x="1492040" y="242240"/>
            <a:ext cx="3459240" cy="646560"/>
            <a:chOff x="1492040" y="242240"/>
            <a:chExt cx="3459240" cy="64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CD71E1F8-7ECB-3256-469C-2A666154F44D}"/>
                    </a:ext>
                  </a:extLst>
                </p14:cNvPr>
                <p14:cNvContentPartPr/>
                <p14:nvPr/>
              </p14:nvContentPartPr>
              <p14:xfrm>
                <a:off x="1492040" y="242240"/>
                <a:ext cx="159840" cy="43380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CD71E1F8-7ECB-3256-469C-2A666154F44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85920" y="236120"/>
                  <a:ext cx="17208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CF08ED01-B198-B9C4-C261-738389982979}"/>
                    </a:ext>
                  </a:extLst>
                </p14:cNvPr>
                <p14:cNvContentPartPr/>
                <p14:nvPr/>
              </p14:nvContentPartPr>
              <p14:xfrm>
                <a:off x="1712360" y="493880"/>
                <a:ext cx="141840" cy="19116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CF08ED01-B198-B9C4-C261-73838998297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06240" y="487760"/>
                  <a:ext cx="1540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45607769-5E39-9DFE-CBC2-436005A6E07A}"/>
                    </a:ext>
                  </a:extLst>
                </p14:cNvPr>
                <p14:cNvContentPartPr/>
                <p14:nvPr/>
              </p14:nvContentPartPr>
              <p14:xfrm>
                <a:off x="1911800" y="509720"/>
                <a:ext cx="161640" cy="17676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45607769-5E39-9DFE-CBC2-436005A6E07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05680" y="503600"/>
                  <a:ext cx="1738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042B7169-A655-A7CD-737D-BC3A07C3248D}"/>
                    </a:ext>
                  </a:extLst>
                </p14:cNvPr>
                <p14:cNvContentPartPr/>
                <p14:nvPr/>
              </p14:nvContentPartPr>
              <p14:xfrm>
                <a:off x="2145800" y="496400"/>
                <a:ext cx="24840" cy="20304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042B7169-A655-A7CD-737D-BC3A07C3248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39680" y="490280"/>
                  <a:ext cx="370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27ED6FC9-ACB1-B8C2-3787-E9354DBC764F}"/>
                    </a:ext>
                  </a:extLst>
                </p14:cNvPr>
                <p14:cNvContentPartPr/>
                <p14:nvPr/>
              </p14:nvContentPartPr>
              <p14:xfrm>
                <a:off x="2200520" y="536720"/>
                <a:ext cx="83160" cy="4176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27ED6FC9-ACB1-B8C2-3787-E9354DBC764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94400" y="530600"/>
                  <a:ext cx="95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04F63AC4-D07C-F71E-7175-C0FCE215C3AE}"/>
                    </a:ext>
                  </a:extLst>
                </p14:cNvPr>
                <p14:cNvContentPartPr/>
                <p14:nvPr/>
              </p14:nvContentPartPr>
              <p14:xfrm>
                <a:off x="2381600" y="495680"/>
                <a:ext cx="115560" cy="20412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04F63AC4-D07C-F71E-7175-C0FCE215C3A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75480" y="489560"/>
                  <a:ext cx="1278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15206FB2-BD7D-78C2-4163-ACDB16B68B49}"/>
                    </a:ext>
                  </a:extLst>
                </p14:cNvPr>
                <p14:cNvContentPartPr/>
                <p14:nvPr/>
              </p14:nvContentPartPr>
              <p14:xfrm>
                <a:off x="2580320" y="590000"/>
                <a:ext cx="10440" cy="10980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15206FB2-BD7D-78C2-4163-ACDB16B68B4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74200" y="583880"/>
                  <a:ext cx="226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52BB2FA3-F01C-CF1B-4D7B-CF76A9E08F46}"/>
                    </a:ext>
                  </a:extLst>
                </p14:cNvPr>
                <p14:cNvContentPartPr/>
                <p14:nvPr/>
              </p14:nvContentPartPr>
              <p14:xfrm>
                <a:off x="2599040" y="446360"/>
                <a:ext cx="10800" cy="792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52BB2FA3-F01C-CF1B-4D7B-CF76A9E08F4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592920" y="440240"/>
                  <a:ext cx="230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89B0534E-D01B-80FD-66BC-07D12673165F}"/>
                    </a:ext>
                  </a:extLst>
                </p14:cNvPr>
                <p14:cNvContentPartPr/>
                <p14:nvPr/>
              </p14:nvContentPartPr>
              <p14:xfrm>
                <a:off x="2702720" y="519080"/>
                <a:ext cx="128880" cy="23976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89B0534E-D01B-80FD-66BC-07D12673165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96600" y="512960"/>
                  <a:ext cx="1411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0940F10D-3EBB-E55C-E697-63D06892A1AD}"/>
                    </a:ext>
                  </a:extLst>
                </p14:cNvPr>
                <p14:cNvContentPartPr/>
                <p14:nvPr/>
              </p14:nvContentPartPr>
              <p14:xfrm>
                <a:off x="2913320" y="551480"/>
                <a:ext cx="243360" cy="33732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0940F10D-3EBB-E55C-E697-63D06892A1A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907200" y="545360"/>
                  <a:ext cx="2556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D08B16FD-A461-3AB2-8C4A-9B75ADFC76FC}"/>
                    </a:ext>
                  </a:extLst>
                </p14:cNvPr>
                <p14:cNvContentPartPr/>
                <p14:nvPr/>
              </p14:nvContentPartPr>
              <p14:xfrm>
                <a:off x="3337400" y="611600"/>
                <a:ext cx="232560" cy="1296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D08B16FD-A461-3AB2-8C4A-9B75ADFC76F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31280" y="605480"/>
                  <a:ext cx="2448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F245FAA8-1218-4D5F-3081-6F6FEE667BB0}"/>
                    </a:ext>
                  </a:extLst>
                </p14:cNvPr>
                <p14:cNvContentPartPr/>
                <p14:nvPr/>
              </p14:nvContentPartPr>
              <p14:xfrm>
                <a:off x="3501200" y="496400"/>
                <a:ext cx="230040" cy="21672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F245FAA8-1218-4D5F-3081-6F6FEE667BB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495080" y="490280"/>
                  <a:ext cx="2422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8225BAC0-A3FE-D0EE-0B45-43848D25B448}"/>
                    </a:ext>
                  </a:extLst>
                </p14:cNvPr>
                <p14:cNvContentPartPr/>
                <p14:nvPr/>
              </p14:nvContentPartPr>
              <p14:xfrm>
                <a:off x="3951560" y="264560"/>
                <a:ext cx="44640" cy="39492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8225BAC0-A3FE-D0EE-0B45-43848D25B44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45440" y="258440"/>
                  <a:ext cx="5688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2EF0BF4D-FE25-0841-DC63-D070DE9E79BE}"/>
                    </a:ext>
                  </a:extLst>
                </p14:cNvPr>
                <p14:cNvContentPartPr/>
                <p14:nvPr/>
              </p14:nvContentPartPr>
              <p14:xfrm>
                <a:off x="3875240" y="259160"/>
                <a:ext cx="284040" cy="36072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2EF0BF4D-FE25-0841-DC63-D070DE9E79B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69120" y="253040"/>
                  <a:ext cx="2962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26AD024C-3B57-116A-C7D8-70E56CD4077F}"/>
                    </a:ext>
                  </a:extLst>
                </p14:cNvPr>
                <p14:cNvContentPartPr/>
                <p14:nvPr/>
              </p14:nvContentPartPr>
              <p14:xfrm>
                <a:off x="4198880" y="493160"/>
                <a:ext cx="151920" cy="17316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26AD024C-3B57-116A-C7D8-70E56CD4077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192760" y="487040"/>
                  <a:ext cx="1641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4B2FAF95-0651-6787-DF79-5DD1DF87CC1B}"/>
                    </a:ext>
                  </a:extLst>
                </p14:cNvPr>
                <p14:cNvContentPartPr/>
                <p14:nvPr/>
              </p14:nvContentPartPr>
              <p14:xfrm>
                <a:off x="4440440" y="307040"/>
                <a:ext cx="164520" cy="36288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4B2FAF95-0651-6787-DF79-5DD1DF87CC1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434320" y="300920"/>
                  <a:ext cx="17676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D5FC144D-6749-2E69-0EFB-B7CFFEA59880}"/>
                    </a:ext>
                  </a:extLst>
                </p14:cNvPr>
                <p14:cNvContentPartPr/>
                <p14:nvPr/>
              </p14:nvContentPartPr>
              <p14:xfrm>
                <a:off x="4613960" y="499280"/>
                <a:ext cx="145440" cy="16164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D5FC144D-6749-2E69-0EFB-B7CFFEA5988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07840" y="493160"/>
                  <a:ext cx="1576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77D3A295-687D-A0E9-DA8C-4DAB2A8D416E}"/>
                    </a:ext>
                  </a:extLst>
                </p14:cNvPr>
                <p14:cNvContentPartPr/>
                <p14:nvPr/>
              </p14:nvContentPartPr>
              <p14:xfrm>
                <a:off x="4809080" y="455360"/>
                <a:ext cx="142200" cy="20016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77D3A295-687D-A0E9-DA8C-4DAB2A8D416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02960" y="449240"/>
                  <a:ext cx="15444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7D01A881-1F51-6CB3-B0D0-AB8BB98FC50C}"/>
              </a:ext>
            </a:extLst>
          </p:cNvPr>
          <p:cNvGrpSpPr/>
          <p:nvPr/>
        </p:nvGrpSpPr>
        <p:grpSpPr>
          <a:xfrm>
            <a:off x="5303000" y="179240"/>
            <a:ext cx="1709640" cy="477720"/>
            <a:chOff x="5303000" y="179240"/>
            <a:chExt cx="1709640" cy="47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953D4613-B1C0-525F-5EB3-3CD4B84AC5EE}"/>
                    </a:ext>
                  </a:extLst>
                </p14:cNvPr>
                <p14:cNvContentPartPr/>
                <p14:nvPr/>
              </p14:nvContentPartPr>
              <p14:xfrm>
                <a:off x="5303000" y="179240"/>
                <a:ext cx="235440" cy="45036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953D4613-B1C0-525F-5EB3-3CD4B84AC5E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296880" y="173120"/>
                  <a:ext cx="24768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2606E0B2-A4F1-EBC4-469E-A54313A28577}"/>
                    </a:ext>
                  </a:extLst>
                </p14:cNvPr>
                <p14:cNvContentPartPr/>
                <p14:nvPr/>
              </p14:nvContentPartPr>
              <p14:xfrm>
                <a:off x="5577320" y="446720"/>
                <a:ext cx="160920" cy="17640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2606E0B2-A4F1-EBC4-469E-A54313A2857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571200" y="440600"/>
                  <a:ext cx="1731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CAC8347B-0F9A-1035-2642-44DE77DC1993}"/>
                    </a:ext>
                  </a:extLst>
                </p14:cNvPr>
                <p14:cNvContentPartPr/>
                <p14:nvPr/>
              </p14:nvContentPartPr>
              <p14:xfrm>
                <a:off x="5767760" y="423320"/>
                <a:ext cx="126000" cy="20484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CAC8347B-0F9A-1035-2642-44DE77DC199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61640" y="417200"/>
                  <a:ext cx="1382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B661CAE6-4942-D6CA-7A3C-863951327508}"/>
                    </a:ext>
                  </a:extLst>
                </p14:cNvPr>
                <p14:cNvContentPartPr/>
                <p14:nvPr/>
              </p14:nvContentPartPr>
              <p14:xfrm>
                <a:off x="5968280" y="420440"/>
                <a:ext cx="12240" cy="19116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B661CAE6-4942-D6CA-7A3C-86395132750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962160" y="414320"/>
                  <a:ext cx="244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6317A586-18FF-A7C5-CD1B-AE4F00A1091B}"/>
                    </a:ext>
                  </a:extLst>
                </p14:cNvPr>
                <p14:cNvContentPartPr/>
                <p14:nvPr/>
              </p14:nvContentPartPr>
              <p14:xfrm>
                <a:off x="5962160" y="461480"/>
                <a:ext cx="138960" cy="3384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6317A586-18FF-A7C5-CD1B-AE4F00A1091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956040" y="455360"/>
                  <a:ext cx="1512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CD5DB44C-9853-D72C-DDDA-38BCE5168BA2}"/>
                    </a:ext>
                  </a:extLst>
                </p14:cNvPr>
                <p14:cNvContentPartPr/>
                <p14:nvPr/>
              </p14:nvContentPartPr>
              <p14:xfrm>
                <a:off x="6096440" y="431240"/>
                <a:ext cx="151560" cy="15948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CD5DB44C-9853-D72C-DDDA-38BCE5168BA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090320" y="425120"/>
                  <a:ext cx="1638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1C9F9853-D9EC-6BD9-8B6B-B661F5432C3B}"/>
                    </a:ext>
                  </a:extLst>
                </p14:cNvPr>
                <p14:cNvContentPartPr/>
                <p14:nvPr/>
              </p14:nvContentPartPr>
              <p14:xfrm>
                <a:off x="6314960" y="431240"/>
                <a:ext cx="118080" cy="17676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1C9F9853-D9EC-6BD9-8B6B-B661F5432C3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308840" y="425120"/>
                  <a:ext cx="1303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18861543-A63B-74C5-1A40-7D1EEF0D15E4}"/>
                    </a:ext>
                  </a:extLst>
                </p14:cNvPr>
                <p14:cNvContentPartPr/>
                <p14:nvPr/>
              </p14:nvContentPartPr>
              <p14:xfrm>
                <a:off x="6477320" y="445280"/>
                <a:ext cx="126000" cy="21168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18861543-A63B-74C5-1A40-7D1EEF0D15E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471200" y="439160"/>
                  <a:ext cx="1382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5921FCDA-8CF5-FB8C-F896-F83F468BE722}"/>
                    </a:ext>
                  </a:extLst>
                </p14:cNvPr>
                <p14:cNvContentPartPr/>
                <p14:nvPr/>
              </p14:nvContentPartPr>
              <p14:xfrm>
                <a:off x="6636800" y="373640"/>
                <a:ext cx="5040" cy="25956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5921FCDA-8CF5-FB8C-F896-F83F468BE72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630680" y="367520"/>
                  <a:ext cx="172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C6F73AF1-5276-559C-360E-AD6E1897EC69}"/>
                    </a:ext>
                  </a:extLst>
                </p14:cNvPr>
                <p14:cNvContentPartPr/>
                <p14:nvPr/>
              </p14:nvContentPartPr>
              <p14:xfrm>
                <a:off x="6703760" y="440960"/>
                <a:ext cx="172800" cy="15984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C6F73AF1-5276-559C-360E-AD6E1897EC6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97640" y="434840"/>
                  <a:ext cx="1850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51A27C70-6E4B-7433-0DF1-B2E50ABBD4FF}"/>
                    </a:ext>
                  </a:extLst>
                </p14:cNvPr>
                <p14:cNvContentPartPr/>
                <p14:nvPr/>
              </p14:nvContentPartPr>
              <p14:xfrm>
                <a:off x="6889160" y="452480"/>
                <a:ext cx="123480" cy="17532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51A27C70-6E4B-7433-0DF1-B2E50ABBD4F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83040" y="446360"/>
                  <a:ext cx="135720" cy="18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4" name="Entrada de lápiz 43">
                <a:extLst>
                  <a:ext uri="{FF2B5EF4-FFF2-40B4-BE49-F238E27FC236}">
                    <a16:creationId xmlns:a16="http://schemas.microsoft.com/office/drawing/2014/main" id="{F7A23797-EEF8-06F3-377B-D57D4FAF397B}"/>
                  </a:ext>
                </a:extLst>
              </p14:cNvPr>
              <p14:cNvContentPartPr/>
              <p14:nvPr/>
            </p14:nvContentPartPr>
            <p14:xfrm>
              <a:off x="7275080" y="499640"/>
              <a:ext cx="82800" cy="153360"/>
            </p14:xfrm>
          </p:contentPart>
        </mc:Choice>
        <mc:Fallback>
          <p:pic>
            <p:nvPicPr>
              <p:cNvPr id="44" name="Entrada de lápiz 43">
                <a:extLst>
                  <a:ext uri="{FF2B5EF4-FFF2-40B4-BE49-F238E27FC236}">
                    <a16:creationId xmlns:a16="http://schemas.microsoft.com/office/drawing/2014/main" id="{F7A23797-EEF8-06F3-377B-D57D4FAF397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268960" y="493520"/>
                <a:ext cx="9504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A00ECA61-56C1-8A06-DB3A-E1DC3E32117E}"/>
                  </a:ext>
                </a:extLst>
              </p14:cNvPr>
              <p14:cNvContentPartPr/>
              <p14:nvPr/>
            </p14:nvContentPartPr>
            <p14:xfrm>
              <a:off x="8554180" y="3634280"/>
              <a:ext cx="360" cy="11880"/>
            </p14:xfrm>
          </p:contentPart>
        </mc:Choice>
        <mc:Fallback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A00ECA61-56C1-8A06-DB3A-E1DC3E32117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548060" y="3628160"/>
                <a:ext cx="126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33" name="Entrada de lápiz 132">
                <a:extLst>
                  <a:ext uri="{FF2B5EF4-FFF2-40B4-BE49-F238E27FC236}">
                    <a16:creationId xmlns:a16="http://schemas.microsoft.com/office/drawing/2014/main" id="{D111C886-29CA-D268-D89B-B32D32388BCE}"/>
                  </a:ext>
                </a:extLst>
              </p14:cNvPr>
              <p14:cNvContentPartPr/>
              <p14:nvPr/>
            </p14:nvContentPartPr>
            <p14:xfrm>
              <a:off x="10793035" y="1024247"/>
              <a:ext cx="104040" cy="318600"/>
            </p14:xfrm>
          </p:contentPart>
        </mc:Choice>
        <mc:Fallback>
          <p:pic>
            <p:nvPicPr>
              <p:cNvPr id="133" name="Entrada de lápiz 132">
                <a:extLst>
                  <a:ext uri="{FF2B5EF4-FFF2-40B4-BE49-F238E27FC236}">
                    <a16:creationId xmlns:a16="http://schemas.microsoft.com/office/drawing/2014/main" id="{D111C886-29CA-D268-D89B-B32D32388BC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0786915" y="1018127"/>
                <a:ext cx="116280" cy="33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upo 145">
            <a:extLst>
              <a:ext uri="{FF2B5EF4-FFF2-40B4-BE49-F238E27FC236}">
                <a16:creationId xmlns:a16="http://schemas.microsoft.com/office/drawing/2014/main" id="{D5356FEB-9CA1-72E3-A37D-E8B9733792AC}"/>
              </a:ext>
            </a:extLst>
          </p:cNvPr>
          <p:cNvGrpSpPr/>
          <p:nvPr/>
        </p:nvGrpSpPr>
        <p:grpSpPr>
          <a:xfrm>
            <a:off x="1607995" y="86744"/>
            <a:ext cx="10220400" cy="2540520"/>
            <a:chOff x="1607995" y="86744"/>
            <a:chExt cx="10220400" cy="254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5F29C4B2-7F5B-872C-2399-F022B5C0C23F}"/>
                    </a:ext>
                  </a:extLst>
                </p14:cNvPr>
                <p14:cNvContentPartPr/>
                <p14:nvPr/>
              </p14:nvContentPartPr>
              <p14:xfrm>
                <a:off x="1607995" y="1308287"/>
                <a:ext cx="132120" cy="46764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5F29C4B2-7F5B-872C-2399-F022B5C0C23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601875" y="1302167"/>
                  <a:ext cx="14436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147D2A51-80C2-8A0B-E929-A21D20845349}"/>
                    </a:ext>
                  </a:extLst>
                </p14:cNvPr>
                <p14:cNvContentPartPr/>
                <p14:nvPr/>
              </p14:nvContentPartPr>
              <p14:xfrm>
                <a:off x="1879435" y="1749287"/>
                <a:ext cx="360" cy="792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147D2A51-80C2-8A0B-E929-A21D2084534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873315" y="1743167"/>
                  <a:ext cx="126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DE254D2A-9F0B-4A71-20C8-95F7763B1784}"/>
                    </a:ext>
                  </a:extLst>
                </p14:cNvPr>
                <p14:cNvContentPartPr/>
                <p14:nvPr/>
              </p14:nvContentPartPr>
              <p14:xfrm>
                <a:off x="2118115" y="1314047"/>
                <a:ext cx="413640" cy="1872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DE254D2A-9F0B-4A71-20C8-95F7763B178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111995" y="1307927"/>
                  <a:ext cx="4258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29FFE2CB-6CC1-A362-6C5A-2017DD67DF1F}"/>
                    </a:ext>
                  </a:extLst>
                </p14:cNvPr>
                <p14:cNvContentPartPr/>
                <p14:nvPr/>
              </p14:nvContentPartPr>
              <p14:xfrm>
                <a:off x="2272915" y="1319447"/>
                <a:ext cx="30240" cy="42192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29FFE2CB-6CC1-A362-6C5A-2017DD67DF1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266795" y="1313327"/>
                  <a:ext cx="4248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B93CD70A-A1FA-D84D-6211-68920C6C2B93}"/>
                    </a:ext>
                  </a:extLst>
                </p14:cNvPr>
                <p14:cNvContentPartPr/>
                <p14:nvPr/>
              </p14:nvContentPartPr>
              <p14:xfrm>
                <a:off x="2129635" y="1697447"/>
                <a:ext cx="289800" cy="2628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B93CD70A-A1FA-D84D-6211-68920C6C2B9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23515" y="1691327"/>
                  <a:ext cx="3020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3F245569-844F-FDF8-C879-29891408D3F5}"/>
                    </a:ext>
                  </a:extLst>
                </p14:cNvPr>
                <p14:cNvContentPartPr/>
                <p14:nvPr/>
              </p14:nvContentPartPr>
              <p14:xfrm>
                <a:off x="2586475" y="1570367"/>
                <a:ext cx="252360" cy="17748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3F245569-844F-FDF8-C879-29891408D3F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580355" y="1564247"/>
                  <a:ext cx="2646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D420D11E-4DF2-1911-6268-9FE7FCBAD839}"/>
                    </a:ext>
                  </a:extLst>
                </p14:cNvPr>
                <p14:cNvContentPartPr/>
                <p14:nvPr/>
              </p14:nvContentPartPr>
              <p14:xfrm>
                <a:off x="2910475" y="1553087"/>
                <a:ext cx="120600" cy="20160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D420D11E-4DF2-1911-6268-9FE7FCBAD83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904355" y="1546967"/>
                  <a:ext cx="1328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8F25512D-70CF-DBF2-0782-467EE9DA5158}"/>
                    </a:ext>
                  </a:extLst>
                </p14:cNvPr>
                <p14:cNvContentPartPr/>
                <p14:nvPr/>
              </p14:nvContentPartPr>
              <p14:xfrm>
                <a:off x="3023155" y="1560647"/>
                <a:ext cx="244440" cy="38232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8F25512D-70CF-DBF2-0782-467EE9DA515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017035" y="1554527"/>
                  <a:ext cx="25668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483C3451-D821-311D-8E88-102146A6D53A}"/>
                    </a:ext>
                  </a:extLst>
                </p14:cNvPr>
                <p14:cNvContentPartPr/>
                <p14:nvPr/>
              </p14:nvContentPartPr>
              <p14:xfrm>
                <a:off x="3302515" y="1540127"/>
                <a:ext cx="136080" cy="15228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483C3451-D821-311D-8E88-102146A6D53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296395" y="1534007"/>
                  <a:ext cx="1483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E4FC7A63-91DB-9FC6-2764-3EDADAFC3D5C}"/>
                    </a:ext>
                  </a:extLst>
                </p14:cNvPr>
                <p14:cNvContentPartPr/>
                <p14:nvPr/>
              </p14:nvContentPartPr>
              <p14:xfrm>
                <a:off x="3514195" y="1509527"/>
                <a:ext cx="128520" cy="20592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E4FC7A63-91DB-9FC6-2764-3EDADAFC3D5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508075" y="1503407"/>
                  <a:ext cx="1407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A8B5D5CF-C776-3272-E789-AC3AE8F9D5DD}"/>
                    </a:ext>
                  </a:extLst>
                </p14:cNvPr>
                <p14:cNvContentPartPr/>
                <p14:nvPr/>
              </p14:nvContentPartPr>
              <p14:xfrm>
                <a:off x="3658555" y="1532207"/>
                <a:ext cx="142560" cy="14976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A8B5D5CF-C776-3272-E789-AC3AE8F9D5D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652435" y="1526087"/>
                  <a:ext cx="1548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07523421-D1D7-BA77-7E41-24205449A719}"/>
                    </a:ext>
                  </a:extLst>
                </p14:cNvPr>
                <p14:cNvContentPartPr/>
                <p14:nvPr/>
              </p14:nvContentPartPr>
              <p14:xfrm>
                <a:off x="3848635" y="1507727"/>
                <a:ext cx="163800" cy="19296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07523421-D1D7-BA77-7E41-24205449A71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42515" y="1501607"/>
                  <a:ext cx="1760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6366895C-994C-6198-E0A6-4D3EF8288D8A}"/>
                    </a:ext>
                  </a:extLst>
                </p14:cNvPr>
                <p14:cNvContentPartPr/>
                <p14:nvPr/>
              </p14:nvContentPartPr>
              <p14:xfrm>
                <a:off x="4233835" y="1580087"/>
                <a:ext cx="10440" cy="36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6366895C-994C-6198-E0A6-4D3EF8288D8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227715" y="1573967"/>
                  <a:ext cx="22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A3B5DA58-7014-208B-4A9E-DD3C8F562C3E}"/>
                    </a:ext>
                  </a:extLst>
                </p14:cNvPr>
                <p14:cNvContentPartPr/>
                <p14:nvPr/>
              </p14:nvContentPartPr>
              <p14:xfrm>
                <a:off x="4205395" y="1525007"/>
                <a:ext cx="180360" cy="14220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A3B5DA58-7014-208B-4A9E-DD3C8F562C3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199275" y="1518887"/>
                  <a:ext cx="1926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4FF6EF93-59DA-3CF5-3305-87EDF975F366}"/>
                    </a:ext>
                  </a:extLst>
                </p14:cNvPr>
                <p14:cNvContentPartPr/>
                <p14:nvPr/>
              </p14:nvContentPartPr>
              <p14:xfrm>
                <a:off x="4282795" y="1467047"/>
                <a:ext cx="119160" cy="18864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4FF6EF93-59DA-3CF5-3305-87EDF975F36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76675" y="1460927"/>
                  <a:ext cx="1314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B6830A3A-D626-2E14-40BF-C10372B8BF33}"/>
                    </a:ext>
                  </a:extLst>
                </p14:cNvPr>
                <p14:cNvContentPartPr/>
                <p14:nvPr/>
              </p14:nvContentPartPr>
              <p14:xfrm>
                <a:off x="4253995" y="1435727"/>
                <a:ext cx="25560" cy="23472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B6830A3A-D626-2E14-40BF-C10372B8BF3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247875" y="1429607"/>
                  <a:ext cx="378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E99D88FF-3C2D-314A-9FBD-6EE01A519EB3}"/>
                    </a:ext>
                  </a:extLst>
                </p14:cNvPr>
                <p14:cNvContentPartPr/>
                <p14:nvPr/>
              </p14:nvContentPartPr>
              <p14:xfrm>
                <a:off x="4175875" y="1580087"/>
                <a:ext cx="185400" cy="3132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E99D88FF-3C2D-314A-9FBD-6EE01A519EB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169755" y="1573967"/>
                  <a:ext cx="1976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DC5AFF94-60E5-6AB9-307A-95345C56FD81}"/>
                    </a:ext>
                  </a:extLst>
                </p14:cNvPr>
                <p14:cNvContentPartPr/>
                <p14:nvPr/>
              </p14:nvContentPartPr>
              <p14:xfrm>
                <a:off x="1846315" y="2376047"/>
                <a:ext cx="360" cy="36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DC5AFF94-60E5-6AB9-307A-95345C56FD8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840195" y="236992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BB175138-3A74-05F7-8438-F7C7914B32DF}"/>
                    </a:ext>
                  </a:extLst>
                </p14:cNvPr>
                <p14:cNvContentPartPr/>
                <p14:nvPr/>
              </p14:nvContentPartPr>
              <p14:xfrm>
                <a:off x="2191915" y="2181287"/>
                <a:ext cx="221760" cy="27684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BB175138-3A74-05F7-8438-F7C7914B32D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185795" y="2175167"/>
                  <a:ext cx="2340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110D1DA1-8601-453C-59AD-F127FD0191CF}"/>
                    </a:ext>
                  </a:extLst>
                </p14:cNvPr>
                <p14:cNvContentPartPr/>
                <p14:nvPr/>
              </p14:nvContentPartPr>
              <p14:xfrm>
                <a:off x="2491075" y="2297567"/>
                <a:ext cx="208440" cy="18288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110D1DA1-8601-453C-59AD-F127FD0191C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484955" y="2291447"/>
                  <a:ext cx="2206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83A6B59B-5AA6-41EE-6F25-AB7236CE4767}"/>
                    </a:ext>
                  </a:extLst>
                </p14:cNvPr>
                <p14:cNvContentPartPr/>
                <p14:nvPr/>
              </p14:nvContentPartPr>
              <p14:xfrm>
                <a:off x="2790595" y="2260487"/>
                <a:ext cx="21960" cy="19980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83A6B59B-5AA6-41EE-6F25-AB7236CE476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784475" y="2254367"/>
                  <a:ext cx="342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24F2A2DF-28A4-2298-5817-DC6AD338F599}"/>
                    </a:ext>
                  </a:extLst>
                </p14:cNvPr>
                <p14:cNvContentPartPr/>
                <p14:nvPr/>
              </p14:nvContentPartPr>
              <p14:xfrm>
                <a:off x="2855755" y="2328167"/>
                <a:ext cx="84240" cy="900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24F2A2DF-28A4-2298-5817-DC6AD338F59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849635" y="2322047"/>
                  <a:ext cx="964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4FFA3FFB-7274-A170-42CE-E9E172FF0F7C}"/>
                    </a:ext>
                  </a:extLst>
                </p14:cNvPr>
                <p14:cNvContentPartPr/>
                <p14:nvPr/>
              </p14:nvContentPartPr>
              <p14:xfrm>
                <a:off x="2985355" y="2250047"/>
                <a:ext cx="133560" cy="20448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4FFA3FFB-7274-A170-42CE-E9E172FF0F7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979235" y="2243927"/>
                  <a:ext cx="1458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436C1185-8E27-FD10-BB30-8BA26CAFF807}"/>
                    </a:ext>
                  </a:extLst>
                </p14:cNvPr>
                <p14:cNvContentPartPr/>
                <p14:nvPr/>
              </p14:nvContentPartPr>
              <p14:xfrm>
                <a:off x="3157435" y="2241407"/>
                <a:ext cx="142560" cy="18828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436C1185-8E27-FD10-BB30-8BA26CAFF80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151315" y="2235287"/>
                  <a:ext cx="1548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9490AC2A-A214-EC27-0E84-0AFCDB8B7E20}"/>
                    </a:ext>
                  </a:extLst>
                </p14:cNvPr>
                <p14:cNvContentPartPr/>
                <p14:nvPr/>
              </p14:nvContentPartPr>
              <p14:xfrm>
                <a:off x="3402595" y="2109647"/>
                <a:ext cx="92520" cy="27288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9490AC2A-A214-EC27-0E84-0AFCDB8B7E2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396475" y="2103527"/>
                  <a:ext cx="10476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25B62D8B-18C3-EB58-189A-FC51D2FA2740}"/>
                    </a:ext>
                  </a:extLst>
                </p14:cNvPr>
                <p14:cNvContentPartPr/>
                <p14:nvPr/>
              </p14:nvContentPartPr>
              <p14:xfrm>
                <a:off x="3360115" y="2277767"/>
                <a:ext cx="152280" cy="1620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25B62D8B-18C3-EB58-189A-FC51D2FA274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353995" y="2271647"/>
                  <a:ext cx="1645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3453E655-1824-6439-D531-111ED8B86B05}"/>
                    </a:ext>
                  </a:extLst>
                </p14:cNvPr>
                <p14:cNvContentPartPr/>
                <p14:nvPr/>
              </p14:nvContentPartPr>
              <p14:xfrm>
                <a:off x="3604195" y="2231327"/>
                <a:ext cx="79920" cy="16056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3453E655-1824-6439-D531-111ED8B86B0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598075" y="2225207"/>
                  <a:ext cx="921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2B3FF0BC-0243-330A-979E-BCB30AABCE06}"/>
                    </a:ext>
                  </a:extLst>
                </p14:cNvPr>
                <p14:cNvContentPartPr/>
                <p14:nvPr/>
              </p14:nvContentPartPr>
              <p14:xfrm>
                <a:off x="3749635" y="2256887"/>
                <a:ext cx="27360" cy="16740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2B3FF0BC-0243-330A-979E-BCB30AABCE0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743515" y="2250767"/>
                  <a:ext cx="396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A2586C38-300D-7E33-3900-E5A94D2A8E8A}"/>
                    </a:ext>
                  </a:extLst>
                </p14:cNvPr>
                <p14:cNvContentPartPr/>
                <p14:nvPr/>
              </p14:nvContentPartPr>
              <p14:xfrm>
                <a:off x="3794275" y="2305127"/>
                <a:ext cx="88920" cy="36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A2586C38-300D-7E33-3900-E5A94D2A8E8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788155" y="2299007"/>
                  <a:ext cx="101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3A378B20-7ADF-1F92-4861-5064760F133F}"/>
                    </a:ext>
                  </a:extLst>
                </p14:cNvPr>
                <p14:cNvContentPartPr/>
                <p14:nvPr/>
              </p14:nvContentPartPr>
              <p14:xfrm>
                <a:off x="3942955" y="2190647"/>
                <a:ext cx="21240" cy="16092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3A378B20-7ADF-1F92-4861-5064760F133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936835" y="2184527"/>
                  <a:ext cx="334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C022EACE-C1E7-BB7B-03EF-078C71F8ECC0}"/>
                    </a:ext>
                  </a:extLst>
                </p14:cNvPr>
                <p14:cNvContentPartPr/>
                <p14:nvPr/>
              </p14:nvContentPartPr>
              <p14:xfrm>
                <a:off x="4028995" y="2248247"/>
                <a:ext cx="128160" cy="13500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C022EACE-C1E7-BB7B-03EF-078C71F8ECC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022875" y="2242127"/>
                  <a:ext cx="1404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49B0A3C3-57C8-0E6F-90AF-BEED832E58BA}"/>
                    </a:ext>
                  </a:extLst>
                </p14:cNvPr>
                <p14:cNvContentPartPr/>
                <p14:nvPr/>
              </p14:nvContentPartPr>
              <p14:xfrm>
                <a:off x="4213675" y="2156447"/>
                <a:ext cx="66240" cy="20592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49B0A3C3-57C8-0E6F-90AF-BEED832E58B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207555" y="2150327"/>
                  <a:ext cx="784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6B05EF03-BCA4-3039-09AB-4E994C372ED7}"/>
                    </a:ext>
                  </a:extLst>
                </p14:cNvPr>
                <p14:cNvContentPartPr/>
                <p14:nvPr/>
              </p14:nvContentPartPr>
              <p14:xfrm>
                <a:off x="4177315" y="2260487"/>
                <a:ext cx="279360" cy="4068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6B05EF03-BCA4-3039-09AB-4E994C372ED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171195" y="2254367"/>
                  <a:ext cx="2916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CFE78E23-8373-2110-71BC-7E36F8B92A29}"/>
                    </a:ext>
                  </a:extLst>
                </p14:cNvPr>
                <p14:cNvContentPartPr/>
                <p14:nvPr/>
              </p14:nvContentPartPr>
              <p14:xfrm>
                <a:off x="4463875" y="2159327"/>
                <a:ext cx="14400" cy="2088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CFE78E23-8373-2110-71BC-7E36F8B92A2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457755" y="2153207"/>
                  <a:ext cx="266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2E0109F7-9201-B48B-7A0E-BC8ADAF4BAE7}"/>
                    </a:ext>
                  </a:extLst>
                </p14:cNvPr>
                <p14:cNvContentPartPr/>
                <p14:nvPr/>
              </p14:nvContentPartPr>
              <p14:xfrm>
                <a:off x="4498795" y="2246807"/>
                <a:ext cx="105120" cy="12384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2E0109F7-9201-B48B-7A0E-BC8ADAF4BAE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492675" y="2240687"/>
                  <a:ext cx="1173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E396AECE-24C7-D0D1-722D-2E34BCE36C6B}"/>
                    </a:ext>
                  </a:extLst>
                </p14:cNvPr>
                <p14:cNvContentPartPr/>
                <p14:nvPr/>
              </p14:nvContentPartPr>
              <p14:xfrm>
                <a:off x="4648915" y="2254727"/>
                <a:ext cx="127440" cy="13464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E396AECE-24C7-D0D1-722D-2E34BCE36C6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642795" y="2248607"/>
                  <a:ext cx="1396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8607B790-E965-D974-B755-F4418EE64281}"/>
                    </a:ext>
                  </a:extLst>
                </p14:cNvPr>
                <p14:cNvContentPartPr/>
                <p14:nvPr/>
              </p14:nvContentPartPr>
              <p14:xfrm>
                <a:off x="4845835" y="2255807"/>
                <a:ext cx="112680" cy="16848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8607B790-E965-D974-B755-F4418EE6428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839715" y="2249687"/>
                  <a:ext cx="1249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5EBE30B6-178F-1231-63AF-2BDB7164F57F}"/>
                    </a:ext>
                  </a:extLst>
                </p14:cNvPr>
                <p14:cNvContentPartPr/>
                <p14:nvPr/>
              </p14:nvContentPartPr>
              <p14:xfrm>
                <a:off x="5088115" y="2296127"/>
                <a:ext cx="419760" cy="1620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5EBE30B6-178F-1231-63AF-2BDB7164F57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081995" y="2290007"/>
                  <a:ext cx="432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681BFEB1-F802-DEB1-EA30-586AC5E8398A}"/>
                    </a:ext>
                  </a:extLst>
                </p14:cNvPr>
                <p14:cNvContentPartPr/>
                <p14:nvPr/>
              </p14:nvContentPartPr>
              <p14:xfrm>
                <a:off x="5439115" y="2212967"/>
                <a:ext cx="230760" cy="13284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681BFEB1-F802-DEB1-EA30-586AC5E8398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432995" y="2206847"/>
                  <a:ext cx="2430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17A304FF-EDDA-BB3C-8DDC-018F1DA12E42}"/>
                    </a:ext>
                  </a:extLst>
                </p14:cNvPr>
                <p14:cNvContentPartPr/>
                <p14:nvPr/>
              </p14:nvContentPartPr>
              <p14:xfrm>
                <a:off x="5857435" y="2097047"/>
                <a:ext cx="384480" cy="1584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17A304FF-EDDA-BB3C-8DDC-018F1DA12E4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851315" y="2090927"/>
                  <a:ext cx="3967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37EC8FFB-35B4-F52E-C9FD-F9B3CDA2C53E}"/>
                    </a:ext>
                  </a:extLst>
                </p14:cNvPr>
                <p14:cNvContentPartPr/>
                <p14:nvPr/>
              </p14:nvContentPartPr>
              <p14:xfrm>
                <a:off x="5980555" y="2080847"/>
                <a:ext cx="25200" cy="29268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37EC8FFB-35B4-F52E-C9FD-F9B3CDA2C53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974435" y="2074727"/>
                  <a:ext cx="374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31C8AE29-D85E-F05F-827A-4DBC75475D30}"/>
                    </a:ext>
                  </a:extLst>
                </p14:cNvPr>
                <p14:cNvContentPartPr/>
                <p14:nvPr/>
              </p14:nvContentPartPr>
              <p14:xfrm>
                <a:off x="5830075" y="2407727"/>
                <a:ext cx="390240" cy="1512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31C8AE29-D85E-F05F-827A-4DBC75475D3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823955" y="2401607"/>
                  <a:ext cx="4024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93DB9C09-555D-3F3A-A4F7-12B136DE10CF}"/>
                    </a:ext>
                  </a:extLst>
                </p14:cNvPr>
                <p14:cNvContentPartPr/>
                <p14:nvPr/>
              </p14:nvContentPartPr>
              <p14:xfrm>
                <a:off x="6304555" y="2291447"/>
                <a:ext cx="174240" cy="16128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93DB9C09-555D-3F3A-A4F7-12B136DE10C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298435" y="2285327"/>
                  <a:ext cx="1864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F4C149EA-FC52-FC3E-6E71-177A985BCE98}"/>
                    </a:ext>
                  </a:extLst>
                </p14:cNvPr>
                <p14:cNvContentPartPr/>
                <p14:nvPr/>
              </p14:nvContentPartPr>
              <p14:xfrm>
                <a:off x="6534235" y="2341487"/>
                <a:ext cx="94680" cy="13212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F4C149EA-FC52-FC3E-6E71-177A985BCE9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528115" y="2335367"/>
                  <a:ext cx="1069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B05424A3-EAE7-1051-8C3B-F5525442D7E0}"/>
                    </a:ext>
                  </a:extLst>
                </p14:cNvPr>
                <p14:cNvContentPartPr/>
                <p14:nvPr/>
              </p14:nvContentPartPr>
              <p14:xfrm>
                <a:off x="6654115" y="2327087"/>
                <a:ext cx="155520" cy="25056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B05424A3-EAE7-1051-8C3B-F5525442D7E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647995" y="2320967"/>
                  <a:ext cx="1677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9BC1ABEB-FA82-FAD0-5957-4D6145A4B18E}"/>
                    </a:ext>
                  </a:extLst>
                </p14:cNvPr>
                <p14:cNvContentPartPr/>
                <p14:nvPr/>
              </p14:nvContentPartPr>
              <p14:xfrm>
                <a:off x="6877675" y="2318087"/>
                <a:ext cx="101160" cy="11052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9BC1ABEB-FA82-FAD0-5957-4D6145A4B18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871555" y="2311967"/>
                  <a:ext cx="1134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8084AEAB-B5C5-6096-3DC7-C903E33FA5F2}"/>
                    </a:ext>
                  </a:extLst>
                </p14:cNvPr>
                <p14:cNvContentPartPr/>
                <p14:nvPr/>
              </p14:nvContentPartPr>
              <p14:xfrm>
                <a:off x="7040395" y="2301167"/>
                <a:ext cx="85680" cy="14436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8084AEAB-B5C5-6096-3DC7-C903E33FA5F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34275" y="2295047"/>
                  <a:ext cx="979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7BDBB453-7174-85CE-2823-6904D7C4A771}"/>
                    </a:ext>
                  </a:extLst>
                </p14:cNvPr>
                <p14:cNvContentPartPr/>
                <p14:nvPr/>
              </p14:nvContentPartPr>
              <p14:xfrm>
                <a:off x="7181875" y="2303327"/>
                <a:ext cx="151200" cy="12528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7BDBB453-7174-85CE-2823-6904D7C4A77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75755" y="2297207"/>
                  <a:ext cx="1634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AD36E5B5-2799-5205-6A6D-484057EBC325}"/>
                    </a:ext>
                  </a:extLst>
                </p14:cNvPr>
                <p14:cNvContentPartPr/>
                <p14:nvPr/>
              </p14:nvContentPartPr>
              <p14:xfrm>
                <a:off x="7670755" y="2176247"/>
                <a:ext cx="52200" cy="25776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AD36E5B5-2799-5205-6A6D-484057EBC32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664635" y="2170127"/>
                  <a:ext cx="644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5E7B5B3E-34DF-8906-8699-D934BA3A0CFD}"/>
                    </a:ext>
                  </a:extLst>
                </p14:cNvPr>
                <p14:cNvContentPartPr/>
                <p14:nvPr/>
              </p14:nvContentPartPr>
              <p14:xfrm>
                <a:off x="7628995" y="2116847"/>
                <a:ext cx="172080" cy="19980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5E7B5B3E-34DF-8906-8699-D934BA3A0CF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622875" y="2110727"/>
                  <a:ext cx="1843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4B16D293-EAAD-512F-3542-8A632A0CCC49}"/>
                    </a:ext>
                  </a:extLst>
                </p14:cNvPr>
                <p14:cNvContentPartPr/>
                <p14:nvPr/>
              </p14:nvContentPartPr>
              <p14:xfrm>
                <a:off x="7889275" y="2244287"/>
                <a:ext cx="130320" cy="18000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4B16D293-EAAD-512F-3542-8A632A0CCC4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883155" y="2238167"/>
                  <a:ext cx="1425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1C8DE86F-DFBE-FC29-487B-81196432D47E}"/>
                    </a:ext>
                  </a:extLst>
                </p14:cNvPr>
                <p14:cNvContentPartPr/>
                <p14:nvPr/>
              </p14:nvContentPartPr>
              <p14:xfrm>
                <a:off x="8072875" y="2244287"/>
                <a:ext cx="222480" cy="15516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1C8DE86F-DFBE-FC29-487B-81196432D47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066755" y="2238167"/>
                  <a:ext cx="2347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BE59C21A-AC51-5910-1867-799220C912E4}"/>
                    </a:ext>
                  </a:extLst>
                </p14:cNvPr>
                <p14:cNvContentPartPr/>
                <p14:nvPr/>
              </p14:nvContentPartPr>
              <p14:xfrm>
                <a:off x="9083755" y="338447"/>
                <a:ext cx="51120" cy="146196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BE59C21A-AC51-5910-1867-799220C912E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077635" y="332327"/>
                  <a:ext cx="63360" cy="14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6BD286A7-2A04-DA4C-C730-DDB8A3835E03}"/>
                    </a:ext>
                  </a:extLst>
                </p14:cNvPr>
                <p14:cNvContentPartPr/>
                <p14:nvPr/>
              </p14:nvContentPartPr>
              <p14:xfrm>
                <a:off x="9072235" y="350687"/>
                <a:ext cx="1616760" cy="147132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6BD286A7-2A04-DA4C-C730-DDB8A3835E0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066115" y="344567"/>
                  <a:ext cx="1629000" cy="14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082C0FDD-8FA0-87B9-AB0D-BDB9385AA151}"/>
                    </a:ext>
                  </a:extLst>
                </p14:cNvPr>
                <p14:cNvContentPartPr/>
                <p14:nvPr/>
              </p14:nvContentPartPr>
              <p14:xfrm>
                <a:off x="9122995" y="553007"/>
                <a:ext cx="1389960" cy="7704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082C0FDD-8FA0-87B9-AB0D-BDB9385AA15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116875" y="546887"/>
                  <a:ext cx="14022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B50144C2-094D-FF8E-4EAD-667962A85C4E}"/>
                    </a:ext>
                  </a:extLst>
                </p14:cNvPr>
                <p14:cNvContentPartPr/>
                <p14:nvPr/>
              </p14:nvContentPartPr>
              <p14:xfrm>
                <a:off x="9076195" y="826607"/>
                <a:ext cx="1478520" cy="6048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B50144C2-094D-FF8E-4EAD-667962A85C4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070075" y="820487"/>
                  <a:ext cx="14907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0C322D23-897E-3C44-891F-CF503F06C303}"/>
                    </a:ext>
                  </a:extLst>
                </p14:cNvPr>
                <p14:cNvContentPartPr/>
                <p14:nvPr/>
              </p14:nvContentPartPr>
              <p14:xfrm>
                <a:off x="9088075" y="1082567"/>
                <a:ext cx="1515960" cy="2952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0C322D23-897E-3C44-891F-CF503F06C30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081955" y="1076447"/>
                  <a:ext cx="15282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0775EA1E-A899-7350-D296-A59263B077D5}"/>
                    </a:ext>
                  </a:extLst>
                </p14:cNvPr>
                <p14:cNvContentPartPr/>
                <p14:nvPr/>
              </p14:nvContentPartPr>
              <p14:xfrm>
                <a:off x="9027235" y="1330247"/>
                <a:ext cx="1512000" cy="2196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0775EA1E-A899-7350-D296-A59263B077D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021115" y="1324127"/>
                  <a:ext cx="15242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2FEA03EB-FAAA-62BF-1A70-4C179E0E8CF8}"/>
                    </a:ext>
                  </a:extLst>
                </p14:cNvPr>
                <p14:cNvContentPartPr/>
                <p14:nvPr/>
              </p14:nvContentPartPr>
              <p14:xfrm>
                <a:off x="9044875" y="1598807"/>
                <a:ext cx="1383120" cy="1800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2FEA03EB-FAAA-62BF-1A70-4C179E0E8CF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038755" y="1592687"/>
                  <a:ext cx="1395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5B25DDB5-2B27-C815-856C-9542104B9943}"/>
                    </a:ext>
                  </a:extLst>
                </p14:cNvPr>
                <p14:cNvContentPartPr/>
                <p14:nvPr/>
              </p14:nvContentPartPr>
              <p14:xfrm>
                <a:off x="9375715" y="367607"/>
                <a:ext cx="38160" cy="134244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5B25DDB5-2B27-C815-856C-9542104B994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369595" y="361487"/>
                  <a:ext cx="50400" cy="13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40C9ED34-B37A-E467-C75C-D280637D1721}"/>
                    </a:ext>
                  </a:extLst>
                </p14:cNvPr>
                <p14:cNvContentPartPr/>
                <p14:nvPr/>
              </p14:nvContentPartPr>
              <p14:xfrm>
                <a:off x="9571195" y="396407"/>
                <a:ext cx="88560" cy="142020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40C9ED34-B37A-E467-C75C-D280637D172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565075" y="390287"/>
                  <a:ext cx="100800" cy="14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4F7C0E2F-F85C-C620-C012-2CA16979DBC8}"/>
                    </a:ext>
                  </a:extLst>
                </p14:cNvPr>
                <p14:cNvContentPartPr/>
                <p14:nvPr/>
              </p14:nvContentPartPr>
              <p14:xfrm>
                <a:off x="9865675" y="412247"/>
                <a:ext cx="59760" cy="134244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4F7C0E2F-F85C-C620-C012-2CA16979DBC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859555" y="406127"/>
                  <a:ext cx="72000" cy="13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0FEF199E-394A-E9A4-28BE-F9BA943E1C06}"/>
                    </a:ext>
                  </a:extLst>
                </p14:cNvPr>
                <p14:cNvContentPartPr/>
                <p14:nvPr/>
              </p14:nvContentPartPr>
              <p14:xfrm>
                <a:off x="10132435" y="420887"/>
                <a:ext cx="84960" cy="136656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0FEF199E-394A-E9A4-28BE-F9BA943E1C0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126315" y="414767"/>
                  <a:ext cx="97200" cy="13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E1DBAF0C-37C1-D358-0193-644AD39D4A13}"/>
                    </a:ext>
                  </a:extLst>
                </p14:cNvPr>
                <p14:cNvContentPartPr/>
                <p14:nvPr/>
              </p14:nvContentPartPr>
              <p14:xfrm>
                <a:off x="10337275" y="348887"/>
                <a:ext cx="86040" cy="122724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E1DBAF0C-37C1-D358-0193-644AD39D4A1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331155" y="342767"/>
                  <a:ext cx="98280" cy="12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FDA4ACCC-D733-CA15-4201-4DE40BA61796}"/>
                    </a:ext>
                  </a:extLst>
                </p14:cNvPr>
                <p14:cNvContentPartPr/>
                <p14:nvPr/>
              </p14:nvContentPartPr>
              <p14:xfrm>
                <a:off x="9254395" y="442487"/>
                <a:ext cx="54000" cy="2988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FDA4ACCC-D733-CA15-4201-4DE40BA6179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248275" y="436367"/>
                  <a:ext cx="662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9522CB06-8F5C-7B46-F4D3-B9B3AF6817ED}"/>
                    </a:ext>
                  </a:extLst>
                </p14:cNvPr>
                <p14:cNvContentPartPr/>
                <p14:nvPr/>
              </p14:nvContentPartPr>
              <p14:xfrm>
                <a:off x="9248275" y="231104"/>
                <a:ext cx="171360" cy="20340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9522CB06-8F5C-7B46-F4D3-B9B3AF6817E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242155" y="224984"/>
                  <a:ext cx="1836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914C688B-C8D1-FA16-FA40-6F7BBC48CCA7}"/>
                    </a:ext>
                  </a:extLst>
                </p14:cNvPr>
                <p14:cNvContentPartPr/>
                <p14:nvPr/>
              </p14:nvContentPartPr>
              <p14:xfrm>
                <a:off x="9353035" y="176024"/>
                <a:ext cx="122760" cy="7164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914C688B-C8D1-FA16-FA40-6F7BBC48CCA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346915" y="169904"/>
                  <a:ext cx="1350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991817AE-20AE-45B8-4A27-57C93A47FBD7}"/>
                    </a:ext>
                  </a:extLst>
                </p14:cNvPr>
                <p14:cNvContentPartPr/>
                <p14:nvPr/>
              </p14:nvContentPartPr>
              <p14:xfrm>
                <a:off x="9550315" y="115184"/>
                <a:ext cx="70200" cy="12888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991817AE-20AE-45B8-4A27-57C93A47FBD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544195" y="109064"/>
                  <a:ext cx="824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D27593EF-FA67-0526-B3F2-BF6F2A1E4DF3}"/>
                    </a:ext>
                  </a:extLst>
                </p14:cNvPr>
                <p14:cNvContentPartPr/>
                <p14:nvPr/>
              </p14:nvContentPartPr>
              <p14:xfrm>
                <a:off x="9687835" y="164504"/>
                <a:ext cx="114120" cy="3168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D27593EF-FA67-0526-B3F2-BF6F2A1E4DF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681715" y="158384"/>
                  <a:ext cx="1263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845D4126-A4BC-705A-8799-B411013F0858}"/>
                    </a:ext>
                  </a:extLst>
                </p14:cNvPr>
                <p14:cNvContentPartPr/>
                <p14:nvPr/>
              </p14:nvContentPartPr>
              <p14:xfrm>
                <a:off x="9814195" y="124904"/>
                <a:ext cx="151560" cy="13140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845D4126-A4BC-705A-8799-B411013F085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808075" y="118784"/>
                  <a:ext cx="1638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8AEFCBAB-C00B-D695-B336-03C092CA2732}"/>
                    </a:ext>
                  </a:extLst>
                </p14:cNvPr>
                <p14:cNvContentPartPr/>
                <p14:nvPr/>
              </p14:nvContentPartPr>
              <p14:xfrm>
                <a:off x="10013635" y="125624"/>
                <a:ext cx="109800" cy="1188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8AEFCBAB-C00B-D695-B336-03C092CA273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007515" y="119504"/>
                  <a:ext cx="1220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8A489417-7F94-77DE-22ED-CF845A422684}"/>
                    </a:ext>
                  </a:extLst>
                </p14:cNvPr>
                <p14:cNvContentPartPr/>
                <p14:nvPr/>
              </p14:nvContentPartPr>
              <p14:xfrm>
                <a:off x="10015075" y="127064"/>
                <a:ext cx="137880" cy="13896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8A489417-7F94-77DE-22ED-CF845A42268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008955" y="120944"/>
                  <a:ext cx="1501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2A143F2F-C591-6407-5D59-6C3B4DCDF99B}"/>
                    </a:ext>
                  </a:extLst>
                </p14:cNvPr>
                <p14:cNvContentPartPr/>
                <p14:nvPr/>
              </p14:nvContentPartPr>
              <p14:xfrm>
                <a:off x="10191475" y="86744"/>
                <a:ext cx="113400" cy="4032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2A143F2F-C591-6407-5D59-6C3B4DCDF99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185355" y="80624"/>
                  <a:ext cx="1256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7870CD1D-BA22-6C77-1767-3AFF3BBEBD1F}"/>
                    </a:ext>
                  </a:extLst>
                </p14:cNvPr>
                <p14:cNvContentPartPr/>
                <p14:nvPr/>
              </p14:nvContentPartPr>
              <p14:xfrm>
                <a:off x="10164115" y="96464"/>
                <a:ext cx="163080" cy="20124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7870CD1D-BA22-6C77-1767-3AFF3BBEBD1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157995" y="90344"/>
                  <a:ext cx="1753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1118D3ED-5250-7733-482D-1DC9BD6DE6FA}"/>
                    </a:ext>
                  </a:extLst>
                </p14:cNvPr>
                <p14:cNvContentPartPr/>
                <p14:nvPr/>
              </p14:nvContentPartPr>
              <p14:xfrm>
                <a:off x="9548515" y="121304"/>
                <a:ext cx="114840" cy="16452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1118D3ED-5250-7733-482D-1DC9BD6DE6F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542395" y="115184"/>
                  <a:ext cx="1270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9C13A44E-3253-8A8A-DC6A-03433E78C173}"/>
                    </a:ext>
                  </a:extLst>
                </p14:cNvPr>
                <p14:cNvContentPartPr/>
                <p14:nvPr/>
              </p14:nvContentPartPr>
              <p14:xfrm>
                <a:off x="11017675" y="1042247"/>
                <a:ext cx="167400" cy="22752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9C13A44E-3253-8A8A-DC6A-03433E78C17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011555" y="1036127"/>
                  <a:ext cx="1796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421A537D-9977-B5D1-DC50-E6322569CFB0}"/>
                    </a:ext>
                  </a:extLst>
                </p14:cNvPr>
                <p14:cNvContentPartPr/>
                <p14:nvPr/>
              </p14:nvContentPartPr>
              <p14:xfrm>
                <a:off x="11262835" y="949727"/>
                <a:ext cx="236520" cy="26604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421A537D-9977-B5D1-DC50-E6322569CFB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256715" y="943607"/>
                  <a:ext cx="2487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91D0F838-A368-6AE8-37BE-03C29EE3906A}"/>
                    </a:ext>
                  </a:extLst>
                </p14:cNvPr>
                <p14:cNvContentPartPr/>
                <p14:nvPr/>
              </p14:nvContentPartPr>
              <p14:xfrm>
                <a:off x="11541835" y="950807"/>
                <a:ext cx="76320" cy="23616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91D0F838-A368-6AE8-37BE-03C29EE3906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535715" y="944687"/>
                  <a:ext cx="885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BF003B22-7499-51AF-A8B2-F121049E71B7}"/>
                    </a:ext>
                  </a:extLst>
                </p14:cNvPr>
                <p14:cNvContentPartPr/>
                <p14:nvPr/>
              </p14:nvContentPartPr>
              <p14:xfrm>
                <a:off x="11497915" y="917327"/>
                <a:ext cx="176040" cy="13896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BF003B22-7499-51AF-A8B2-F121049E71B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491795" y="911207"/>
                  <a:ext cx="1882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BF7A9B54-CA22-F5D0-14E6-FAE9A48F1ED5}"/>
                    </a:ext>
                  </a:extLst>
                </p14:cNvPr>
                <p14:cNvContentPartPr/>
                <p14:nvPr/>
              </p14:nvContentPartPr>
              <p14:xfrm>
                <a:off x="10881235" y="1227944"/>
                <a:ext cx="947160" cy="25920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BF7A9B54-CA22-F5D0-14E6-FAE9A48F1ED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875115" y="1221824"/>
                  <a:ext cx="9594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B45CA550-3B81-8344-DF69-56D995B004E2}"/>
                    </a:ext>
                  </a:extLst>
                </p14:cNvPr>
                <p14:cNvContentPartPr/>
                <p14:nvPr/>
              </p14:nvContentPartPr>
              <p14:xfrm>
                <a:off x="9270235" y="1438904"/>
                <a:ext cx="1962000" cy="104256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B45CA550-3B81-8344-DF69-56D995B004E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264115" y="1432784"/>
                  <a:ext cx="1974240" cy="10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EF2C8C07-325C-9042-E1A8-215BD439B60A}"/>
                    </a:ext>
                  </a:extLst>
                </p14:cNvPr>
                <p14:cNvContentPartPr/>
                <p14:nvPr/>
              </p14:nvContentPartPr>
              <p14:xfrm>
                <a:off x="9195355" y="2312984"/>
                <a:ext cx="240120" cy="31428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EF2C8C07-325C-9042-E1A8-215BD439B60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189235" y="2306864"/>
                  <a:ext cx="2523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9F8F5FA7-D693-8865-BC29-EDE4BAADC4BA}"/>
                    </a:ext>
                  </a:extLst>
                </p14:cNvPr>
                <p14:cNvContentPartPr/>
                <p14:nvPr/>
              </p14:nvContentPartPr>
              <p14:xfrm>
                <a:off x="7656355" y="776864"/>
                <a:ext cx="1682280" cy="154260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9F8F5FA7-D693-8865-BC29-EDE4BAADC4B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650235" y="770744"/>
                  <a:ext cx="1694520" cy="155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EA9C886C-6ABE-042E-9804-F3A51EA85E1D}"/>
                    </a:ext>
                  </a:extLst>
                </p14:cNvPr>
                <p14:cNvContentPartPr/>
                <p14:nvPr/>
              </p14:nvContentPartPr>
              <p14:xfrm>
                <a:off x="7527475" y="707384"/>
                <a:ext cx="265320" cy="22572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EA9C886C-6ABE-042E-9804-F3A51EA85E1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521355" y="701264"/>
                  <a:ext cx="277560" cy="23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upo 148">
            <a:extLst>
              <a:ext uri="{FF2B5EF4-FFF2-40B4-BE49-F238E27FC236}">
                <a16:creationId xmlns:a16="http://schemas.microsoft.com/office/drawing/2014/main" id="{0B1FA7F5-586A-B45C-FF77-75FEFEE0558F}"/>
              </a:ext>
            </a:extLst>
          </p:cNvPr>
          <p:cNvGrpSpPr/>
          <p:nvPr/>
        </p:nvGrpSpPr>
        <p:grpSpPr>
          <a:xfrm>
            <a:off x="1612675" y="2923544"/>
            <a:ext cx="500040" cy="426240"/>
            <a:chOff x="1612675" y="2923544"/>
            <a:chExt cx="500040" cy="42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F757BF88-403A-9B08-66BA-B9F6A3A7DAB0}"/>
                    </a:ext>
                  </a:extLst>
                </p14:cNvPr>
                <p14:cNvContentPartPr/>
                <p14:nvPr/>
              </p14:nvContentPartPr>
              <p14:xfrm>
                <a:off x="1612675" y="2923544"/>
                <a:ext cx="336240" cy="42624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F757BF88-403A-9B08-66BA-B9F6A3A7DAB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606555" y="2917424"/>
                  <a:ext cx="34848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1D28ABE3-AE1E-63BF-CD07-7C1E6C5B5758}"/>
                    </a:ext>
                  </a:extLst>
                </p14:cNvPr>
                <p14:cNvContentPartPr/>
                <p14:nvPr/>
              </p14:nvContentPartPr>
              <p14:xfrm>
                <a:off x="2112355" y="3308384"/>
                <a:ext cx="360" cy="36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1D28ABE3-AE1E-63BF-CD07-7C1E6C5B575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106235" y="3302264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150" name="Entrada de lápiz 149">
                <a:extLst>
                  <a:ext uri="{FF2B5EF4-FFF2-40B4-BE49-F238E27FC236}">
                    <a16:creationId xmlns:a16="http://schemas.microsoft.com/office/drawing/2014/main" id="{0A18BAE3-737C-B2D5-923D-7B06B6B451ED}"/>
                  </a:ext>
                </a:extLst>
              </p14:cNvPr>
              <p14:cNvContentPartPr/>
              <p14:nvPr/>
            </p14:nvContentPartPr>
            <p14:xfrm>
              <a:off x="2367235" y="2871704"/>
              <a:ext cx="14400" cy="411480"/>
            </p14:xfrm>
          </p:contentPart>
        </mc:Choice>
        <mc:Fallback>
          <p:pic>
            <p:nvPicPr>
              <p:cNvPr id="150" name="Entrada de lápiz 149">
                <a:extLst>
                  <a:ext uri="{FF2B5EF4-FFF2-40B4-BE49-F238E27FC236}">
                    <a16:creationId xmlns:a16="http://schemas.microsoft.com/office/drawing/2014/main" id="{0A18BAE3-737C-B2D5-923D-7B06B6B451ED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2361115" y="2865584"/>
                <a:ext cx="26640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1">
            <p14:nvContentPartPr>
              <p14:cNvPr id="151" name="Entrada de lápiz 150">
                <a:extLst>
                  <a:ext uri="{FF2B5EF4-FFF2-40B4-BE49-F238E27FC236}">
                    <a16:creationId xmlns:a16="http://schemas.microsoft.com/office/drawing/2014/main" id="{38FC6D9F-DE7C-17EB-3DC5-FF6BA7EE7634}"/>
                  </a:ext>
                </a:extLst>
              </p14:cNvPr>
              <p14:cNvContentPartPr/>
              <p14:nvPr/>
            </p14:nvContentPartPr>
            <p14:xfrm>
              <a:off x="2288395" y="2840744"/>
              <a:ext cx="218160" cy="226800"/>
            </p14:xfrm>
          </p:contentPart>
        </mc:Choice>
        <mc:Fallback>
          <p:pic>
            <p:nvPicPr>
              <p:cNvPr id="151" name="Entrada de lápiz 150">
                <a:extLst>
                  <a:ext uri="{FF2B5EF4-FFF2-40B4-BE49-F238E27FC236}">
                    <a16:creationId xmlns:a16="http://schemas.microsoft.com/office/drawing/2014/main" id="{38FC6D9F-DE7C-17EB-3DC5-FF6BA7EE7634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2282275" y="2834624"/>
                <a:ext cx="23040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152" name="Entrada de lápiz 151">
                <a:extLst>
                  <a:ext uri="{FF2B5EF4-FFF2-40B4-BE49-F238E27FC236}">
                    <a16:creationId xmlns:a16="http://schemas.microsoft.com/office/drawing/2014/main" id="{B7FC9FCB-A7A5-78D4-8985-A6C01F826FD0}"/>
                  </a:ext>
                </a:extLst>
              </p14:cNvPr>
              <p14:cNvContentPartPr/>
              <p14:nvPr/>
            </p14:nvContentPartPr>
            <p14:xfrm>
              <a:off x="2502595" y="3071144"/>
              <a:ext cx="26640" cy="203040"/>
            </p14:xfrm>
          </p:contentPart>
        </mc:Choice>
        <mc:Fallback>
          <p:pic>
            <p:nvPicPr>
              <p:cNvPr id="152" name="Entrada de lápiz 151">
                <a:extLst>
                  <a:ext uri="{FF2B5EF4-FFF2-40B4-BE49-F238E27FC236}">
                    <a16:creationId xmlns:a16="http://schemas.microsoft.com/office/drawing/2014/main" id="{B7FC9FCB-A7A5-78D4-8985-A6C01F826FD0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2496475" y="3065024"/>
                <a:ext cx="3888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5">
            <p14:nvContentPartPr>
              <p14:cNvPr id="153" name="Entrada de lápiz 152">
                <a:extLst>
                  <a:ext uri="{FF2B5EF4-FFF2-40B4-BE49-F238E27FC236}">
                    <a16:creationId xmlns:a16="http://schemas.microsoft.com/office/drawing/2014/main" id="{F310B1EF-CE17-A3DA-6B13-A97E52033203}"/>
                  </a:ext>
                </a:extLst>
              </p14:cNvPr>
              <p14:cNvContentPartPr/>
              <p14:nvPr/>
            </p14:nvContentPartPr>
            <p14:xfrm>
              <a:off x="2501155" y="3152144"/>
              <a:ext cx="91800" cy="10800"/>
            </p14:xfrm>
          </p:contentPart>
        </mc:Choice>
        <mc:Fallback>
          <p:pic>
            <p:nvPicPr>
              <p:cNvPr id="153" name="Entrada de lápiz 152">
                <a:extLst>
                  <a:ext uri="{FF2B5EF4-FFF2-40B4-BE49-F238E27FC236}">
                    <a16:creationId xmlns:a16="http://schemas.microsoft.com/office/drawing/2014/main" id="{F310B1EF-CE17-A3DA-6B13-A97E52033203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2495035" y="3146024"/>
                <a:ext cx="10404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7">
            <p14:nvContentPartPr>
              <p14:cNvPr id="154" name="Entrada de lápiz 153">
                <a:extLst>
                  <a:ext uri="{FF2B5EF4-FFF2-40B4-BE49-F238E27FC236}">
                    <a16:creationId xmlns:a16="http://schemas.microsoft.com/office/drawing/2014/main" id="{63EC33EF-B955-F319-009D-978F5555BD20}"/>
                  </a:ext>
                </a:extLst>
              </p14:cNvPr>
              <p14:cNvContentPartPr/>
              <p14:nvPr/>
            </p14:nvContentPartPr>
            <p14:xfrm>
              <a:off x="2603755" y="3094544"/>
              <a:ext cx="144720" cy="170280"/>
            </p14:xfrm>
          </p:contentPart>
        </mc:Choice>
        <mc:Fallback>
          <p:pic>
            <p:nvPicPr>
              <p:cNvPr id="154" name="Entrada de lápiz 153">
                <a:extLst>
                  <a:ext uri="{FF2B5EF4-FFF2-40B4-BE49-F238E27FC236}">
                    <a16:creationId xmlns:a16="http://schemas.microsoft.com/office/drawing/2014/main" id="{63EC33EF-B955-F319-009D-978F5555BD20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2597635" y="3088424"/>
                <a:ext cx="15696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155" name="Entrada de lápiz 154">
                <a:extLst>
                  <a:ext uri="{FF2B5EF4-FFF2-40B4-BE49-F238E27FC236}">
                    <a16:creationId xmlns:a16="http://schemas.microsoft.com/office/drawing/2014/main" id="{B9C6BDFD-B609-0B35-CE98-A04E3DBB7DD0}"/>
                  </a:ext>
                </a:extLst>
              </p14:cNvPr>
              <p14:cNvContentPartPr/>
              <p14:nvPr/>
            </p14:nvContentPartPr>
            <p14:xfrm>
              <a:off x="2786995" y="3087704"/>
              <a:ext cx="196200" cy="151560"/>
            </p14:xfrm>
          </p:contentPart>
        </mc:Choice>
        <mc:Fallback>
          <p:pic>
            <p:nvPicPr>
              <p:cNvPr id="155" name="Entrada de lápiz 154">
                <a:extLst>
                  <a:ext uri="{FF2B5EF4-FFF2-40B4-BE49-F238E27FC236}">
                    <a16:creationId xmlns:a16="http://schemas.microsoft.com/office/drawing/2014/main" id="{B9C6BDFD-B609-0B35-CE98-A04E3DBB7DD0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2780875" y="3081584"/>
                <a:ext cx="208440" cy="16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upo 191">
            <a:extLst>
              <a:ext uri="{FF2B5EF4-FFF2-40B4-BE49-F238E27FC236}">
                <a16:creationId xmlns:a16="http://schemas.microsoft.com/office/drawing/2014/main" id="{95534138-0471-DFA5-EFD9-2A05B78EBBDF}"/>
              </a:ext>
            </a:extLst>
          </p:cNvPr>
          <p:cNvGrpSpPr/>
          <p:nvPr/>
        </p:nvGrpSpPr>
        <p:grpSpPr>
          <a:xfrm>
            <a:off x="3045835" y="2951264"/>
            <a:ext cx="1681560" cy="369360"/>
            <a:chOff x="3045835" y="2951264"/>
            <a:chExt cx="1681560" cy="36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EDF87188-C549-EBD8-1312-BC0332797581}"/>
                    </a:ext>
                  </a:extLst>
                </p14:cNvPr>
                <p14:cNvContentPartPr/>
                <p14:nvPr/>
              </p14:nvContentPartPr>
              <p14:xfrm>
                <a:off x="3045835" y="3069344"/>
                <a:ext cx="193680" cy="20808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EDF87188-C549-EBD8-1312-BC0332797581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039715" y="3063224"/>
                  <a:ext cx="2059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48694CD4-83A5-86F4-3189-467530C152BB}"/>
                    </a:ext>
                  </a:extLst>
                </p14:cNvPr>
                <p14:cNvContentPartPr/>
                <p14:nvPr/>
              </p14:nvContentPartPr>
              <p14:xfrm>
                <a:off x="3298555" y="3091304"/>
                <a:ext cx="209880" cy="18252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48694CD4-83A5-86F4-3189-467530C152B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292435" y="3085184"/>
                  <a:ext cx="2221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D0E1F8BB-EBD9-7483-657D-6BAADB7F21C5}"/>
                    </a:ext>
                  </a:extLst>
                </p14:cNvPr>
                <p14:cNvContentPartPr/>
                <p14:nvPr/>
              </p14:nvContentPartPr>
              <p14:xfrm>
                <a:off x="3522835" y="3095984"/>
                <a:ext cx="165960" cy="18828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D0E1F8BB-EBD9-7483-657D-6BAADB7F21C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516715" y="3089864"/>
                  <a:ext cx="1782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6A9ECD67-0554-BF7A-7319-B51F08DD6B36}"/>
                    </a:ext>
                  </a:extLst>
                </p14:cNvPr>
                <p14:cNvContentPartPr/>
                <p14:nvPr/>
              </p14:nvContentPartPr>
              <p14:xfrm>
                <a:off x="3751075" y="3095264"/>
                <a:ext cx="205920" cy="21780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6A9ECD67-0554-BF7A-7319-B51F08DD6B36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744955" y="3089144"/>
                  <a:ext cx="2181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C1955293-E7E8-F47A-42A6-F64F1737191B}"/>
                    </a:ext>
                  </a:extLst>
                </p14:cNvPr>
                <p14:cNvContentPartPr/>
                <p14:nvPr/>
              </p14:nvContentPartPr>
              <p14:xfrm>
                <a:off x="4038355" y="3165464"/>
                <a:ext cx="14040" cy="12024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C1955293-E7E8-F47A-42A6-F64F1737191B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032235" y="3159344"/>
                  <a:ext cx="262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F6B0AC8F-D8C3-7341-A2FF-34560D2DA81C}"/>
                    </a:ext>
                  </a:extLst>
                </p14:cNvPr>
                <p14:cNvContentPartPr/>
                <p14:nvPr/>
              </p14:nvContentPartPr>
              <p14:xfrm>
                <a:off x="4040155" y="3030464"/>
                <a:ext cx="4320" cy="540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F6B0AC8F-D8C3-7341-A2FF-34560D2DA81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034035" y="3024344"/>
                  <a:ext cx="1656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81C652D4-80CE-1B88-01F0-EBFC6C8358A3}"/>
                    </a:ext>
                  </a:extLst>
                </p14:cNvPr>
                <p14:cNvContentPartPr/>
                <p14:nvPr/>
              </p14:nvContentPartPr>
              <p14:xfrm>
                <a:off x="4111435" y="3137384"/>
                <a:ext cx="105480" cy="12708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81C652D4-80CE-1B88-01F0-EBFC6C8358A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105315" y="3131264"/>
                  <a:ext cx="1177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8262D16E-CEF6-F181-C550-EAEDCD8CC4A6}"/>
                    </a:ext>
                  </a:extLst>
                </p14:cNvPr>
                <p14:cNvContentPartPr/>
                <p14:nvPr/>
              </p14:nvContentPartPr>
              <p14:xfrm>
                <a:off x="4286755" y="3122984"/>
                <a:ext cx="100800" cy="19764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8262D16E-CEF6-F181-C550-EAEDCD8CC4A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280635" y="3116864"/>
                  <a:ext cx="1130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B09754B8-7081-6E2F-3927-857CCD075BE7}"/>
                    </a:ext>
                  </a:extLst>
                </p14:cNvPr>
                <p14:cNvContentPartPr/>
                <p14:nvPr/>
              </p14:nvContentPartPr>
              <p14:xfrm>
                <a:off x="4453435" y="2951264"/>
                <a:ext cx="51120" cy="36828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B09754B8-7081-6E2F-3927-857CCD075BE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447315" y="2945144"/>
                  <a:ext cx="6336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2DAB7DEC-5CC2-BC0A-7C4D-81D07A4A639E}"/>
                    </a:ext>
                  </a:extLst>
                </p14:cNvPr>
                <p14:cNvContentPartPr/>
                <p14:nvPr/>
              </p14:nvContentPartPr>
              <p14:xfrm>
                <a:off x="4402675" y="3134864"/>
                <a:ext cx="126360" cy="36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2DAB7DEC-5CC2-BC0A-7C4D-81D07A4A639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396555" y="3128744"/>
                  <a:ext cx="138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DEE332B6-8CC9-A60F-73B2-86D53770BF21}"/>
                    </a:ext>
                  </a:extLst>
                </p14:cNvPr>
                <p14:cNvContentPartPr/>
                <p14:nvPr/>
              </p14:nvContentPartPr>
              <p14:xfrm>
                <a:off x="4558915" y="3146744"/>
                <a:ext cx="168480" cy="15588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DEE332B6-8CC9-A60F-73B2-86D53770BF2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552795" y="3140624"/>
                  <a:ext cx="18072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upo 190">
            <a:extLst>
              <a:ext uri="{FF2B5EF4-FFF2-40B4-BE49-F238E27FC236}">
                <a16:creationId xmlns:a16="http://schemas.microsoft.com/office/drawing/2014/main" id="{9B48C6E0-8C29-E159-50BF-5A08AFD9CDE8}"/>
              </a:ext>
            </a:extLst>
          </p:cNvPr>
          <p:cNvGrpSpPr/>
          <p:nvPr/>
        </p:nvGrpSpPr>
        <p:grpSpPr>
          <a:xfrm>
            <a:off x="5026195" y="2995904"/>
            <a:ext cx="407520" cy="362160"/>
            <a:chOff x="5026195" y="2995904"/>
            <a:chExt cx="407520" cy="36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99A0CE20-05B9-8607-D065-CCB2C9A53B5B}"/>
                    </a:ext>
                  </a:extLst>
                </p14:cNvPr>
                <p14:cNvContentPartPr/>
                <p14:nvPr/>
              </p14:nvContentPartPr>
              <p14:xfrm>
                <a:off x="5026195" y="2995904"/>
                <a:ext cx="203040" cy="36216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99A0CE20-05B9-8607-D065-CCB2C9A53B5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020075" y="2989784"/>
                  <a:ext cx="21528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EB7253D9-AFDE-F218-5B20-F46CB96751E9}"/>
                    </a:ext>
                  </a:extLst>
                </p14:cNvPr>
                <p14:cNvContentPartPr/>
                <p14:nvPr/>
              </p14:nvContentPartPr>
              <p14:xfrm>
                <a:off x="5252635" y="3140984"/>
                <a:ext cx="181080" cy="19188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EB7253D9-AFDE-F218-5B20-F46CB96751E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246515" y="3134864"/>
                  <a:ext cx="193320" cy="20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upo 189">
            <a:extLst>
              <a:ext uri="{FF2B5EF4-FFF2-40B4-BE49-F238E27FC236}">
                <a16:creationId xmlns:a16="http://schemas.microsoft.com/office/drawing/2014/main" id="{A05172B8-8141-857B-795B-27B14B018F0D}"/>
              </a:ext>
            </a:extLst>
          </p:cNvPr>
          <p:cNvGrpSpPr/>
          <p:nvPr/>
        </p:nvGrpSpPr>
        <p:grpSpPr>
          <a:xfrm>
            <a:off x="5705515" y="2896184"/>
            <a:ext cx="1458720" cy="566280"/>
            <a:chOff x="5705515" y="2896184"/>
            <a:chExt cx="1458720" cy="56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F13D1F15-2377-4814-6FA5-2142CE9D5084}"/>
                    </a:ext>
                  </a:extLst>
                </p14:cNvPr>
                <p14:cNvContentPartPr/>
                <p14:nvPr/>
              </p14:nvContentPartPr>
              <p14:xfrm>
                <a:off x="5705515" y="2896184"/>
                <a:ext cx="161280" cy="45036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F13D1F15-2377-4814-6FA5-2142CE9D508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699395" y="2890064"/>
                  <a:ext cx="17352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0ED48252-93E4-1067-C08A-B8AACE6A77F4}"/>
                    </a:ext>
                  </a:extLst>
                </p14:cNvPr>
                <p14:cNvContentPartPr/>
                <p14:nvPr/>
              </p14:nvContentPartPr>
              <p14:xfrm>
                <a:off x="5949955" y="3165464"/>
                <a:ext cx="153000" cy="16524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0ED48252-93E4-1067-C08A-B8AACE6A77F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943835" y="3159344"/>
                  <a:ext cx="1652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AE400F9A-3475-1DF8-C671-F9A6B5A9F076}"/>
                    </a:ext>
                  </a:extLst>
                </p14:cNvPr>
                <p14:cNvContentPartPr/>
                <p14:nvPr/>
              </p14:nvContentPartPr>
              <p14:xfrm>
                <a:off x="6181435" y="3155744"/>
                <a:ext cx="109080" cy="19692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AE400F9A-3475-1DF8-C671-F9A6B5A9F07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175315" y="3149624"/>
                  <a:ext cx="1213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703D6F42-6586-11A8-3AD2-4760525AEF85}"/>
                    </a:ext>
                  </a:extLst>
                </p14:cNvPr>
                <p14:cNvContentPartPr/>
                <p14:nvPr/>
              </p14:nvContentPartPr>
              <p14:xfrm>
                <a:off x="6359275" y="3163304"/>
                <a:ext cx="171720" cy="29916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703D6F42-6586-11A8-3AD2-4760525AEF8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353155" y="3157184"/>
                  <a:ext cx="1839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896FCF30-3D78-B24B-7AF5-357643DAC494}"/>
                    </a:ext>
                  </a:extLst>
                </p14:cNvPr>
                <p14:cNvContentPartPr/>
                <p14:nvPr/>
              </p14:nvContentPartPr>
              <p14:xfrm>
                <a:off x="6548995" y="3130904"/>
                <a:ext cx="115560" cy="18792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896FCF30-3D78-B24B-7AF5-357643DAC49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542875" y="3124784"/>
                  <a:ext cx="1278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15B0A235-8A83-CF38-584C-BCF41C1F6E09}"/>
                    </a:ext>
                  </a:extLst>
                </p14:cNvPr>
                <p14:cNvContentPartPr/>
                <p14:nvPr/>
              </p14:nvContentPartPr>
              <p14:xfrm>
                <a:off x="6709195" y="3136304"/>
                <a:ext cx="114120" cy="19872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15B0A235-8A83-CF38-584C-BCF41C1F6E0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703075" y="3130184"/>
                  <a:ext cx="1263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648C7300-6965-A392-DE58-08FCD40AA170}"/>
                    </a:ext>
                  </a:extLst>
                </p14:cNvPr>
                <p14:cNvContentPartPr/>
                <p14:nvPr/>
              </p14:nvContentPartPr>
              <p14:xfrm>
                <a:off x="6979555" y="3217664"/>
                <a:ext cx="6480" cy="36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648C7300-6965-A392-DE58-08FCD40AA170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973435" y="3211544"/>
                  <a:ext cx="187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BBE4E384-C257-41C6-4D79-71F4797E3313}"/>
                    </a:ext>
                  </a:extLst>
                </p14:cNvPr>
                <p14:cNvContentPartPr/>
                <p14:nvPr/>
              </p14:nvContentPartPr>
              <p14:xfrm>
                <a:off x="7082875" y="3224504"/>
                <a:ext cx="81360" cy="360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BBE4E384-C257-41C6-4D79-71F4797E331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076755" y="3218384"/>
                  <a:ext cx="93600" cy="1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upo 196">
            <a:extLst>
              <a:ext uri="{FF2B5EF4-FFF2-40B4-BE49-F238E27FC236}">
                <a16:creationId xmlns:a16="http://schemas.microsoft.com/office/drawing/2014/main" id="{583ABEB7-89E1-3CAD-40F1-C8D18B8E7BAE}"/>
              </a:ext>
            </a:extLst>
          </p:cNvPr>
          <p:cNvGrpSpPr/>
          <p:nvPr/>
        </p:nvGrpSpPr>
        <p:grpSpPr>
          <a:xfrm>
            <a:off x="5198275" y="3490544"/>
            <a:ext cx="268200" cy="753840"/>
            <a:chOff x="5198275" y="3490544"/>
            <a:chExt cx="268200" cy="75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F41B1434-4D65-8BBA-B4D5-9EA11BB99898}"/>
                    </a:ext>
                  </a:extLst>
                </p14:cNvPr>
                <p14:cNvContentPartPr/>
                <p14:nvPr/>
              </p14:nvContentPartPr>
              <p14:xfrm>
                <a:off x="5335435" y="3490544"/>
                <a:ext cx="24840" cy="49428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F41B1434-4D65-8BBA-B4D5-9EA11BB9989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329315" y="3484424"/>
                  <a:ext cx="3708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C9B86D40-43E8-DFBE-4133-60E44DD3B81B}"/>
                    </a:ext>
                  </a:extLst>
                </p14:cNvPr>
                <p14:cNvContentPartPr/>
                <p14:nvPr/>
              </p14:nvContentPartPr>
              <p14:xfrm>
                <a:off x="5198275" y="3878624"/>
                <a:ext cx="268200" cy="36576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C9B86D40-43E8-DFBE-4133-60E44DD3B81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192155" y="3872504"/>
                  <a:ext cx="280440" cy="37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upo 198">
            <a:extLst>
              <a:ext uri="{FF2B5EF4-FFF2-40B4-BE49-F238E27FC236}">
                <a16:creationId xmlns:a16="http://schemas.microsoft.com/office/drawing/2014/main" id="{FBA85128-5C1B-855A-FFB8-2231F8EECC9C}"/>
              </a:ext>
            </a:extLst>
          </p:cNvPr>
          <p:cNvGrpSpPr/>
          <p:nvPr/>
        </p:nvGrpSpPr>
        <p:grpSpPr>
          <a:xfrm>
            <a:off x="7525675" y="2773424"/>
            <a:ext cx="1674000" cy="558720"/>
            <a:chOff x="7525675" y="2773424"/>
            <a:chExt cx="1674000" cy="55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AB0525D7-195D-C174-DCDF-6186E69D469D}"/>
                    </a:ext>
                  </a:extLst>
                </p14:cNvPr>
                <p14:cNvContentPartPr/>
                <p14:nvPr/>
              </p14:nvContentPartPr>
              <p14:xfrm>
                <a:off x="7525675" y="2914544"/>
                <a:ext cx="161640" cy="41760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AB0525D7-195D-C174-DCDF-6186E69D469D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519555" y="2908424"/>
                  <a:ext cx="17388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1252D0B6-D81C-792A-EF7C-F1462D174D6C}"/>
                    </a:ext>
                  </a:extLst>
                </p14:cNvPr>
                <p14:cNvContentPartPr/>
                <p14:nvPr/>
              </p14:nvContentPartPr>
              <p14:xfrm>
                <a:off x="7725475" y="3128384"/>
                <a:ext cx="125280" cy="16596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1252D0B6-D81C-792A-EF7C-F1462D174D6C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719355" y="3122264"/>
                  <a:ext cx="137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FB25FB12-CF77-90B9-A16B-EF4EBAB02E07}"/>
                    </a:ext>
                  </a:extLst>
                </p14:cNvPr>
                <p14:cNvContentPartPr/>
                <p14:nvPr/>
              </p14:nvContentPartPr>
              <p14:xfrm>
                <a:off x="7906555" y="2933984"/>
                <a:ext cx="63000" cy="37656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FB25FB12-CF77-90B9-A16B-EF4EBAB02E0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900435" y="2927864"/>
                  <a:ext cx="7524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12458B02-48F5-DF2E-0185-F6D2CA65669E}"/>
                    </a:ext>
                  </a:extLst>
                </p14:cNvPr>
                <p14:cNvContentPartPr/>
                <p14:nvPr/>
              </p14:nvContentPartPr>
              <p14:xfrm>
                <a:off x="7850395" y="3111824"/>
                <a:ext cx="128880" cy="36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12458B02-48F5-DF2E-0185-F6D2CA65669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844275" y="3105704"/>
                  <a:ext cx="1411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54D58E93-3B72-FCD0-19C2-21D458C21234}"/>
                    </a:ext>
                  </a:extLst>
                </p14:cNvPr>
                <p14:cNvContentPartPr/>
                <p14:nvPr/>
              </p14:nvContentPartPr>
              <p14:xfrm>
                <a:off x="8012395" y="3076904"/>
                <a:ext cx="63360" cy="21456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54D58E93-3B72-FCD0-19C2-21D458C21234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8006275" y="3070784"/>
                  <a:ext cx="756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104D6AA8-AD80-B0B2-8C2D-DEA76D5831D9}"/>
                    </a:ext>
                  </a:extLst>
                </p14:cNvPr>
                <p14:cNvContentPartPr/>
                <p14:nvPr/>
              </p14:nvContentPartPr>
              <p14:xfrm>
                <a:off x="8135875" y="3095984"/>
                <a:ext cx="20880" cy="17784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104D6AA8-AD80-B0B2-8C2D-DEA76D5831D9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129755" y="3089864"/>
                  <a:ext cx="331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1BA14C89-41D6-5E5C-0567-C6F1E07EE503}"/>
                    </a:ext>
                  </a:extLst>
                </p14:cNvPr>
                <p14:cNvContentPartPr/>
                <p14:nvPr/>
              </p14:nvContentPartPr>
              <p14:xfrm>
                <a:off x="8134075" y="3142064"/>
                <a:ext cx="111600" cy="1944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1BA14C89-41D6-5E5C-0567-C6F1E07EE503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8127955" y="3135944"/>
                  <a:ext cx="1238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3D8F5DA0-46CF-6A99-D63E-6E609646C22D}"/>
                    </a:ext>
                  </a:extLst>
                </p14:cNvPr>
                <p14:cNvContentPartPr/>
                <p14:nvPr/>
              </p14:nvContentPartPr>
              <p14:xfrm>
                <a:off x="8239915" y="3098864"/>
                <a:ext cx="107640" cy="15192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3D8F5DA0-46CF-6A99-D63E-6E609646C22D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233795" y="3092744"/>
                  <a:ext cx="1198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60CD19B9-E297-8362-F55F-D18E3F348E59}"/>
                    </a:ext>
                  </a:extLst>
                </p14:cNvPr>
                <p14:cNvContentPartPr/>
                <p14:nvPr/>
              </p14:nvContentPartPr>
              <p14:xfrm>
                <a:off x="8392555" y="2773424"/>
                <a:ext cx="8640" cy="441360"/>
              </p14:xfrm>
            </p:contentPart>
          </mc:Choice>
          <mc:Fallback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60CD19B9-E297-8362-F55F-D18E3F348E59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8386435" y="2767304"/>
                  <a:ext cx="2088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2C1ECF73-7EE2-34F0-0BD3-9DA22636B65E}"/>
                    </a:ext>
                  </a:extLst>
                </p14:cNvPr>
                <p14:cNvContentPartPr/>
                <p14:nvPr/>
              </p14:nvContentPartPr>
              <p14:xfrm>
                <a:off x="8574715" y="2791487"/>
                <a:ext cx="624960" cy="45072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2C1ECF73-7EE2-34F0-0BD3-9DA22636B65E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568595" y="2785367"/>
                  <a:ext cx="637200" cy="46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upo 213">
            <a:extLst>
              <a:ext uri="{FF2B5EF4-FFF2-40B4-BE49-F238E27FC236}">
                <a16:creationId xmlns:a16="http://schemas.microsoft.com/office/drawing/2014/main" id="{373C1063-5BA3-1A11-78CA-3DE93D7A5E5E}"/>
              </a:ext>
            </a:extLst>
          </p:cNvPr>
          <p:cNvGrpSpPr/>
          <p:nvPr/>
        </p:nvGrpSpPr>
        <p:grpSpPr>
          <a:xfrm>
            <a:off x="3705355" y="820487"/>
            <a:ext cx="999000" cy="447480"/>
            <a:chOff x="3705355" y="820487"/>
            <a:chExt cx="999000" cy="44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5E97790B-0E97-56FD-F464-1C1B035F6152}"/>
                    </a:ext>
                  </a:extLst>
                </p14:cNvPr>
                <p14:cNvContentPartPr/>
                <p14:nvPr/>
              </p14:nvContentPartPr>
              <p14:xfrm>
                <a:off x="3761155" y="866927"/>
                <a:ext cx="10440" cy="255240"/>
              </p14:xfrm>
            </p:contentPart>
          </mc:Choice>
          <mc:Fallback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5E97790B-0E97-56FD-F464-1C1B035F6152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3755035" y="860807"/>
                  <a:ext cx="226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50563F82-350B-344E-9F59-73665BE967D1}"/>
                    </a:ext>
                  </a:extLst>
                </p14:cNvPr>
                <p14:cNvContentPartPr/>
                <p14:nvPr/>
              </p14:nvContentPartPr>
              <p14:xfrm>
                <a:off x="3705355" y="1026047"/>
                <a:ext cx="233280" cy="3924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50563F82-350B-344E-9F59-73665BE967D1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699235" y="1019927"/>
                  <a:ext cx="2455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C334A3BC-C6E2-8A42-EB92-A7975360C03E}"/>
                    </a:ext>
                  </a:extLst>
                </p14:cNvPr>
                <p14:cNvContentPartPr/>
                <p14:nvPr/>
              </p14:nvContentPartPr>
              <p14:xfrm>
                <a:off x="3964915" y="820487"/>
                <a:ext cx="11160" cy="250920"/>
              </p14:xfrm>
            </p:contentPart>
          </mc:Choice>
          <mc:Fallback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C334A3BC-C6E2-8A42-EB92-A7975360C03E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958795" y="814367"/>
                  <a:ext cx="234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C76EF80B-2B9A-8096-59FA-4CDE8A5E7B74}"/>
                    </a:ext>
                  </a:extLst>
                </p14:cNvPr>
                <p14:cNvContentPartPr/>
                <p14:nvPr/>
              </p14:nvContentPartPr>
              <p14:xfrm>
                <a:off x="4065715" y="1086887"/>
                <a:ext cx="22320" cy="6228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C76EF80B-2B9A-8096-59FA-4CDE8A5E7B74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4059595" y="1080767"/>
                  <a:ext cx="345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A0EDF964-E738-FE0C-3C93-14E0E9AD1239}"/>
                    </a:ext>
                  </a:extLst>
                </p14:cNvPr>
                <p14:cNvContentPartPr/>
                <p14:nvPr/>
              </p14:nvContentPartPr>
              <p14:xfrm>
                <a:off x="4043035" y="960887"/>
                <a:ext cx="32400" cy="12240"/>
              </p14:xfrm>
            </p:contentPart>
          </mc:Choice>
          <mc:Fallback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A0EDF964-E738-FE0C-3C93-14E0E9AD1239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4036915" y="954767"/>
                  <a:ext cx="446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354C7DEB-8C72-AE64-B8C6-DD9AE26473AD}"/>
                    </a:ext>
                  </a:extLst>
                </p14:cNvPr>
                <p14:cNvContentPartPr/>
                <p14:nvPr/>
              </p14:nvContentPartPr>
              <p14:xfrm>
                <a:off x="4205755" y="833447"/>
                <a:ext cx="90360" cy="25992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354C7DEB-8C72-AE64-B8C6-DD9AE26473AD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4199635" y="827327"/>
                  <a:ext cx="1026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A78800C2-F770-975A-8DD9-958F26764E1F}"/>
                    </a:ext>
                  </a:extLst>
                </p14:cNvPr>
                <p14:cNvContentPartPr/>
                <p14:nvPr/>
              </p14:nvContentPartPr>
              <p14:xfrm>
                <a:off x="4125475" y="1051247"/>
                <a:ext cx="158760" cy="648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A78800C2-F770-975A-8DD9-958F26764E1F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4119355" y="1045127"/>
                  <a:ext cx="1710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211D5DF3-D7C6-35AC-A5FA-1D6F4B3FDF83}"/>
                    </a:ext>
                  </a:extLst>
                </p14:cNvPr>
                <p14:cNvContentPartPr/>
                <p14:nvPr/>
              </p14:nvContentPartPr>
              <p14:xfrm>
                <a:off x="4387195" y="975647"/>
                <a:ext cx="109080" cy="137160"/>
              </p14:xfrm>
            </p:contentPart>
          </mc:Choice>
          <mc:Fallback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211D5DF3-D7C6-35AC-A5FA-1D6F4B3FDF83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4381075" y="969527"/>
                  <a:ext cx="1213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B49C6CE6-1300-49A6-F506-8C6342B9A228}"/>
                    </a:ext>
                  </a:extLst>
                </p14:cNvPr>
                <p14:cNvContentPartPr/>
                <p14:nvPr/>
              </p14:nvContentPartPr>
              <p14:xfrm>
                <a:off x="4585555" y="986447"/>
                <a:ext cx="118800" cy="154440"/>
              </p14:xfrm>
            </p:contentPart>
          </mc:Choice>
          <mc:Fallback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B49C6CE6-1300-49A6-F506-8C6342B9A228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4579435" y="980327"/>
                  <a:ext cx="1310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08E8D14E-F57B-D7F1-5B2C-CAB8F63E3822}"/>
                    </a:ext>
                  </a:extLst>
                </p14:cNvPr>
                <p14:cNvContentPartPr/>
                <p14:nvPr/>
              </p14:nvContentPartPr>
              <p14:xfrm>
                <a:off x="3959155" y="1048007"/>
                <a:ext cx="9000" cy="219960"/>
              </p14:xfrm>
            </p:contentPart>
          </mc:Choice>
          <mc:Fallback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08E8D14E-F57B-D7F1-5B2C-CAB8F63E3822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953035" y="1041887"/>
                  <a:ext cx="212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CB9DD8C8-E41E-95CE-63A6-EFB8C9FC7591}"/>
                    </a:ext>
                  </a:extLst>
                </p14:cNvPr>
                <p14:cNvContentPartPr/>
                <p14:nvPr/>
              </p14:nvContentPartPr>
              <p14:xfrm>
                <a:off x="3743515" y="1102367"/>
                <a:ext cx="14040" cy="165240"/>
              </p14:xfrm>
            </p:contentPart>
          </mc:Choice>
          <mc:Fallback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CB9DD8C8-E41E-95CE-63A6-EFB8C9FC7591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737395" y="1096247"/>
                  <a:ext cx="262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AAC2866C-1E94-7DAC-4F4A-D49BFEF48E90}"/>
                    </a:ext>
                  </a:extLst>
                </p14:cNvPr>
                <p14:cNvContentPartPr/>
                <p14:nvPr/>
              </p14:nvContentPartPr>
              <p14:xfrm>
                <a:off x="3748195" y="1026407"/>
                <a:ext cx="221760" cy="45000"/>
              </p14:xfrm>
            </p:contentPart>
          </mc:Choice>
          <mc:Fallback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AAC2866C-1E94-7DAC-4F4A-D49BFEF48E90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3742075" y="1020287"/>
                  <a:ext cx="2340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1A4F9523-7594-C52A-7F4A-729AEE3B575D}"/>
                    </a:ext>
                  </a:extLst>
                </p14:cNvPr>
                <p14:cNvContentPartPr/>
                <p14:nvPr/>
              </p14:nvContentPartPr>
              <p14:xfrm>
                <a:off x="4045915" y="1013087"/>
                <a:ext cx="21960" cy="108720"/>
              </p14:xfrm>
            </p:contentPart>
          </mc:Choice>
          <mc:Fallback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1A4F9523-7594-C52A-7F4A-729AEE3B575D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4039795" y="1006967"/>
                  <a:ext cx="3420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upo 221">
            <a:extLst>
              <a:ext uri="{FF2B5EF4-FFF2-40B4-BE49-F238E27FC236}">
                <a16:creationId xmlns:a16="http://schemas.microsoft.com/office/drawing/2014/main" id="{A944CE26-DD3E-48E2-1AA1-C48DA0CB7E29}"/>
              </a:ext>
            </a:extLst>
          </p:cNvPr>
          <p:cNvGrpSpPr/>
          <p:nvPr/>
        </p:nvGrpSpPr>
        <p:grpSpPr>
          <a:xfrm>
            <a:off x="320995" y="3709064"/>
            <a:ext cx="1347840" cy="455040"/>
            <a:chOff x="320995" y="3709064"/>
            <a:chExt cx="1347840" cy="45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B82D6D1C-180D-526F-188D-EE954965D44E}"/>
                    </a:ext>
                  </a:extLst>
                </p14:cNvPr>
                <p14:cNvContentPartPr/>
                <p14:nvPr/>
              </p14:nvContentPartPr>
              <p14:xfrm>
                <a:off x="365635" y="3761624"/>
                <a:ext cx="25920" cy="402480"/>
              </p14:xfrm>
            </p:contentPart>
          </mc:Choice>
          <mc:Fallback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B82D6D1C-180D-526F-188D-EE954965D44E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359515" y="3755504"/>
                  <a:ext cx="3816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983D3439-1974-E85C-3861-26C48F245783}"/>
                    </a:ext>
                  </a:extLst>
                </p14:cNvPr>
                <p14:cNvContentPartPr/>
                <p14:nvPr/>
              </p14:nvContentPartPr>
              <p14:xfrm>
                <a:off x="320995" y="3709064"/>
                <a:ext cx="294840" cy="380160"/>
              </p14:xfrm>
            </p:contentPart>
          </mc:Choice>
          <mc:Fallback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983D3439-1974-E85C-3861-26C48F245783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314875" y="3702944"/>
                  <a:ext cx="30708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F1DDAA7E-8557-A6FA-9CAD-A5823162E075}"/>
                    </a:ext>
                  </a:extLst>
                </p14:cNvPr>
                <p14:cNvContentPartPr/>
                <p14:nvPr/>
              </p14:nvContentPartPr>
              <p14:xfrm>
                <a:off x="674155" y="3951344"/>
                <a:ext cx="221400" cy="174960"/>
              </p14:xfrm>
            </p:contentPart>
          </mc:Choice>
          <mc:Fallback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F1DDAA7E-8557-A6FA-9CAD-A5823162E075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668035" y="3945224"/>
                  <a:ext cx="2336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C063D522-1763-FEC1-1500-18EE190EAEE5}"/>
                    </a:ext>
                  </a:extLst>
                </p14:cNvPr>
                <p14:cNvContentPartPr/>
                <p14:nvPr/>
              </p14:nvContentPartPr>
              <p14:xfrm>
                <a:off x="991315" y="3795824"/>
                <a:ext cx="156960" cy="288720"/>
              </p14:xfrm>
            </p:contentPart>
          </mc:Choice>
          <mc:Fallback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C063D522-1763-FEC1-1500-18EE190EAEE5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985195" y="3789704"/>
                  <a:ext cx="1692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12FCDD62-1289-2C47-F6D9-E6C7BAE091E3}"/>
                    </a:ext>
                  </a:extLst>
                </p14:cNvPr>
                <p14:cNvContentPartPr/>
                <p14:nvPr/>
              </p14:nvContentPartPr>
              <p14:xfrm>
                <a:off x="917875" y="3968264"/>
                <a:ext cx="303480" cy="32040"/>
              </p14:xfrm>
            </p:contentPart>
          </mc:Choice>
          <mc:Fallback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12FCDD62-1289-2C47-F6D9-E6C7BAE091E3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911755" y="3962144"/>
                  <a:ext cx="3157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5FBAAC0E-DCDB-35BD-40A9-2E02E5DE702E}"/>
                    </a:ext>
                  </a:extLst>
                </p14:cNvPr>
                <p14:cNvContentPartPr/>
                <p14:nvPr/>
              </p14:nvContentPartPr>
              <p14:xfrm>
                <a:off x="1208755" y="3942704"/>
                <a:ext cx="229320" cy="165600"/>
              </p14:xfrm>
            </p:contentPart>
          </mc:Choice>
          <mc:Fallback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5FBAAC0E-DCDB-35BD-40A9-2E02E5DE702E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202635" y="3936584"/>
                  <a:ext cx="2415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B6496E2B-C331-1C6E-6FBE-99CC3764AF96}"/>
                    </a:ext>
                  </a:extLst>
                </p14:cNvPr>
                <p14:cNvContentPartPr/>
                <p14:nvPr/>
              </p14:nvContentPartPr>
              <p14:xfrm>
                <a:off x="1505035" y="3936584"/>
                <a:ext cx="163800" cy="205920"/>
              </p14:xfrm>
            </p:contentPart>
          </mc:Choice>
          <mc:Fallback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B6496E2B-C331-1C6E-6FBE-99CC3764AF96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498915" y="3930464"/>
                  <a:ext cx="17604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upo 277">
            <a:extLst>
              <a:ext uri="{FF2B5EF4-FFF2-40B4-BE49-F238E27FC236}">
                <a16:creationId xmlns:a16="http://schemas.microsoft.com/office/drawing/2014/main" id="{4E9EA811-05C4-3A21-699F-E876A195D7CC}"/>
              </a:ext>
            </a:extLst>
          </p:cNvPr>
          <p:cNvGrpSpPr/>
          <p:nvPr/>
        </p:nvGrpSpPr>
        <p:grpSpPr>
          <a:xfrm>
            <a:off x="1626715" y="4327904"/>
            <a:ext cx="3111840" cy="1141560"/>
            <a:chOff x="1626715" y="4327904"/>
            <a:chExt cx="3111840" cy="114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605DF8FC-BCDF-7185-026D-53258C088FB0}"/>
                    </a:ext>
                  </a:extLst>
                </p14:cNvPr>
                <p14:cNvContentPartPr/>
                <p14:nvPr/>
              </p14:nvContentPartPr>
              <p14:xfrm>
                <a:off x="1626715" y="4426904"/>
                <a:ext cx="154800" cy="376560"/>
              </p14:xfrm>
            </p:contentPart>
          </mc:Choice>
          <mc:Fallback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605DF8FC-BCDF-7185-026D-53258C088FB0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620595" y="4420784"/>
                  <a:ext cx="16704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114889D5-1640-E2F8-0E1D-6DB1F58B1D87}"/>
                    </a:ext>
                  </a:extLst>
                </p14:cNvPr>
                <p14:cNvContentPartPr/>
                <p14:nvPr/>
              </p14:nvContentPartPr>
              <p14:xfrm>
                <a:off x="1865035" y="4797344"/>
                <a:ext cx="6120" cy="20880"/>
              </p14:xfrm>
            </p:contentPart>
          </mc:Choice>
          <mc:Fallback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114889D5-1640-E2F8-0E1D-6DB1F58B1D87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858915" y="4791224"/>
                  <a:ext cx="18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DB9104AF-17B9-DC61-B66D-D9D4FBBE59E2}"/>
                    </a:ext>
                  </a:extLst>
                </p14:cNvPr>
                <p14:cNvContentPartPr/>
                <p14:nvPr/>
              </p14:nvContentPartPr>
              <p14:xfrm>
                <a:off x="1937755" y="4390544"/>
                <a:ext cx="260640" cy="28440"/>
              </p14:xfrm>
            </p:contentPart>
          </mc:Choice>
          <mc:Fallback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DB9104AF-17B9-DC61-B66D-D9D4FBBE59E2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931635" y="4384424"/>
                  <a:ext cx="2728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80DFD93C-668F-843D-550E-C5F88D257865}"/>
                    </a:ext>
                  </a:extLst>
                </p14:cNvPr>
                <p14:cNvContentPartPr/>
                <p14:nvPr/>
              </p14:nvContentPartPr>
              <p14:xfrm>
                <a:off x="2067715" y="4377584"/>
                <a:ext cx="14760" cy="424440"/>
              </p14:xfrm>
            </p:contentPart>
          </mc:Choice>
          <mc:Fallback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80DFD93C-668F-843D-550E-C5F88D257865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2061595" y="4371464"/>
                  <a:ext cx="2700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69C5AC7B-DB26-A587-4794-4DAE3E57F7E8}"/>
                    </a:ext>
                  </a:extLst>
                </p14:cNvPr>
                <p14:cNvContentPartPr/>
                <p14:nvPr/>
              </p14:nvContentPartPr>
              <p14:xfrm>
                <a:off x="1961875" y="4759904"/>
                <a:ext cx="240480" cy="10440"/>
              </p14:xfrm>
            </p:contentPart>
          </mc:Choice>
          <mc:Fallback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69C5AC7B-DB26-A587-4794-4DAE3E57F7E8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955755" y="4753784"/>
                  <a:ext cx="2527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A39AF070-E1B9-F523-959B-A1CBDE2C303E}"/>
                    </a:ext>
                  </a:extLst>
                </p14:cNvPr>
                <p14:cNvContentPartPr/>
                <p14:nvPr/>
              </p14:nvContentPartPr>
              <p14:xfrm>
                <a:off x="2305315" y="4626344"/>
                <a:ext cx="119880" cy="197640"/>
              </p14:xfrm>
            </p:contentPart>
          </mc:Choice>
          <mc:Fallback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A39AF070-E1B9-F523-959B-A1CBDE2C303E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2299195" y="4620224"/>
                  <a:ext cx="1321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67A6AC55-331C-04BB-830A-1D811328D66F}"/>
                    </a:ext>
                  </a:extLst>
                </p14:cNvPr>
                <p14:cNvContentPartPr/>
                <p14:nvPr/>
              </p14:nvContentPartPr>
              <p14:xfrm>
                <a:off x="2511595" y="4481624"/>
                <a:ext cx="72360" cy="292680"/>
              </p14:xfrm>
            </p:contentPart>
          </mc:Choice>
          <mc:Fallback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67A6AC55-331C-04BB-830A-1D811328D66F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2505475" y="4475504"/>
                  <a:ext cx="846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179AA303-7AF3-5965-008B-2C4F3FB0A204}"/>
                    </a:ext>
                  </a:extLst>
                </p14:cNvPr>
                <p14:cNvContentPartPr/>
                <p14:nvPr/>
              </p14:nvContentPartPr>
              <p14:xfrm>
                <a:off x="2460475" y="4623824"/>
                <a:ext cx="154080" cy="28800"/>
              </p14:xfrm>
            </p:contentPart>
          </mc:Choice>
          <mc:Fallback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179AA303-7AF3-5965-008B-2C4F3FB0A204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2454355" y="4617704"/>
                  <a:ext cx="166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A06F3109-48AD-8BC6-BA87-7BCB10B2F35F}"/>
                    </a:ext>
                  </a:extLst>
                </p14:cNvPr>
                <p14:cNvContentPartPr/>
                <p14:nvPr/>
              </p14:nvContentPartPr>
              <p14:xfrm>
                <a:off x="2671795" y="4631024"/>
                <a:ext cx="55800" cy="169560"/>
              </p14:xfrm>
            </p:contentPart>
          </mc:Choice>
          <mc:Fallback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A06F3109-48AD-8BC6-BA87-7BCB10B2F35F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2665675" y="4624904"/>
                  <a:ext cx="680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32" name="Entrada de lápiz 231">
                  <a:extLst>
                    <a:ext uri="{FF2B5EF4-FFF2-40B4-BE49-F238E27FC236}">
                      <a16:creationId xmlns:a16="http://schemas.microsoft.com/office/drawing/2014/main" id="{C122EE9A-95D2-E05C-2833-AE86C3E9BB59}"/>
                    </a:ext>
                  </a:extLst>
                </p14:cNvPr>
                <p14:cNvContentPartPr/>
                <p14:nvPr/>
              </p14:nvContentPartPr>
              <p14:xfrm>
                <a:off x="2681875" y="4647224"/>
                <a:ext cx="88920" cy="26280"/>
              </p14:xfrm>
            </p:contentPart>
          </mc:Choice>
          <mc:Fallback>
            <p:pic>
              <p:nvPicPr>
                <p:cNvPr id="232" name="Entrada de lápiz 231">
                  <a:extLst>
                    <a:ext uri="{FF2B5EF4-FFF2-40B4-BE49-F238E27FC236}">
                      <a16:creationId xmlns:a16="http://schemas.microsoft.com/office/drawing/2014/main" id="{C122EE9A-95D2-E05C-2833-AE86C3E9BB59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2675755" y="4641104"/>
                  <a:ext cx="1011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AEE7E0D5-050D-65C4-106E-A656622A2E50}"/>
                    </a:ext>
                  </a:extLst>
                </p14:cNvPr>
                <p14:cNvContentPartPr/>
                <p14:nvPr/>
              </p14:nvContentPartPr>
              <p14:xfrm>
                <a:off x="2784835" y="4645424"/>
                <a:ext cx="109800" cy="139680"/>
              </p14:xfrm>
            </p:contentPart>
          </mc:Choice>
          <mc:Fallback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AEE7E0D5-050D-65C4-106E-A656622A2E50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2778715" y="4639304"/>
                  <a:ext cx="1220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67E3AB42-E125-ADAF-EE01-6FB53250B60C}"/>
                    </a:ext>
                  </a:extLst>
                </p14:cNvPr>
                <p14:cNvContentPartPr/>
                <p14:nvPr/>
              </p14:nvContentPartPr>
              <p14:xfrm>
                <a:off x="2935675" y="4634264"/>
                <a:ext cx="130320" cy="12456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67E3AB42-E125-ADAF-EE01-6FB53250B60C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2929555" y="4628144"/>
                  <a:ext cx="1425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3416E57F-A53A-DC5A-E189-7ABDC8B86DF2}"/>
                    </a:ext>
                  </a:extLst>
                </p14:cNvPr>
                <p14:cNvContentPartPr/>
                <p14:nvPr/>
              </p14:nvContentPartPr>
              <p14:xfrm>
                <a:off x="3073195" y="4655144"/>
                <a:ext cx="128520" cy="118440"/>
              </p14:xfrm>
            </p:contentPart>
          </mc:Choice>
          <mc:Fallback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3416E57F-A53A-DC5A-E189-7ABDC8B86DF2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3067075" y="4649024"/>
                  <a:ext cx="1407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91F54721-3981-00AB-3A23-47427C0BF976}"/>
                    </a:ext>
                  </a:extLst>
                </p14:cNvPr>
                <p14:cNvContentPartPr/>
                <p14:nvPr/>
              </p14:nvContentPartPr>
              <p14:xfrm>
                <a:off x="3238435" y="4398104"/>
                <a:ext cx="82440" cy="360720"/>
              </p14:xfrm>
            </p:contentPart>
          </mc:Choice>
          <mc:Fallback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91F54721-3981-00AB-3A23-47427C0BF976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3232315" y="4391984"/>
                  <a:ext cx="946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37" name="Entrada de lápiz 236">
                  <a:extLst>
                    <a:ext uri="{FF2B5EF4-FFF2-40B4-BE49-F238E27FC236}">
                      <a16:creationId xmlns:a16="http://schemas.microsoft.com/office/drawing/2014/main" id="{C5B3D158-0627-5F4A-D9FE-7E614512FB62}"/>
                    </a:ext>
                  </a:extLst>
                </p14:cNvPr>
                <p14:cNvContentPartPr/>
                <p14:nvPr/>
              </p14:nvContentPartPr>
              <p14:xfrm>
                <a:off x="3215755" y="4618064"/>
                <a:ext cx="156600" cy="23040"/>
              </p14:xfrm>
            </p:contentPart>
          </mc:Choice>
          <mc:Fallback>
            <p:pic>
              <p:nvPicPr>
                <p:cNvPr id="237" name="Entrada de lápiz 236">
                  <a:extLst>
                    <a:ext uri="{FF2B5EF4-FFF2-40B4-BE49-F238E27FC236}">
                      <a16:creationId xmlns:a16="http://schemas.microsoft.com/office/drawing/2014/main" id="{C5B3D158-0627-5F4A-D9FE-7E614512FB62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3209635" y="4611944"/>
                  <a:ext cx="1688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38" name="Entrada de lápiz 237">
                  <a:extLst>
                    <a:ext uri="{FF2B5EF4-FFF2-40B4-BE49-F238E27FC236}">
                      <a16:creationId xmlns:a16="http://schemas.microsoft.com/office/drawing/2014/main" id="{90BE7641-1E18-779D-F544-53518EC21C4F}"/>
                    </a:ext>
                  </a:extLst>
                </p14:cNvPr>
                <p14:cNvContentPartPr/>
                <p14:nvPr/>
              </p14:nvContentPartPr>
              <p14:xfrm>
                <a:off x="3406915" y="4603304"/>
                <a:ext cx="46080" cy="143640"/>
              </p14:xfrm>
            </p:contentPart>
          </mc:Choice>
          <mc:Fallback>
            <p:pic>
              <p:nvPicPr>
                <p:cNvPr id="238" name="Entrada de lápiz 237">
                  <a:extLst>
                    <a:ext uri="{FF2B5EF4-FFF2-40B4-BE49-F238E27FC236}">
                      <a16:creationId xmlns:a16="http://schemas.microsoft.com/office/drawing/2014/main" id="{90BE7641-1E18-779D-F544-53518EC21C4F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3400795" y="4597184"/>
                  <a:ext cx="583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13CD600F-19D8-A341-9553-F7A90F8030FE}"/>
                    </a:ext>
                  </a:extLst>
                </p14:cNvPr>
                <p14:cNvContentPartPr/>
                <p14:nvPr/>
              </p14:nvContentPartPr>
              <p14:xfrm>
                <a:off x="3446875" y="4665584"/>
                <a:ext cx="51120" cy="11520"/>
              </p14:xfrm>
            </p:contentPart>
          </mc:Choice>
          <mc:Fallback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13CD600F-19D8-A341-9553-F7A90F8030FE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3440755" y="4659464"/>
                  <a:ext cx="633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B63A50B3-87F4-983C-7077-8BDBA65484F7}"/>
                    </a:ext>
                  </a:extLst>
                </p14:cNvPr>
                <p14:cNvContentPartPr/>
                <p14:nvPr/>
              </p14:nvContentPartPr>
              <p14:xfrm>
                <a:off x="3536515" y="4589264"/>
                <a:ext cx="87120" cy="156600"/>
              </p14:xfrm>
            </p:contentPart>
          </mc:Choice>
          <mc:Fallback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B63A50B3-87F4-983C-7077-8BDBA65484F7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3530395" y="4583144"/>
                  <a:ext cx="993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EC0E2EA2-A262-56BA-32D4-E0F5478C11E9}"/>
                    </a:ext>
                  </a:extLst>
                </p14:cNvPr>
                <p14:cNvContentPartPr/>
                <p14:nvPr/>
              </p14:nvContentPartPr>
              <p14:xfrm>
                <a:off x="3677995" y="4616264"/>
                <a:ext cx="112680" cy="126000"/>
              </p14:xfrm>
            </p:contentPart>
          </mc:Choice>
          <mc:Fallback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EC0E2EA2-A262-56BA-32D4-E0F5478C11E9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3671875" y="4610144"/>
                  <a:ext cx="1249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1CDF6F4A-8C24-EF9C-F49F-78DC498169AE}"/>
                    </a:ext>
                  </a:extLst>
                </p14:cNvPr>
                <p14:cNvContentPartPr/>
                <p14:nvPr/>
              </p14:nvContentPartPr>
              <p14:xfrm>
                <a:off x="3828835" y="4327904"/>
                <a:ext cx="57600" cy="413640"/>
              </p14:xfrm>
            </p:contentPart>
          </mc:Choice>
          <mc:Fallback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1CDF6F4A-8C24-EF9C-F49F-78DC498169AE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3822715" y="4321784"/>
                  <a:ext cx="6984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7EDA97EE-5E44-9231-4CD9-573F1A80D532}"/>
                    </a:ext>
                  </a:extLst>
                </p14:cNvPr>
                <p14:cNvContentPartPr/>
                <p14:nvPr/>
              </p14:nvContentPartPr>
              <p14:xfrm>
                <a:off x="3778435" y="4566944"/>
                <a:ext cx="188640" cy="24120"/>
              </p14:xfrm>
            </p:contentPart>
          </mc:Choice>
          <mc:Fallback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7EDA97EE-5E44-9231-4CD9-573F1A80D532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3772315" y="4560824"/>
                  <a:ext cx="200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44" name="Entrada de lápiz 243">
                  <a:extLst>
                    <a:ext uri="{FF2B5EF4-FFF2-40B4-BE49-F238E27FC236}">
                      <a16:creationId xmlns:a16="http://schemas.microsoft.com/office/drawing/2014/main" id="{1A846308-FDDE-3538-FA20-F41079B1E791}"/>
                    </a:ext>
                  </a:extLst>
                </p14:cNvPr>
                <p14:cNvContentPartPr/>
                <p14:nvPr/>
              </p14:nvContentPartPr>
              <p14:xfrm>
                <a:off x="3926755" y="4534184"/>
                <a:ext cx="96840" cy="182880"/>
              </p14:xfrm>
            </p:contentPart>
          </mc:Choice>
          <mc:Fallback>
            <p:pic>
              <p:nvPicPr>
                <p:cNvPr id="244" name="Entrada de lápiz 243">
                  <a:extLst>
                    <a:ext uri="{FF2B5EF4-FFF2-40B4-BE49-F238E27FC236}">
                      <a16:creationId xmlns:a16="http://schemas.microsoft.com/office/drawing/2014/main" id="{1A846308-FDDE-3538-FA20-F41079B1E791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3920635" y="4528064"/>
                  <a:ext cx="1090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74363BD2-8E42-6F84-6CE6-E09BE9B6748A}"/>
                    </a:ext>
                  </a:extLst>
                </p14:cNvPr>
                <p14:cNvContentPartPr/>
                <p14:nvPr/>
              </p14:nvContentPartPr>
              <p14:xfrm>
                <a:off x="4090555" y="4558664"/>
                <a:ext cx="20880" cy="136440"/>
              </p14:xfrm>
            </p:contentPart>
          </mc:Choice>
          <mc:Fallback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74363BD2-8E42-6F84-6CE6-E09BE9B6748A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4084435" y="4552544"/>
                  <a:ext cx="331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46" name="Entrada de lápiz 245">
                  <a:extLst>
                    <a:ext uri="{FF2B5EF4-FFF2-40B4-BE49-F238E27FC236}">
                      <a16:creationId xmlns:a16="http://schemas.microsoft.com/office/drawing/2014/main" id="{686EC03C-2CB3-51A0-E017-7A627588A97D}"/>
                    </a:ext>
                  </a:extLst>
                </p14:cNvPr>
                <p14:cNvContentPartPr/>
                <p14:nvPr/>
              </p14:nvContentPartPr>
              <p14:xfrm>
                <a:off x="4105315" y="4566224"/>
                <a:ext cx="107280" cy="20520"/>
              </p14:xfrm>
            </p:contentPart>
          </mc:Choice>
          <mc:Fallback>
            <p:pic>
              <p:nvPicPr>
                <p:cNvPr id="246" name="Entrada de lápiz 245">
                  <a:extLst>
                    <a:ext uri="{FF2B5EF4-FFF2-40B4-BE49-F238E27FC236}">
                      <a16:creationId xmlns:a16="http://schemas.microsoft.com/office/drawing/2014/main" id="{686EC03C-2CB3-51A0-E017-7A627588A97D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099195" y="4560104"/>
                  <a:ext cx="1195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47" name="Entrada de lápiz 246">
                  <a:extLst>
                    <a:ext uri="{FF2B5EF4-FFF2-40B4-BE49-F238E27FC236}">
                      <a16:creationId xmlns:a16="http://schemas.microsoft.com/office/drawing/2014/main" id="{53FCCA7A-4F52-4929-5DCA-FF10F6FE035B}"/>
                    </a:ext>
                  </a:extLst>
                </p14:cNvPr>
                <p14:cNvContentPartPr/>
                <p14:nvPr/>
              </p14:nvContentPartPr>
              <p14:xfrm>
                <a:off x="4194595" y="4575224"/>
                <a:ext cx="125280" cy="167400"/>
              </p14:xfrm>
            </p:contentPart>
          </mc:Choice>
          <mc:Fallback>
            <p:pic>
              <p:nvPicPr>
                <p:cNvPr id="247" name="Entrada de lápiz 246">
                  <a:extLst>
                    <a:ext uri="{FF2B5EF4-FFF2-40B4-BE49-F238E27FC236}">
                      <a16:creationId xmlns:a16="http://schemas.microsoft.com/office/drawing/2014/main" id="{53FCCA7A-4F52-4929-5DCA-FF10F6FE035B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4188475" y="4569104"/>
                  <a:ext cx="1375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49" name="Entrada de lápiz 248">
                  <a:extLst>
                    <a:ext uri="{FF2B5EF4-FFF2-40B4-BE49-F238E27FC236}">
                      <a16:creationId xmlns:a16="http://schemas.microsoft.com/office/drawing/2014/main" id="{DB02E21E-BD94-DEC0-B96E-EA720B5D2509}"/>
                    </a:ext>
                  </a:extLst>
                </p14:cNvPr>
                <p14:cNvContentPartPr/>
                <p14:nvPr/>
              </p14:nvContentPartPr>
              <p14:xfrm>
                <a:off x="1646515" y="5029904"/>
                <a:ext cx="244800" cy="369360"/>
              </p14:xfrm>
            </p:contentPart>
          </mc:Choice>
          <mc:Fallback>
            <p:pic>
              <p:nvPicPr>
                <p:cNvPr id="249" name="Entrada de lápiz 248">
                  <a:extLst>
                    <a:ext uri="{FF2B5EF4-FFF2-40B4-BE49-F238E27FC236}">
                      <a16:creationId xmlns:a16="http://schemas.microsoft.com/office/drawing/2014/main" id="{DB02E21E-BD94-DEC0-B96E-EA720B5D2509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640395" y="5023784"/>
                  <a:ext cx="25704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50" name="Entrada de lápiz 249">
                  <a:extLst>
                    <a:ext uri="{FF2B5EF4-FFF2-40B4-BE49-F238E27FC236}">
                      <a16:creationId xmlns:a16="http://schemas.microsoft.com/office/drawing/2014/main" id="{7106E38A-A8FC-1407-151A-D6837061CEF8}"/>
                    </a:ext>
                  </a:extLst>
                </p14:cNvPr>
                <p14:cNvContentPartPr/>
                <p14:nvPr/>
              </p14:nvContentPartPr>
              <p14:xfrm>
                <a:off x="2038915" y="5318264"/>
                <a:ext cx="27720" cy="9360"/>
              </p14:xfrm>
            </p:contentPart>
          </mc:Choice>
          <mc:Fallback>
            <p:pic>
              <p:nvPicPr>
                <p:cNvPr id="250" name="Entrada de lápiz 249">
                  <a:extLst>
                    <a:ext uri="{FF2B5EF4-FFF2-40B4-BE49-F238E27FC236}">
                      <a16:creationId xmlns:a16="http://schemas.microsoft.com/office/drawing/2014/main" id="{7106E38A-A8FC-1407-151A-D6837061CEF8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2032795" y="5312144"/>
                  <a:ext cx="399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52" name="Entrada de lápiz 251">
                  <a:extLst>
                    <a:ext uri="{FF2B5EF4-FFF2-40B4-BE49-F238E27FC236}">
                      <a16:creationId xmlns:a16="http://schemas.microsoft.com/office/drawing/2014/main" id="{5C814EC1-F36F-E301-AF3B-3183DB8396F6}"/>
                    </a:ext>
                  </a:extLst>
                </p14:cNvPr>
                <p14:cNvContentPartPr/>
                <p14:nvPr/>
              </p14:nvContentPartPr>
              <p14:xfrm>
                <a:off x="2190475" y="4997144"/>
                <a:ext cx="195840" cy="16560"/>
              </p14:xfrm>
            </p:contentPart>
          </mc:Choice>
          <mc:Fallback>
            <p:pic>
              <p:nvPicPr>
                <p:cNvPr id="252" name="Entrada de lápiz 251">
                  <a:extLst>
                    <a:ext uri="{FF2B5EF4-FFF2-40B4-BE49-F238E27FC236}">
                      <a16:creationId xmlns:a16="http://schemas.microsoft.com/office/drawing/2014/main" id="{5C814EC1-F36F-E301-AF3B-3183DB8396F6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2184355" y="4991024"/>
                  <a:ext cx="208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53" name="Entrada de lápiz 252">
                  <a:extLst>
                    <a:ext uri="{FF2B5EF4-FFF2-40B4-BE49-F238E27FC236}">
                      <a16:creationId xmlns:a16="http://schemas.microsoft.com/office/drawing/2014/main" id="{FE33FD6E-517D-3CAF-8FAD-6FFD838B0440}"/>
                    </a:ext>
                  </a:extLst>
                </p14:cNvPr>
                <p14:cNvContentPartPr/>
                <p14:nvPr/>
              </p14:nvContentPartPr>
              <p14:xfrm>
                <a:off x="2251675" y="4978424"/>
                <a:ext cx="45000" cy="365400"/>
              </p14:xfrm>
            </p:contentPart>
          </mc:Choice>
          <mc:Fallback>
            <p:pic>
              <p:nvPicPr>
                <p:cNvPr id="253" name="Entrada de lápiz 252">
                  <a:extLst>
                    <a:ext uri="{FF2B5EF4-FFF2-40B4-BE49-F238E27FC236}">
                      <a16:creationId xmlns:a16="http://schemas.microsoft.com/office/drawing/2014/main" id="{FE33FD6E-517D-3CAF-8FAD-6FFD838B0440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2245555" y="4972304"/>
                  <a:ext cx="5724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54" name="Entrada de lápiz 253">
                  <a:extLst>
                    <a:ext uri="{FF2B5EF4-FFF2-40B4-BE49-F238E27FC236}">
                      <a16:creationId xmlns:a16="http://schemas.microsoft.com/office/drawing/2014/main" id="{9EED28BA-BAC4-B677-5F24-E6F8B93A2AE5}"/>
                    </a:ext>
                  </a:extLst>
                </p14:cNvPr>
                <p14:cNvContentPartPr/>
                <p14:nvPr/>
              </p14:nvContentPartPr>
              <p14:xfrm>
                <a:off x="2170675" y="5288024"/>
                <a:ext cx="225720" cy="18000"/>
              </p14:xfrm>
            </p:contentPart>
          </mc:Choice>
          <mc:Fallback>
            <p:pic>
              <p:nvPicPr>
                <p:cNvPr id="254" name="Entrada de lápiz 253">
                  <a:extLst>
                    <a:ext uri="{FF2B5EF4-FFF2-40B4-BE49-F238E27FC236}">
                      <a16:creationId xmlns:a16="http://schemas.microsoft.com/office/drawing/2014/main" id="{9EED28BA-BAC4-B677-5F24-E6F8B93A2AE5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2164555" y="5281904"/>
                  <a:ext cx="2379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55" name="Entrada de lápiz 254">
                  <a:extLst>
                    <a:ext uri="{FF2B5EF4-FFF2-40B4-BE49-F238E27FC236}">
                      <a16:creationId xmlns:a16="http://schemas.microsoft.com/office/drawing/2014/main" id="{00953E1A-664D-9E05-E993-9E3BD2B0B366}"/>
                    </a:ext>
                  </a:extLst>
                </p14:cNvPr>
                <p14:cNvContentPartPr/>
                <p14:nvPr/>
              </p14:nvContentPartPr>
              <p14:xfrm>
                <a:off x="2433835" y="5118464"/>
                <a:ext cx="81360" cy="203040"/>
              </p14:xfrm>
            </p:contentPart>
          </mc:Choice>
          <mc:Fallback>
            <p:pic>
              <p:nvPicPr>
                <p:cNvPr id="255" name="Entrada de lápiz 254">
                  <a:extLst>
                    <a:ext uri="{FF2B5EF4-FFF2-40B4-BE49-F238E27FC236}">
                      <a16:creationId xmlns:a16="http://schemas.microsoft.com/office/drawing/2014/main" id="{00953E1A-664D-9E05-E993-9E3BD2B0B366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2427715" y="5112344"/>
                  <a:ext cx="936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56" name="Entrada de lápiz 255">
                  <a:extLst>
                    <a:ext uri="{FF2B5EF4-FFF2-40B4-BE49-F238E27FC236}">
                      <a16:creationId xmlns:a16="http://schemas.microsoft.com/office/drawing/2014/main" id="{1717B2F2-7E1D-E487-C20D-661E440FB29A}"/>
                    </a:ext>
                  </a:extLst>
                </p14:cNvPr>
                <p14:cNvContentPartPr/>
                <p14:nvPr/>
              </p14:nvContentPartPr>
              <p14:xfrm>
                <a:off x="2613835" y="5007224"/>
                <a:ext cx="122400" cy="248400"/>
              </p14:xfrm>
            </p:contentPart>
          </mc:Choice>
          <mc:Fallback>
            <p:pic>
              <p:nvPicPr>
                <p:cNvPr id="256" name="Entrada de lápiz 255">
                  <a:extLst>
                    <a:ext uri="{FF2B5EF4-FFF2-40B4-BE49-F238E27FC236}">
                      <a16:creationId xmlns:a16="http://schemas.microsoft.com/office/drawing/2014/main" id="{1717B2F2-7E1D-E487-C20D-661E440FB29A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2607715" y="5001104"/>
                  <a:ext cx="1346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57" name="Entrada de lápiz 256">
                  <a:extLst>
                    <a:ext uri="{FF2B5EF4-FFF2-40B4-BE49-F238E27FC236}">
                      <a16:creationId xmlns:a16="http://schemas.microsoft.com/office/drawing/2014/main" id="{1B6C11B3-66F6-0E8B-FF5F-37EBFA5F48E2}"/>
                    </a:ext>
                  </a:extLst>
                </p14:cNvPr>
                <p14:cNvContentPartPr/>
                <p14:nvPr/>
              </p14:nvContentPartPr>
              <p14:xfrm>
                <a:off x="2576395" y="5124584"/>
                <a:ext cx="147600" cy="29520"/>
              </p14:xfrm>
            </p:contentPart>
          </mc:Choice>
          <mc:Fallback>
            <p:pic>
              <p:nvPicPr>
                <p:cNvPr id="257" name="Entrada de lápiz 256">
                  <a:extLst>
                    <a:ext uri="{FF2B5EF4-FFF2-40B4-BE49-F238E27FC236}">
                      <a16:creationId xmlns:a16="http://schemas.microsoft.com/office/drawing/2014/main" id="{1B6C11B3-66F6-0E8B-FF5F-37EBFA5F48E2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2570275" y="5118464"/>
                  <a:ext cx="1598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58" name="Entrada de lápiz 257">
                  <a:extLst>
                    <a:ext uri="{FF2B5EF4-FFF2-40B4-BE49-F238E27FC236}">
                      <a16:creationId xmlns:a16="http://schemas.microsoft.com/office/drawing/2014/main" id="{EB116BD0-A485-7924-57C1-2F981D509A78}"/>
                    </a:ext>
                  </a:extLst>
                </p14:cNvPr>
                <p14:cNvContentPartPr/>
                <p14:nvPr/>
              </p14:nvContentPartPr>
              <p14:xfrm>
                <a:off x="2795995" y="5104784"/>
                <a:ext cx="111960" cy="178200"/>
              </p14:xfrm>
            </p:contentPart>
          </mc:Choice>
          <mc:Fallback>
            <p:pic>
              <p:nvPicPr>
                <p:cNvPr id="258" name="Entrada de lápiz 257">
                  <a:extLst>
                    <a:ext uri="{FF2B5EF4-FFF2-40B4-BE49-F238E27FC236}">
                      <a16:creationId xmlns:a16="http://schemas.microsoft.com/office/drawing/2014/main" id="{EB116BD0-A485-7924-57C1-2F981D509A78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2789875" y="5098664"/>
                  <a:ext cx="1242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59" name="Entrada de lápiz 258">
                  <a:extLst>
                    <a:ext uri="{FF2B5EF4-FFF2-40B4-BE49-F238E27FC236}">
                      <a16:creationId xmlns:a16="http://schemas.microsoft.com/office/drawing/2014/main" id="{62EE2992-5293-F69B-458D-15D4EFB22497}"/>
                    </a:ext>
                  </a:extLst>
                </p14:cNvPr>
                <p14:cNvContentPartPr/>
                <p14:nvPr/>
              </p14:nvContentPartPr>
              <p14:xfrm>
                <a:off x="2943955" y="5091104"/>
                <a:ext cx="21960" cy="166680"/>
              </p14:xfrm>
            </p:contentPart>
          </mc:Choice>
          <mc:Fallback>
            <p:pic>
              <p:nvPicPr>
                <p:cNvPr id="259" name="Entrada de lápiz 258">
                  <a:extLst>
                    <a:ext uri="{FF2B5EF4-FFF2-40B4-BE49-F238E27FC236}">
                      <a16:creationId xmlns:a16="http://schemas.microsoft.com/office/drawing/2014/main" id="{62EE2992-5293-F69B-458D-15D4EFB22497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2937835" y="5084984"/>
                  <a:ext cx="342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60" name="Entrada de lápiz 259">
                  <a:extLst>
                    <a:ext uri="{FF2B5EF4-FFF2-40B4-BE49-F238E27FC236}">
                      <a16:creationId xmlns:a16="http://schemas.microsoft.com/office/drawing/2014/main" id="{E090CCE5-E63C-6F67-F70D-F58E0232B658}"/>
                    </a:ext>
                  </a:extLst>
                </p14:cNvPr>
                <p14:cNvContentPartPr/>
                <p14:nvPr/>
              </p14:nvContentPartPr>
              <p14:xfrm>
                <a:off x="2962315" y="5147624"/>
                <a:ext cx="113400" cy="19080"/>
              </p14:xfrm>
            </p:contentPart>
          </mc:Choice>
          <mc:Fallback>
            <p:pic>
              <p:nvPicPr>
                <p:cNvPr id="260" name="Entrada de lápiz 259">
                  <a:extLst>
                    <a:ext uri="{FF2B5EF4-FFF2-40B4-BE49-F238E27FC236}">
                      <a16:creationId xmlns:a16="http://schemas.microsoft.com/office/drawing/2014/main" id="{E090CCE5-E63C-6F67-F70D-F58E0232B658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2956195" y="5141504"/>
                  <a:ext cx="1256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61" name="Entrada de lápiz 260">
                  <a:extLst>
                    <a:ext uri="{FF2B5EF4-FFF2-40B4-BE49-F238E27FC236}">
                      <a16:creationId xmlns:a16="http://schemas.microsoft.com/office/drawing/2014/main" id="{9AD5D76A-4A21-80D0-395E-508D85AB3B5E}"/>
                    </a:ext>
                  </a:extLst>
                </p14:cNvPr>
                <p14:cNvContentPartPr/>
                <p14:nvPr/>
              </p14:nvContentPartPr>
              <p14:xfrm>
                <a:off x="3101635" y="5105864"/>
                <a:ext cx="130680" cy="122040"/>
              </p14:xfrm>
            </p:contentPart>
          </mc:Choice>
          <mc:Fallback>
            <p:pic>
              <p:nvPicPr>
                <p:cNvPr id="261" name="Entrada de lápiz 260">
                  <a:extLst>
                    <a:ext uri="{FF2B5EF4-FFF2-40B4-BE49-F238E27FC236}">
                      <a16:creationId xmlns:a16="http://schemas.microsoft.com/office/drawing/2014/main" id="{9AD5D76A-4A21-80D0-395E-508D85AB3B5E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3095515" y="5099744"/>
                  <a:ext cx="1429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62" name="Entrada de lápiz 261">
                  <a:extLst>
                    <a:ext uri="{FF2B5EF4-FFF2-40B4-BE49-F238E27FC236}">
                      <a16:creationId xmlns:a16="http://schemas.microsoft.com/office/drawing/2014/main" id="{07B5CA04-569A-8E30-A785-D802268BEE08}"/>
                    </a:ext>
                  </a:extLst>
                </p14:cNvPr>
                <p14:cNvContentPartPr/>
                <p14:nvPr/>
              </p14:nvContentPartPr>
              <p14:xfrm>
                <a:off x="3096235" y="5089664"/>
                <a:ext cx="19080" cy="379800"/>
              </p14:xfrm>
            </p:contentPart>
          </mc:Choice>
          <mc:Fallback>
            <p:pic>
              <p:nvPicPr>
                <p:cNvPr id="262" name="Entrada de lápiz 261">
                  <a:extLst>
                    <a:ext uri="{FF2B5EF4-FFF2-40B4-BE49-F238E27FC236}">
                      <a16:creationId xmlns:a16="http://schemas.microsoft.com/office/drawing/2014/main" id="{07B5CA04-569A-8E30-A785-D802268BEE08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3090115" y="5083544"/>
                  <a:ext cx="3132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63" name="Entrada de lápiz 262">
                  <a:extLst>
                    <a:ext uri="{FF2B5EF4-FFF2-40B4-BE49-F238E27FC236}">
                      <a16:creationId xmlns:a16="http://schemas.microsoft.com/office/drawing/2014/main" id="{9E49371B-7F3C-49AF-4F36-AB0B3B065331}"/>
                    </a:ext>
                  </a:extLst>
                </p14:cNvPr>
                <p14:cNvContentPartPr/>
                <p14:nvPr/>
              </p14:nvContentPartPr>
              <p14:xfrm>
                <a:off x="3271555" y="5049344"/>
                <a:ext cx="10800" cy="177120"/>
              </p14:xfrm>
            </p:contentPart>
          </mc:Choice>
          <mc:Fallback>
            <p:pic>
              <p:nvPicPr>
                <p:cNvPr id="263" name="Entrada de lápiz 262">
                  <a:extLst>
                    <a:ext uri="{FF2B5EF4-FFF2-40B4-BE49-F238E27FC236}">
                      <a16:creationId xmlns:a16="http://schemas.microsoft.com/office/drawing/2014/main" id="{9E49371B-7F3C-49AF-4F36-AB0B3B065331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3265435" y="5043224"/>
                  <a:ext cx="230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64" name="Entrada de lápiz 263">
                  <a:extLst>
                    <a:ext uri="{FF2B5EF4-FFF2-40B4-BE49-F238E27FC236}">
                      <a16:creationId xmlns:a16="http://schemas.microsoft.com/office/drawing/2014/main" id="{D99D069C-6907-A457-1219-EEEBD1A2B2A2}"/>
                    </a:ext>
                  </a:extLst>
                </p14:cNvPr>
                <p14:cNvContentPartPr/>
                <p14:nvPr/>
              </p14:nvContentPartPr>
              <p14:xfrm>
                <a:off x="3286675" y="5093984"/>
                <a:ext cx="72000" cy="19440"/>
              </p14:xfrm>
            </p:contentPart>
          </mc:Choice>
          <mc:Fallback>
            <p:pic>
              <p:nvPicPr>
                <p:cNvPr id="264" name="Entrada de lápiz 263">
                  <a:extLst>
                    <a:ext uri="{FF2B5EF4-FFF2-40B4-BE49-F238E27FC236}">
                      <a16:creationId xmlns:a16="http://schemas.microsoft.com/office/drawing/2014/main" id="{D99D069C-6907-A457-1219-EEEBD1A2B2A2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3280555" y="5087864"/>
                  <a:ext cx="84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8B29DD5A-0E23-10D1-8720-56CD724F2B90}"/>
                    </a:ext>
                  </a:extLst>
                </p14:cNvPr>
                <p14:cNvContentPartPr/>
                <p14:nvPr/>
              </p14:nvContentPartPr>
              <p14:xfrm>
                <a:off x="3345355" y="5102264"/>
                <a:ext cx="109080" cy="163800"/>
              </p14:xfrm>
            </p:contentPart>
          </mc:Choice>
          <mc:Fallback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8B29DD5A-0E23-10D1-8720-56CD724F2B90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3339235" y="5096144"/>
                  <a:ext cx="1213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314FE456-77C4-F88A-65F2-1560E1062F99}"/>
                    </a:ext>
                  </a:extLst>
                </p14:cNvPr>
                <p14:cNvContentPartPr/>
                <p14:nvPr/>
              </p14:nvContentPartPr>
              <p14:xfrm>
                <a:off x="3554155" y="4987064"/>
                <a:ext cx="34560" cy="246240"/>
              </p14:xfrm>
            </p:contentPart>
          </mc:Choice>
          <mc:Fallback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314FE456-77C4-F88A-65F2-1560E1062F99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3548035" y="4980944"/>
                  <a:ext cx="468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67" name="Entrada de lápiz 266">
                  <a:extLst>
                    <a:ext uri="{FF2B5EF4-FFF2-40B4-BE49-F238E27FC236}">
                      <a16:creationId xmlns:a16="http://schemas.microsoft.com/office/drawing/2014/main" id="{5B69147A-01E1-6D05-C0B8-28D621095B0A}"/>
                    </a:ext>
                  </a:extLst>
                </p14:cNvPr>
                <p14:cNvContentPartPr/>
                <p14:nvPr/>
              </p14:nvContentPartPr>
              <p14:xfrm>
                <a:off x="3494755" y="5083544"/>
                <a:ext cx="195480" cy="24480"/>
              </p14:xfrm>
            </p:contentPart>
          </mc:Choice>
          <mc:Fallback>
            <p:pic>
              <p:nvPicPr>
                <p:cNvPr id="267" name="Entrada de lápiz 266">
                  <a:extLst>
                    <a:ext uri="{FF2B5EF4-FFF2-40B4-BE49-F238E27FC236}">
                      <a16:creationId xmlns:a16="http://schemas.microsoft.com/office/drawing/2014/main" id="{5B69147A-01E1-6D05-C0B8-28D621095B0A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3488635" y="5077424"/>
                  <a:ext cx="2077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68" name="Entrada de lápiz 267">
                  <a:extLst>
                    <a:ext uri="{FF2B5EF4-FFF2-40B4-BE49-F238E27FC236}">
                      <a16:creationId xmlns:a16="http://schemas.microsoft.com/office/drawing/2014/main" id="{95FE5CC8-67BF-C6EB-7011-A1616D9973B8}"/>
                    </a:ext>
                  </a:extLst>
                </p14:cNvPr>
                <p14:cNvContentPartPr/>
                <p14:nvPr/>
              </p14:nvContentPartPr>
              <p14:xfrm>
                <a:off x="3640915" y="5071664"/>
                <a:ext cx="134640" cy="155880"/>
              </p14:xfrm>
            </p:contentPart>
          </mc:Choice>
          <mc:Fallback>
            <p:pic>
              <p:nvPicPr>
                <p:cNvPr id="268" name="Entrada de lápiz 267">
                  <a:extLst>
                    <a:ext uri="{FF2B5EF4-FFF2-40B4-BE49-F238E27FC236}">
                      <a16:creationId xmlns:a16="http://schemas.microsoft.com/office/drawing/2014/main" id="{95FE5CC8-67BF-C6EB-7011-A1616D9973B8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3634795" y="5065544"/>
                  <a:ext cx="1468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444B5F36-9064-3312-7627-1F7F211690B5}"/>
                    </a:ext>
                  </a:extLst>
                </p14:cNvPr>
                <p14:cNvContentPartPr/>
                <p14:nvPr/>
              </p14:nvContentPartPr>
              <p14:xfrm>
                <a:off x="3831355" y="5083904"/>
                <a:ext cx="126360" cy="134280"/>
              </p14:xfrm>
            </p:contentPart>
          </mc:Choice>
          <mc:Fallback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444B5F36-9064-3312-7627-1F7F211690B5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3825235" y="5077784"/>
                  <a:ext cx="1386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70" name="Entrada de lápiz 269">
                  <a:extLst>
                    <a:ext uri="{FF2B5EF4-FFF2-40B4-BE49-F238E27FC236}">
                      <a16:creationId xmlns:a16="http://schemas.microsoft.com/office/drawing/2014/main" id="{073F518B-D299-54E8-00AB-A9D113F0CB9F}"/>
                    </a:ext>
                  </a:extLst>
                </p14:cNvPr>
                <p14:cNvContentPartPr/>
                <p14:nvPr/>
              </p14:nvContentPartPr>
              <p14:xfrm>
                <a:off x="3840355" y="4863944"/>
                <a:ext cx="34200" cy="373680"/>
              </p14:xfrm>
            </p:contentPart>
          </mc:Choice>
          <mc:Fallback>
            <p:pic>
              <p:nvPicPr>
                <p:cNvPr id="270" name="Entrada de lápiz 269">
                  <a:extLst>
                    <a:ext uri="{FF2B5EF4-FFF2-40B4-BE49-F238E27FC236}">
                      <a16:creationId xmlns:a16="http://schemas.microsoft.com/office/drawing/2014/main" id="{073F518B-D299-54E8-00AB-A9D113F0CB9F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3834235" y="4857824"/>
                  <a:ext cx="4644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71" name="Entrada de lápiz 270">
                  <a:extLst>
                    <a:ext uri="{FF2B5EF4-FFF2-40B4-BE49-F238E27FC236}">
                      <a16:creationId xmlns:a16="http://schemas.microsoft.com/office/drawing/2014/main" id="{CCB5645B-8ACF-CBF2-6D41-AF79F67AF522}"/>
                    </a:ext>
                  </a:extLst>
                </p14:cNvPr>
                <p14:cNvContentPartPr/>
                <p14:nvPr/>
              </p14:nvContentPartPr>
              <p14:xfrm>
                <a:off x="4012795" y="4962224"/>
                <a:ext cx="9000" cy="236520"/>
              </p14:xfrm>
            </p:contentPart>
          </mc:Choice>
          <mc:Fallback>
            <p:pic>
              <p:nvPicPr>
                <p:cNvPr id="271" name="Entrada de lápiz 270">
                  <a:extLst>
                    <a:ext uri="{FF2B5EF4-FFF2-40B4-BE49-F238E27FC236}">
                      <a16:creationId xmlns:a16="http://schemas.microsoft.com/office/drawing/2014/main" id="{CCB5645B-8ACF-CBF2-6D41-AF79F67AF522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4006675" y="4956104"/>
                  <a:ext cx="212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72" name="Entrada de lápiz 271">
                  <a:extLst>
                    <a:ext uri="{FF2B5EF4-FFF2-40B4-BE49-F238E27FC236}">
                      <a16:creationId xmlns:a16="http://schemas.microsoft.com/office/drawing/2014/main" id="{63E9644B-BCFA-4D22-091B-F5D89384EDD8}"/>
                    </a:ext>
                  </a:extLst>
                </p14:cNvPr>
                <p14:cNvContentPartPr/>
                <p14:nvPr/>
              </p14:nvContentPartPr>
              <p14:xfrm>
                <a:off x="4166875" y="4820384"/>
                <a:ext cx="19080" cy="346320"/>
              </p14:xfrm>
            </p:contentPart>
          </mc:Choice>
          <mc:Fallback>
            <p:pic>
              <p:nvPicPr>
                <p:cNvPr id="272" name="Entrada de lápiz 271">
                  <a:extLst>
                    <a:ext uri="{FF2B5EF4-FFF2-40B4-BE49-F238E27FC236}">
                      <a16:creationId xmlns:a16="http://schemas.microsoft.com/office/drawing/2014/main" id="{63E9644B-BCFA-4D22-091B-F5D89384EDD8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4160755" y="4814264"/>
                  <a:ext cx="3132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73" name="Entrada de lápiz 272">
                  <a:extLst>
                    <a:ext uri="{FF2B5EF4-FFF2-40B4-BE49-F238E27FC236}">
                      <a16:creationId xmlns:a16="http://schemas.microsoft.com/office/drawing/2014/main" id="{72EF32F9-D80F-0569-E8A3-7D712695C4EA}"/>
                    </a:ext>
                  </a:extLst>
                </p14:cNvPr>
                <p14:cNvContentPartPr/>
                <p14:nvPr/>
              </p14:nvContentPartPr>
              <p14:xfrm>
                <a:off x="4217995" y="5004704"/>
                <a:ext cx="34920" cy="168120"/>
              </p14:xfrm>
            </p:contentPart>
          </mc:Choice>
          <mc:Fallback>
            <p:pic>
              <p:nvPicPr>
                <p:cNvPr id="273" name="Entrada de lápiz 272">
                  <a:extLst>
                    <a:ext uri="{FF2B5EF4-FFF2-40B4-BE49-F238E27FC236}">
                      <a16:creationId xmlns:a16="http://schemas.microsoft.com/office/drawing/2014/main" id="{72EF32F9-D80F-0569-E8A3-7D712695C4EA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4211875" y="4998584"/>
                  <a:ext cx="471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74" name="Entrada de lápiz 273">
                  <a:extLst>
                    <a:ext uri="{FF2B5EF4-FFF2-40B4-BE49-F238E27FC236}">
                      <a16:creationId xmlns:a16="http://schemas.microsoft.com/office/drawing/2014/main" id="{8D04072C-A27A-257B-6803-DBF2F2094F42}"/>
                    </a:ext>
                  </a:extLst>
                </p14:cNvPr>
                <p14:cNvContentPartPr/>
                <p14:nvPr/>
              </p14:nvContentPartPr>
              <p14:xfrm>
                <a:off x="4249675" y="4942064"/>
                <a:ext cx="360" cy="14040"/>
              </p14:xfrm>
            </p:contentPart>
          </mc:Choice>
          <mc:Fallback>
            <p:pic>
              <p:nvPicPr>
                <p:cNvPr id="274" name="Entrada de lápiz 273">
                  <a:extLst>
                    <a:ext uri="{FF2B5EF4-FFF2-40B4-BE49-F238E27FC236}">
                      <a16:creationId xmlns:a16="http://schemas.microsoft.com/office/drawing/2014/main" id="{8D04072C-A27A-257B-6803-DBF2F2094F42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4243555" y="4935944"/>
                  <a:ext cx="126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75" name="Entrada de lápiz 274">
                  <a:extLst>
                    <a:ext uri="{FF2B5EF4-FFF2-40B4-BE49-F238E27FC236}">
                      <a16:creationId xmlns:a16="http://schemas.microsoft.com/office/drawing/2014/main" id="{1F597B45-82FA-72DE-1CCC-0B2A1FE93AA1}"/>
                    </a:ext>
                  </a:extLst>
                </p14:cNvPr>
                <p14:cNvContentPartPr/>
                <p14:nvPr/>
              </p14:nvContentPartPr>
              <p14:xfrm>
                <a:off x="4288915" y="4851704"/>
                <a:ext cx="160560" cy="313560"/>
              </p14:xfrm>
            </p:contentPart>
          </mc:Choice>
          <mc:Fallback>
            <p:pic>
              <p:nvPicPr>
                <p:cNvPr id="275" name="Entrada de lápiz 274">
                  <a:extLst>
                    <a:ext uri="{FF2B5EF4-FFF2-40B4-BE49-F238E27FC236}">
                      <a16:creationId xmlns:a16="http://schemas.microsoft.com/office/drawing/2014/main" id="{1F597B45-82FA-72DE-1CCC-0B2A1FE93AA1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4282795" y="4845584"/>
                  <a:ext cx="17280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76" name="Entrada de lápiz 275">
                  <a:extLst>
                    <a:ext uri="{FF2B5EF4-FFF2-40B4-BE49-F238E27FC236}">
                      <a16:creationId xmlns:a16="http://schemas.microsoft.com/office/drawing/2014/main" id="{056F957D-ABD2-2AD6-3FCA-4422CEB9EF53}"/>
                    </a:ext>
                  </a:extLst>
                </p14:cNvPr>
                <p14:cNvContentPartPr/>
                <p14:nvPr/>
              </p14:nvContentPartPr>
              <p14:xfrm>
                <a:off x="4462075" y="5011544"/>
                <a:ext cx="126360" cy="175680"/>
              </p14:xfrm>
            </p:contentPart>
          </mc:Choice>
          <mc:Fallback>
            <p:pic>
              <p:nvPicPr>
                <p:cNvPr id="276" name="Entrada de lápiz 275">
                  <a:extLst>
                    <a:ext uri="{FF2B5EF4-FFF2-40B4-BE49-F238E27FC236}">
                      <a16:creationId xmlns:a16="http://schemas.microsoft.com/office/drawing/2014/main" id="{056F957D-ABD2-2AD6-3FCA-4422CEB9EF53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4455955" y="5005424"/>
                  <a:ext cx="1386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77" name="Entrada de lápiz 276">
                  <a:extLst>
                    <a:ext uri="{FF2B5EF4-FFF2-40B4-BE49-F238E27FC236}">
                      <a16:creationId xmlns:a16="http://schemas.microsoft.com/office/drawing/2014/main" id="{70E4E8E9-18FA-6FEA-13BA-DB44A4D522FA}"/>
                    </a:ext>
                  </a:extLst>
                </p14:cNvPr>
                <p14:cNvContentPartPr/>
                <p14:nvPr/>
              </p14:nvContentPartPr>
              <p14:xfrm>
                <a:off x="4613635" y="4862864"/>
                <a:ext cx="124920" cy="370440"/>
              </p14:xfrm>
            </p:contentPart>
          </mc:Choice>
          <mc:Fallback>
            <p:pic>
              <p:nvPicPr>
                <p:cNvPr id="277" name="Entrada de lápiz 276">
                  <a:extLst>
                    <a:ext uri="{FF2B5EF4-FFF2-40B4-BE49-F238E27FC236}">
                      <a16:creationId xmlns:a16="http://schemas.microsoft.com/office/drawing/2014/main" id="{70E4E8E9-18FA-6FEA-13BA-DB44A4D522FA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4607515" y="4856744"/>
                  <a:ext cx="137160" cy="38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upo 295">
            <a:extLst>
              <a:ext uri="{FF2B5EF4-FFF2-40B4-BE49-F238E27FC236}">
                <a16:creationId xmlns:a16="http://schemas.microsoft.com/office/drawing/2014/main" id="{624229E2-7902-3EE0-7618-3655113BB453}"/>
              </a:ext>
            </a:extLst>
          </p:cNvPr>
          <p:cNvGrpSpPr/>
          <p:nvPr/>
        </p:nvGrpSpPr>
        <p:grpSpPr>
          <a:xfrm>
            <a:off x="4918195" y="4681424"/>
            <a:ext cx="1925640" cy="719280"/>
            <a:chOff x="4918195" y="4681424"/>
            <a:chExt cx="1925640" cy="71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79" name="Entrada de lápiz 278">
                  <a:extLst>
                    <a:ext uri="{FF2B5EF4-FFF2-40B4-BE49-F238E27FC236}">
                      <a16:creationId xmlns:a16="http://schemas.microsoft.com/office/drawing/2014/main" id="{956359B4-F2BA-5A97-CCD4-E64C361E895F}"/>
                    </a:ext>
                  </a:extLst>
                </p14:cNvPr>
                <p14:cNvContentPartPr/>
                <p14:nvPr/>
              </p14:nvContentPartPr>
              <p14:xfrm>
                <a:off x="4918195" y="4872584"/>
                <a:ext cx="106920" cy="528120"/>
              </p14:xfrm>
            </p:contentPart>
          </mc:Choice>
          <mc:Fallback>
            <p:pic>
              <p:nvPicPr>
                <p:cNvPr id="279" name="Entrada de lápiz 278">
                  <a:extLst>
                    <a:ext uri="{FF2B5EF4-FFF2-40B4-BE49-F238E27FC236}">
                      <a16:creationId xmlns:a16="http://schemas.microsoft.com/office/drawing/2014/main" id="{956359B4-F2BA-5A97-CCD4-E64C361E895F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4912075" y="4866464"/>
                  <a:ext cx="11916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80" name="Entrada de lápiz 279">
                  <a:extLst>
                    <a:ext uri="{FF2B5EF4-FFF2-40B4-BE49-F238E27FC236}">
                      <a16:creationId xmlns:a16="http://schemas.microsoft.com/office/drawing/2014/main" id="{6CB922C1-46FD-6D5C-60F2-3A83E3CA34BA}"/>
                    </a:ext>
                  </a:extLst>
                </p14:cNvPr>
                <p14:cNvContentPartPr/>
                <p14:nvPr/>
              </p14:nvContentPartPr>
              <p14:xfrm>
                <a:off x="5120155" y="5015864"/>
                <a:ext cx="25920" cy="237600"/>
              </p14:xfrm>
            </p:contentPart>
          </mc:Choice>
          <mc:Fallback>
            <p:pic>
              <p:nvPicPr>
                <p:cNvPr id="280" name="Entrada de lápiz 279">
                  <a:extLst>
                    <a:ext uri="{FF2B5EF4-FFF2-40B4-BE49-F238E27FC236}">
                      <a16:creationId xmlns:a16="http://schemas.microsoft.com/office/drawing/2014/main" id="{6CB922C1-46FD-6D5C-60F2-3A83E3CA34BA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5114035" y="5009744"/>
                  <a:ext cx="381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81" name="Entrada de lápiz 280">
                  <a:extLst>
                    <a:ext uri="{FF2B5EF4-FFF2-40B4-BE49-F238E27FC236}">
                      <a16:creationId xmlns:a16="http://schemas.microsoft.com/office/drawing/2014/main" id="{7F06F309-3F8C-7134-B38A-BCF5B0A77D60}"/>
                    </a:ext>
                  </a:extLst>
                </p14:cNvPr>
                <p14:cNvContentPartPr/>
                <p14:nvPr/>
              </p14:nvContentPartPr>
              <p14:xfrm>
                <a:off x="5088115" y="4961504"/>
                <a:ext cx="202680" cy="260280"/>
              </p14:xfrm>
            </p:contentPart>
          </mc:Choice>
          <mc:Fallback>
            <p:pic>
              <p:nvPicPr>
                <p:cNvPr id="281" name="Entrada de lápiz 280">
                  <a:extLst>
                    <a:ext uri="{FF2B5EF4-FFF2-40B4-BE49-F238E27FC236}">
                      <a16:creationId xmlns:a16="http://schemas.microsoft.com/office/drawing/2014/main" id="{7F06F309-3F8C-7134-B38A-BCF5B0A77D60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5081995" y="4955384"/>
                  <a:ext cx="2149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82" name="Entrada de lápiz 281">
                  <a:extLst>
                    <a:ext uri="{FF2B5EF4-FFF2-40B4-BE49-F238E27FC236}">
                      <a16:creationId xmlns:a16="http://schemas.microsoft.com/office/drawing/2014/main" id="{560544C9-4913-E9D8-94F0-980857A91480}"/>
                    </a:ext>
                  </a:extLst>
                </p14:cNvPr>
                <p14:cNvContentPartPr/>
                <p14:nvPr/>
              </p14:nvContentPartPr>
              <p14:xfrm>
                <a:off x="5362075" y="5029184"/>
                <a:ext cx="6120" cy="218520"/>
              </p14:xfrm>
            </p:contentPart>
          </mc:Choice>
          <mc:Fallback>
            <p:pic>
              <p:nvPicPr>
                <p:cNvPr id="282" name="Entrada de lápiz 281">
                  <a:extLst>
                    <a:ext uri="{FF2B5EF4-FFF2-40B4-BE49-F238E27FC236}">
                      <a16:creationId xmlns:a16="http://schemas.microsoft.com/office/drawing/2014/main" id="{560544C9-4913-E9D8-94F0-980857A91480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5355955" y="5023064"/>
                  <a:ext cx="183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83" name="Entrada de lápiz 282">
                  <a:extLst>
                    <a:ext uri="{FF2B5EF4-FFF2-40B4-BE49-F238E27FC236}">
                      <a16:creationId xmlns:a16="http://schemas.microsoft.com/office/drawing/2014/main" id="{37BDB866-7C82-D2B3-2EC7-64E06BC4652C}"/>
                    </a:ext>
                  </a:extLst>
                </p14:cNvPr>
                <p14:cNvContentPartPr/>
                <p14:nvPr/>
              </p14:nvContentPartPr>
              <p14:xfrm>
                <a:off x="5380435" y="5122064"/>
                <a:ext cx="120240" cy="118440"/>
              </p14:xfrm>
            </p:contentPart>
          </mc:Choice>
          <mc:Fallback>
            <p:pic>
              <p:nvPicPr>
                <p:cNvPr id="283" name="Entrada de lápiz 282">
                  <a:extLst>
                    <a:ext uri="{FF2B5EF4-FFF2-40B4-BE49-F238E27FC236}">
                      <a16:creationId xmlns:a16="http://schemas.microsoft.com/office/drawing/2014/main" id="{37BDB866-7C82-D2B3-2EC7-64E06BC4652C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5374315" y="5115944"/>
                  <a:ext cx="1324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284" name="Entrada de lápiz 283">
                  <a:extLst>
                    <a:ext uri="{FF2B5EF4-FFF2-40B4-BE49-F238E27FC236}">
                      <a16:creationId xmlns:a16="http://schemas.microsoft.com/office/drawing/2014/main" id="{D3D409BF-BAFB-E731-7943-084A7E48A055}"/>
                    </a:ext>
                  </a:extLst>
                </p14:cNvPr>
                <p14:cNvContentPartPr/>
                <p14:nvPr/>
              </p14:nvContentPartPr>
              <p14:xfrm>
                <a:off x="5545315" y="5108744"/>
                <a:ext cx="130680" cy="112680"/>
              </p14:xfrm>
            </p:contentPart>
          </mc:Choice>
          <mc:Fallback>
            <p:pic>
              <p:nvPicPr>
                <p:cNvPr id="284" name="Entrada de lápiz 283">
                  <a:extLst>
                    <a:ext uri="{FF2B5EF4-FFF2-40B4-BE49-F238E27FC236}">
                      <a16:creationId xmlns:a16="http://schemas.microsoft.com/office/drawing/2014/main" id="{D3D409BF-BAFB-E731-7943-084A7E48A055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5539195" y="5102624"/>
                  <a:ext cx="1429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285" name="Entrada de lápiz 284">
                  <a:extLst>
                    <a:ext uri="{FF2B5EF4-FFF2-40B4-BE49-F238E27FC236}">
                      <a16:creationId xmlns:a16="http://schemas.microsoft.com/office/drawing/2014/main" id="{D1A12F3C-BA65-3EC4-4B81-83CC610FB9C6}"/>
                    </a:ext>
                  </a:extLst>
                </p14:cNvPr>
                <p14:cNvContentPartPr/>
                <p14:nvPr/>
              </p14:nvContentPartPr>
              <p14:xfrm>
                <a:off x="5730355" y="5033144"/>
                <a:ext cx="36360" cy="187200"/>
              </p14:xfrm>
            </p:contentPart>
          </mc:Choice>
          <mc:Fallback>
            <p:pic>
              <p:nvPicPr>
                <p:cNvPr id="285" name="Entrada de lápiz 284">
                  <a:extLst>
                    <a:ext uri="{FF2B5EF4-FFF2-40B4-BE49-F238E27FC236}">
                      <a16:creationId xmlns:a16="http://schemas.microsoft.com/office/drawing/2014/main" id="{D1A12F3C-BA65-3EC4-4B81-83CC610FB9C6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5724235" y="5027024"/>
                  <a:ext cx="486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286" name="Entrada de lápiz 285">
                  <a:extLst>
                    <a:ext uri="{FF2B5EF4-FFF2-40B4-BE49-F238E27FC236}">
                      <a16:creationId xmlns:a16="http://schemas.microsoft.com/office/drawing/2014/main" id="{F1141078-65EF-9061-6AC8-54ADC7BD5BC1}"/>
                    </a:ext>
                  </a:extLst>
                </p14:cNvPr>
                <p14:cNvContentPartPr/>
                <p14:nvPr/>
              </p14:nvContentPartPr>
              <p14:xfrm>
                <a:off x="5744395" y="5068424"/>
                <a:ext cx="73080" cy="87840"/>
              </p14:xfrm>
            </p:contentPart>
          </mc:Choice>
          <mc:Fallback>
            <p:pic>
              <p:nvPicPr>
                <p:cNvPr id="286" name="Entrada de lápiz 285">
                  <a:extLst>
                    <a:ext uri="{FF2B5EF4-FFF2-40B4-BE49-F238E27FC236}">
                      <a16:creationId xmlns:a16="http://schemas.microsoft.com/office/drawing/2014/main" id="{F1141078-65EF-9061-6AC8-54ADC7BD5BC1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5738275" y="5062304"/>
                  <a:ext cx="853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287" name="Entrada de lápiz 286">
                  <a:extLst>
                    <a:ext uri="{FF2B5EF4-FFF2-40B4-BE49-F238E27FC236}">
                      <a16:creationId xmlns:a16="http://schemas.microsoft.com/office/drawing/2014/main" id="{296F54CE-828A-70B2-87D3-9A5A4A8233E4}"/>
                    </a:ext>
                  </a:extLst>
                </p14:cNvPr>
                <p14:cNvContentPartPr/>
                <p14:nvPr/>
              </p14:nvContentPartPr>
              <p14:xfrm>
                <a:off x="5778595" y="5093984"/>
                <a:ext cx="102240" cy="101880"/>
              </p14:xfrm>
            </p:contentPart>
          </mc:Choice>
          <mc:Fallback>
            <p:pic>
              <p:nvPicPr>
                <p:cNvPr id="287" name="Entrada de lápiz 286">
                  <a:extLst>
                    <a:ext uri="{FF2B5EF4-FFF2-40B4-BE49-F238E27FC236}">
                      <a16:creationId xmlns:a16="http://schemas.microsoft.com/office/drawing/2014/main" id="{296F54CE-828A-70B2-87D3-9A5A4A8233E4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5772475" y="5087864"/>
                  <a:ext cx="1144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288" name="Entrada de lápiz 287">
                  <a:extLst>
                    <a:ext uri="{FF2B5EF4-FFF2-40B4-BE49-F238E27FC236}">
                      <a16:creationId xmlns:a16="http://schemas.microsoft.com/office/drawing/2014/main" id="{B77D6891-C756-462D-886F-B81E0D114299}"/>
                    </a:ext>
                  </a:extLst>
                </p14:cNvPr>
                <p14:cNvContentPartPr/>
                <p14:nvPr/>
              </p14:nvContentPartPr>
              <p14:xfrm>
                <a:off x="6018355" y="4960784"/>
                <a:ext cx="46440" cy="221760"/>
              </p14:xfrm>
            </p:contentPart>
          </mc:Choice>
          <mc:Fallback>
            <p:pic>
              <p:nvPicPr>
                <p:cNvPr id="288" name="Entrada de lápiz 287">
                  <a:extLst>
                    <a:ext uri="{FF2B5EF4-FFF2-40B4-BE49-F238E27FC236}">
                      <a16:creationId xmlns:a16="http://schemas.microsoft.com/office/drawing/2014/main" id="{B77D6891-C756-462D-886F-B81E0D114299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6012235" y="4954664"/>
                  <a:ext cx="586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289" name="Entrada de lápiz 288">
                  <a:extLst>
                    <a:ext uri="{FF2B5EF4-FFF2-40B4-BE49-F238E27FC236}">
                      <a16:creationId xmlns:a16="http://schemas.microsoft.com/office/drawing/2014/main" id="{EC6D459F-0F78-D982-FB59-1C080CE9BA1B}"/>
                    </a:ext>
                  </a:extLst>
                </p14:cNvPr>
                <p14:cNvContentPartPr/>
                <p14:nvPr/>
              </p14:nvContentPartPr>
              <p14:xfrm>
                <a:off x="5970475" y="4904624"/>
                <a:ext cx="192240" cy="252000"/>
              </p14:xfrm>
            </p:contentPart>
          </mc:Choice>
          <mc:Fallback>
            <p:pic>
              <p:nvPicPr>
                <p:cNvPr id="289" name="Entrada de lápiz 288">
                  <a:extLst>
                    <a:ext uri="{FF2B5EF4-FFF2-40B4-BE49-F238E27FC236}">
                      <a16:creationId xmlns:a16="http://schemas.microsoft.com/office/drawing/2014/main" id="{EC6D459F-0F78-D982-FB59-1C080CE9BA1B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5964355" y="4898504"/>
                  <a:ext cx="2044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290" name="Entrada de lápiz 289">
                  <a:extLst>
                    <a:ext uri="{FF2B5EF4-FFF2-40B4-BE49-F238E27FC236}">
                      <a16:creationId xmlns:a16="http://schemas.microsoft.com/office/drawing/2014/main" id="{A1DBEA0D-2812-9CE2-D71F-364ACB1AD959}"/>
                    </a:ext>
                  </a:extLst>
                </p14:cNvPr>
                <p14:cNvContentPartPr/>
                <p14:nvPr/>
              </p14:nvContentPartPr>
              <p14:xfrm>
                <a:off x="6154075" y="5042864"/>
                <a:ext cx="118080" cy="156960"/>
              </p14:xfrm>
            </p:contentPart>
          </mc:Choice>
          <mc:Fallback>
            <p:pic>
              <p:nvPicPr>
                <p:cNvPr id="290" name="Entrada de lápiz 289">
                  <a:extLst>
                    <a:ext uri="{FF2B5EF4-FFF2-40B4-BE49-F238E27FC236}">
                      <a16:creationId xmlns:a16="http://schemas.microsoft.com/office/drawing/2014/main" id="{A1DBEA0D-2812-9CE2-D71F-364ACB1AD959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6147955" y="5036744"/>
                  <a:ext cx="1303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291" name="Entrada de lápiz 290">
                  <a:extLst>
                    <a:ext uri="{FF2B5EF4-FFF2-40B4-BE49-F238E27FC236}">
                      <a16:creationId xmlns:a16="http://schemas.microsoft.com/office/drawing/2014/main" id="{DF1457E7-16AE-E4A0-1AFC-438A8B211F66}"/>
                    </a:ext>
                  </a:extLst>
                </p14:cNvPr>
                <p14:cNvContentPartPr/>
                <p14:nvPr/>
              </p14:nvContentPartPr>
              <p14:xfrm>
                <a:off x="6288715" y="5027744"/>
                <a:ext cx="143280" cy="138240"/>
              </p14:xfrm>
            </p:contentPart>
          </mc:Choice>
          <mc:Fallback>
            <p:pic>
              <p:nvPicPr>
                <p:cNvPr id="291" name="Entrada de lápiz 290">
                  <a:extLst>
                    <a:ext uri="{FF2B5EF4-FFF2-40B4-BE49-F238E27FC236}">
                      <a16:creationId xmlns:a16="http://schemas.microsoft.com/office/drawing/2014/main" id="{DF1457E7-16AE-E4A0-1AFC-438A8B211F66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6282595" y="5021624"/>
                  <a:ext cx="1555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292" name="Entrada de lápiz 291">
                  <a:extLst>
                    <a:ext uri="{FF2B5EF4-FFF2-40B4-BE49-F238E27FC236}">
                      <a16:creationId xmlns:a16="http://schemas.microsoft.com/office/drawing/2014/main" id="{DD0D15CE-05D4-6FCB-22E2-B08079C90D94}"/>
                    </a:ext>
                  </a:extLst>
                </p14:cNvPr>
                <p14:cNvContentPartPr/>
                <p14:nvPr/>
              </p14:nvContentPartPr>
              <p14:xfrm>
                <a:off x="6308875" y="5001824"/>
                <a:ext cx="121680" cy="172440"/>
              </p14:xfrm>
            </p:contentPart>
          </mc:Choice>
          <mc:Fallback>
            <p:pic>
              <p:nvPicPr>
                <p:cNvPr id="292" name="Entrada de lápiz 291">
                  <a:extLst>
                    <a:ext uri="{FF2B5EF4-FFF2-40B4-BE49-F238E27FC236}">
                      <a16:creationId xmlns:a16="http://schemas.microsoft.com/office/drawing/2014/main" id="{DD0D15CE-05D4-6FCB-22E2-B08079C90D94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6302755" y="4995704"/>
                  <a:ext cx="1339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293" name="Entrada de lápiz 292">
                  <a:extLst>
                    <a:ext uri="{FF2B5EF4-FFF2-40B4-BE49-F238E27FC236}">
                      <a16:creationId xmlns:a16="http://schemas.microsoft.com/office/drawing/2014/main" id="{1CB953FD-9914-0EA7-AE24-BEFF667CE70D}"/>
                    </a:ext>
                  </a:extLst>
                </p14:cNvPr>
                <p14:cNvContentPartPr/>
                <p14:nvPr/>
              </p14:nvContentPartPr>
              <p14:xfrm>
                <a:off x="6424435" y="5007944"/>
                <a:ext cx="112680" cy="132120"/>
              </p14:xfrm>
            </p:contentPart>
          </mc:Choice>
          <mc:Fallback>
            <p:pic>
              <p:nvPicPr>
                <p:cNvPr id="293" name="Entrada de lápiz 292">
                  <a:extLst>
                    <a:ext uri="{FF2B5EF4-FFF2-40B4-BE49-F238E27FC236}">
                      <a16:creationId xmlns:a16="http://schemas.microsoft.com/office/drawing/2014/main" id="{1CB953FD-9914-0EA7-AE24-BEFF667CE70D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6418315" y="5001824"/>
                  <a:ext cx="1249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294" name="Entrada de lápiz 293">
                  <a:extLst>
                    <a:ext uri="{FF2B5EF4-FFF2-40B4-BE49-F238E27FC236}">
                      <a16:creationId xmlns:a16="http://schemas.microsoft.com/office/drawing/2014/main" id="{D62830D3-EF92-0538-6073-EE4AEF24A151}"/>
                    </a:ext>
                  </a:extLst>
                </p14:cNvPr>
                <p14:cNvContentPartPr/>
                <p14:nvPr/>
              </p14:nvContentPartPr>
              <p14:xfrm>
                <a:off x="6523075" y="4988504"/>
                <a:ext cx="157680" cy="147240"/>
              </p14:xfrm>
            </p:contentPart>
          </mc:Choice>
          <mc:Fallback>
            <p:pic>
              <p:nvPicPr>
                <p:cNvPr id="294" name="Entrada de lápiz 293">
                  <a:extLst>
                    <a:ext uri="{FF2B5EF4-FFF2-40B4-BE49-F238E27FC236}">
                      <a16:creationId xmlns:a16="http://schemas.microsoft.com/office/drawing/2014/main" id="{D62830D3-EF92-0538-6073-EE4AEF24A151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6516955" y="4982384"/>
                  <a:ext cx="1699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295" name="Entrada de lápiz 294">
                  <a:extLst>
                    <a:ext uri="{FF2B5EF4-FFF2-40B4-BE49-F238E27FC236}">
                      <a16:creationId xmlns:a16="http://schemas.microsoft.com/office/drawing/2014/main" id="{92F9A20F-252D-824D-1783-1B385524C2E3}"/>
                    </a:ext>
                  </a:extLst>
                </p14:cNvPr>
                <p14:cNvContentPartPr/>
                <p14:nvPr/>
              </p14:nvContentPartPr>
              <p14:xfrm>
                <a:off x="6693355" y="4681424"/>
                <a:ext cx="150480" cy="644400"/>
              </p14:xfrm>
            </p:contentPart>
          </mc:Choice>
          <mc:Fallback>
            <p:pic>
              <p:nvPicPr>
                <p:cNvPr id="295" name="Entrada de lápiz 294">
                  <a:extLst>
                    <a:ext uri="{FF2B5EF4-FFF2-40B4-BE49-F238E27FC236}">
                      <a16:creationId xmlns:a16="http://schemas.microsoft.com/office/drawing/2014/main" id="{92F9A20F-252D-824D-1783-1B385524C2E3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6687235" y="4675304"/>
                  <a:ext cx="162720" cy="65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" name="Grupo 298">
            <a:extLst>
              <a:ext uri="{FF2B5EF4-FFF2-40B4-BE49-F238E27FC236}">
                <a16:creationId xmlns:a16="http://schemas.microsoft.com/office/drawing/2014/main" id="{854C7999-F45B-7925-3A0B-E1250BB41D94}"/>
              </a:ext>
            </a:extLst>
          </p:cNvPr>
          <p:cNvGrpSpPr/>
          <p:nvPr/>
        </p:nvGrpSpPr>
        <p:grpSpPr>
          <a:xfrm>
            <a:off x="7011595" y="4912247"/>
            <a:ext cx="186840" cy="191880"/>
            <a:chOff x="7011595" y="4912247"/>
            <a:chExt cx="186840" cy="19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297" name="Entrada de lápiz 296">
                  <a:extLst>
                    <a:ext uri="{FF2B5EF4-FFF2-40B4-BE49-F238E27FC236}">
                      <a16:creationId xmlns:a16="http://schemas.microsoft.com/office/drawing/2014/main" id="{5F42BE52-1C9D-E427-803A-6A691AB2E00A}"/>
                    </a:ext>
                  </a:extLst>
                </p14:cNvPr>
                <p14:cNvContentPartPr/>
                <p14:nvPr/>
              </p14:nvContentPartPr>
              <p14:xfrm>
                <a:off x="7086835" y="4912247"/>
                <a:ext cx="98640" cy="191880"/>
              </p14:xfrm>
            </p:contentPart>
          </mc:Choice>
          <mc:Fallback>
            <p:pic>
              <p:nvPicPr>
                <p:cNvPr id="297" name="Entrada de lápiz 296">
                  <a:extLst>
                    <a:ext uri="{FF2B5EF4-FFF2-40B4-BE49-F238E27FC236}">
                      <a16:creationId xmlns:a16="http://schemas.microsoft.com/office/drawing/2014/main" id="{5F42BE52-1C9D-E427-803A-6A691AB2E00A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7080715" y="4906127"/>
                  <a:ext cx="1108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298" name="Entrada de lápiz 297">
                  <a:extLst>
                    <a:ext uri="{FF2B5EF4-FFF2-40B4-BE49-F238E27FC236}">
                      <a16:creationId xmlns:a16="http://schemas.microsoft.com/office/drawing/2014/main" id="{7CAA41DE-7567-BD50-CF3F-B6CBA02464F4}"/>
                    </a:ext>
                  </a:extLst>
                </p14:cNvPr>
                <p14:cNvContentPartPr/>
                <p14:nvPr/>
              </p14:nvContentPartPr>
              <p14:xfrm>
                <a:off x="7011595" y="4981367"/>
                <a:ext cx="186840" cy="86040"/>
              </p14:xfrm>
            </p:contentPart>
          </mc:Choice>
          <mc:Fallback>
            <p:pic>
              <p:nvPicPr>
                <p:cNvPr id="298" name="Entrada de lápiz 297">
                  <a:extLst>
                    <a:ext uri="{FF2B5EF4-FFF2-40B4-BE49-F238E27FC236}">
                      <a16:creationId xmlns:a16="http://schemas.microsoft.com/office/drawing/2014/main" id="{7CAA41DE-7567-BD50-CF3F-B6CBA02464F4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7005475" y="4975247"/>
                  <a:ext cx="199080" cy="98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07261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74AEFC1D-AAB4-3225-0DF3-1C5A3632A5AD}"/>
              </a:ext>
            </a:extLst>
          </p:cNvPr>
          <p:cNvGrpSpPr/>
          <p:nvPr/>
        </p:nvGrpSpPr>
        <p:grpSpPr>
          <a:xfrm>
            <a:off x="895195" y="399647"/>
            <a:ext cx="1688760" cy="495000"/>
            <a:chOff x="895195" y="399647"/>
            <a:chExt cx="1688760" cy="49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CB000440-9BCD-2ECE-EE12-9766B6348AC5}"/>
                    </a:ext>
                  </a:extLst>
                </p14:cNvPr>
                <p14:cNvContentPartPr/>
                <p14:nvPr/>
              </p14:nvContentPartPr>
              <p14:xfrm>
                <a:off x="895195" y="399647"/>
                <a:ext cx="383400" cy="48744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CB000440-9BCD-2ECE-EE12-9766B6348AC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89075" y="393527"/>
                  <a:ext cx="39564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02B50CD3-09A2-DAA3-8EA0-EAC731B9F4EE}"/>
                    </a:ext>
                  </a:extLst>
                </p14:cNvPr>
                <p14:cNvContentPartPr/>
                <p14:nvPr/>
              </p14:nvContentPartPr>
              <p14:xfrm>
                <a:off x="1382275" y="660287"/>
                <a:ext cx="168120" cy="23436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02B50CD3-09A2-DAA3-8EA0-EAC731B9F4E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76155" y="654167"/>
                  <a:ext cx="1803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8DAC6E37-ECAB-B207-6925-86F97D38F369}"/>
                    </a:ext>
                  </a:extLst>
                </p14:cNvPr>
                <p14:cNvContentPartPr/>
                <p14:nvPr/>
              </p14:nvContentPartPr>
              <p14:xfrm>
                <a:off x="1615195" y="668567"/>
                <a:ext cx="172080" cy="18432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8DAC6E37-ECAB-B207-6925-86F97D38F36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09075" y="662447"/>
                  <a:ext cx="1843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FB5E78A7-3F3B-DB77-68FC-9F95C4EF97B0}"/>
                    </a:ext>
                  </a:extLst>
                </p14:cNvPr>
                <p14:cNvContentPartPr/>
                <p14:nvPr/>
              </p14:nvContentPartPr>
              <p14:xfrm>
                <a:off x="1892395" y="600887"/>
                <a:ext cx="35640" cy="25920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FB5E78A7-3F3B-DB77-68FC-9F95C4EF97B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86275" y="594767"/>
                  <a:ext cx="478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B1F314DD-1FA6-EA4D-1480-68721E746524}"/>
                    </a:ext>
                  </a:extLst>
                </p14:cNvPr>
                <p14:cNvContentPartPr/>
                <p14:nvPr/>
              </p14:nvContentPartPr>
              <p14:xfrm>
                <a:off x="1903915" y="654887"/>
                <a:ext cx="131400" cy="22284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B1F314DD-1FA6-EA4D-1480-68721E74652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97795" y="648767"/>
                  <a:ext cx="1436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EF0BC984-8194-66BE-18FE-9C17584DF94A}"/>
                    </a:ext>
                  </a:extLst>
                </p14:cNvPr>
                <p14:cNvContentPartPr/>
                <p14:nvPr/>
              </p14:nvContentPartPr>
              <p14:xfrm>
                <a:off x="2128195" y="742367"/>
                <a:ext cx="19440" cy="7128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EF0BC984-8194-66BE-18FE-9C17584DF94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22075" y="736247"/>
                  <a:ext cx="316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BA48A2DB-4ED6-73C2-1981-18FD07043585}"/>
                    </a:ext>
                  </a:extLst>
                </p14:cNvPr>
                <p14:cNvContentPartPr/>
                <p14:nvPr/>
              </p14:nvContentPartPr>
              <p14:xfrm>
                <a:off x="2141515" y="573167"/>
                <a:ext cx="19080" cy="936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BA48A2DB-4ED6-73C2-1981-18FD0704358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35395" y="567047"/>
                  <a:ext cx="313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7F2531B4-D843-EDC5-D030-719E77FDBF4C}"/>
                    </a:ext>
                  </a:extLst>
                </p14:cNvPr>
                <p14:cNvContentPartPr/>
                <p14:nvPr/>
              </p14:nvContentPartPr>
              <p14:xfrm>
                <a:off x="2232235" y="655247"/>
                <a:ext cx="107640" cy="20736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7F2531B4-D843-EDC5-D030-719E77FDBF4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26115" y="649127"/>
                  <a:ext cx="1198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7095360F-931C-1F1D-5A30-D40C6A2A65A1}"/>
                    </a:ext>
                  </a:extLst>
                </p14:cNvPr>
                <p14:cNvContentPartPr/>
                <p14:nvPr/>
              </p14:nvContentPartPr>
              <p14:xfrm>
                <a:off x="2403235" y="653087"/>
                <a:ext cx="180720" cy="20160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7095360F-931C-1F1D-5A30-D40C6A2A65A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97115" y="646967"/>
                  <a:ext cx="192960" cy="21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60769BE0-17DA-AE22-483C-E286AAE4E591}"/>
              </a:ext>
            </a:extLst>
          </p:cNvPr>
          <p:cNvGrpSpPr/>
          <p:nvPr/>
        </p:nvGrpSpPr>
        <p:grpSpPr>
          <a:xfrm>
            <a:off x="5555035" y="512687"/>
            <a:ext cx="437760" cy="388080"/>
            <a:chOff x="5555035" y="512687"/>
            <a:chExt cx="437760" cy="38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F84FB9AD-ADDD-6224-D923-7FCB39906C12}"/>
                    </a:ext>
                  </a:extLst>
                </p14:cNvPr>
                <p14:cNvContentPartPr/>
                <p14:nvPr/>
              </p14:nvContentPartPr>
              <p14:xfrm>
                <a:off x="5555035" y="512687"/>
                <a:ext cx="227520" cy="34992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F84FB9AD-ADDD-6224-D923-7FCB39906C1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548915" y="506567"/>
                  <a:ext cx="23976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EDBACE92-C6B3-6EE3-C229-0F2090CEAA69}"/>
                    </a:ext>
                  </a:extLst>
                </p14:cNvPr>
                <p14:cNvContentPartPr/>
                <p14:nvPr/>
              </p14:nvContentPartPr>
              <p14:xfrm>
                <a:off x="5832595" y="685127"/>
                <a:ext cx="160200" cy="21564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EDBACE92-C6B3-6EE3-C229-0F2090CEAA6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826475" y="679007"/>
                  <a:ext cx="172440" cy="22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C99990DC-7C2D-431A-6174-8D271FA3B3CA}"/>
              </a:ext>
            </a:extLst>
          </p:cNvPr>
          <p:cNvGrpSpPr/>
          <p:nvPr/>
        </p:nvGrpSpPr>
        <p:grpSpPr>
          <a:xfrm>
            <a:off x="7870555" y="447527"/>
            <a:ext cx="1108080" cy="616320"/>
            <a:chOff x="7870555" y="447527"/>
            <a:chExt cx="1108080" cy="61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B522488B-2159-E679-952C-8AF6FFF071CA}"/>
                    </a:ext>
                  </a:extLst>
                </p14:cNvPr>
                <p14:cNvContentPartPr/>
                <p14:nvPr/>
              </p14:nvContentPartPr>
              <p14:xfrm>
                <a:off x="7953715" y="505127"/>
                <a:ext cx="52560" cy="40824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B522488B-2159-E679-952C-8AF6FFF071C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47595" y="499007"/>
                  <a:ext cx="6480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D91CF017-16D0-84AC-61F5-D1955EBF2851}"/>
                    </a:ext>
                  </a:extLst>
                </p14:cNvPr>
                <p14:cNvContentPartPr/>
                <p14:nvPr/>
              </p14:nvContentPartPr>
              <p14:xfrm>
                <a:off x="7870555" y="447527"/>
                <a:ext cx="407160" cy="39888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D91CF017-16D0-84AC-61F5-D1955EBF285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864435" y="441407"/>
                  <a:ext cx="41940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6ADEE24E-3573-1827-7D0F-96AC9CF2609D}"/>
                    </a:ext>
                  </a:extLst>
                </p14:cNvPr>
                <p14:cNvContentPartPr/>
                <p14:nvPr/>
              </p14:nvContentPartPr>
              <p14:xfrm>
                <a:off x="8310835" y="683327"/>
                <a:ext cx="168840" cy="16848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6ADEE24E-3573-1827-7D0F-96AC9CF2609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304715" y="677207"/>
                  <a:ext cx="1810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C8C94D52-B2D0-8220-880D-1F33C329BE16}"/>
                    </a:ext>
                  </a:extLst>
                </p14:cNvPr>
                <p14:cNvContentPartPr/>
                <p14:nvPr/>
              </p14:nvContentPartPr>
              <p14:xfrm>
                <a:off x="8547355" y="650207"/>
                <a:ext cx="192600" cy="16956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C8C94D52-B2D0-8220-880D-1F33C329BE1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541235" y="644087"/>
                  <a:ext cx="2048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944985DB-2EA2-E68E-4FC7-2E8D2B8FB135}"/>
                    </a:ext>
                  </a:extLst>
                </p14:cNvPr>
                <p14:cNvContentPartPr/>
                <p14:nvPr/>
              </p14:nvContentPartPr>
              <p14:xfrm>
                <a:off x="8850835" y="658487"/>
                <a:ext cx="127800" cy="12708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944985DB-2EA2-E68E-4FC7-2E8D2B8FB13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844715" y="652367"/>
                  <a:ext cx="1400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A5C6221A-D183-9AF8-C30E-55CED84DD939}"/>
                    </a:ext>
                  </a:extLst>
                </p14:cNvPr>
                <p14:cNvContentPartPr/>
                <p14:nvPr/>
              </p14:nvContentPartPr>
              <p14:xfrm>
                <a:off x="8769835" y="649847"/>
                <a:ext cx="72360" cy="41400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A5C6221A-D183-9AF8-C30E-55CED84DD93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63715" y="643727"/>
                  <a:ext cx="84600" cy="42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95111667-1E3C-A9C9-2137-42D812D50CC3}"/>
              </a:ext>
            </a:extLst>
          </p:cNvPr>
          <p:cNvGrpSpPr/>
          <p:nvPr/>
        </p:nvGrpSpPr>
        <p:grpSpPr>
          <a:xfrm>
            <a:off x="1153315" y="1170767"/>
            <a:ext cx="951480" cy="340200"/>
            <a:chOff x="1153315" y="1170767"/>
            <a:chExt cx="951480" cy="34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0667D126-A69B-4C2A-F3E4-EEBDB2A11720}"/>
                    </a:ext>
                  </a:extLst>
                </p14:cNvPr>
                <p14:cNvContentPartPr/>
                <p14:nvPr/>
              </p14:nvContentPartPr>
              <p14:xfrm>
                <a:off x="1153315" y="1228727"/>
                <a:ext cx="236520" cy="25920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0667D126-A69B-4C2A-F3E4-EEBDB2A1172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47195" y="1222607"/>
                  <a:ext cx="2487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EE43F16D-59EE-4ECC-10FF-037EB6BE868E}"/>
                    </a:ext>
                  </a:extLst>
                </p14:cNvPr>
                <p14:cNvContentPartPr/>
                <p14:nvPr/>
              </p14:nvContentPartPr>
              <p14:xfrm>
                <a:off x="1464715" y="1348247"/>
                <a:ext cx="76320" cy="14976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EE43F16D-59EE-4ECC-10FF-037EB6BE868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458595" y="1342127"/>
                  <a:ext cx="88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11A0A4AE-2973-F186-0DB4-2F4C19A0E437}"/>
                    </a:ext>
                  </a:extLst>
                </p14:cNvPr>
                <p14:cNvContentPartPr/>
                <p14:nvPr/>
              </p14:nvContentPartPr>
              <p14:xfrm>
                <a:off x="1432315" y="1248887"/>
                <a:ext cx="9720" cy="24768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11A0A4AE-2973-F186-0DB4-2F4C19A0E43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426195" y="1242767"/>
                  <a:ext cx="219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DF0262ED-4CA7-9043-4896-A9EAD9538443}"/>
                    </a:ext>
                  </a:extLst>
                </p14:cNvPr>
                <p14:cNvContentPartPr/>
                <p14:nvPr/>
              </p14:nvContentPartPr>
              <p14:xfrm>
                <a:off x="1575595" y="1170767"/>
                <a:ext cx="79200" cy="34020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DF0262ED-4CA7-9043-4896-A9EAD953844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69475" y="1164647"/>
                  <a:ext cx="9144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B9E7FA46-7C78-9FE3-C228-CCD7A735FA87}"/>
                    </a:ext>
                  </a:extLst>
                </p14:cNvPr>
                <p14:cNvContentPartPr/>
                <p14:nvPr/>
              </p14:nvContentPartPr>
              <p14:xfrm>
                <a:off x="1694035" y="1323407"/>
                <a:ext cx="106560" cy="15732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B9E7FA46-7C78-9FE3-C228-CCD7A735FA8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87915" y="1317287"/>
                  <a:ext cx="1188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2AC665E2-3699-2294-5F1E-231034C68C59}"/>
                    </a:ext>
                  </a:extLst>
                </p14:cNvPr>
                <p14:cNvContentPartPr/>
                <p14:nvPr/>
              </p14:nvContentPartPr>
              <p14:xfrm>
                <a:off x="1884115" y="1273367"/>
                <a:ext cx="20520" cy="21168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2AC665E2-3699-2294-5F1E-231034C68C5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877995" y="1267247"/>
                  <a:ext cx="327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77DEDF6A-87F8-73BB-16D7-9D48A0666C90}"/>
                    </a:ext>
                  </a:extLst>
                </p14:cNvPr>
                <p14:cNvContentPartPr/>
                <p14:nvPr/>
              </p14:nvContentPartPr>
              <p14:xfrm>
                <a:off x="1846315" y="1318367"/>
                <a:ext cx="141840" cy="2232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77DEDF6A-87F8-73BB-16D7-9D48A0666C9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840195" y="1312247"/>
                  <a:ext cx="1540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E96DA26D-EA42-4268-8CC1-A42E6A71D63C}"/>
                    </a:ext>
                  </a:extLst>
                </p14:cNvPr>
                <p14:cNvContentPartPr/>
                <p14:nvPr/>
              </p14:nvContentPartPr>
              <p14:xfrm>
                <a:off x="1973035" y="1339247"/>
                <a:ext cx="131760" cy="16164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E96DA26D-EA42-4268-8CC1-A42E6A71D63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966915" y="1333127"/>
                  <a:ext cx="14400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upo 64">
            <a:extLst>
              <a:ext uri="{FF2B5EF4-FFF2-40B4-BE49-F238E27FC236}">
                <a16:creationId xmlns:a16="http://schemas.microsoft.com/office/drawing/2014/main" id="{C2D6CA87-E722-70E5-E4E3-2413200D1984}"/>
              </a:ext>
            </a:extLst>
          </p:cNvPr>
          <p:cNvGrpSpPr/>
          <p:nvPr/>
        </p:nvGrpSpPr>
        <p:grpSpPr>
          <a:xfrm>
            <a:off x="809155" y="1622207"/>
            <a:ext cx="1963080" cy="791280"/>
            <a:chOff x="809155" y="1622207"/>
            <a:chExt cx="1963080" cy="79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EEB3D4D0-BB06-070D-CE62-18B8F31FBD6A}"/>
                    </a:ext>
                  </a:extLst>
                </p14:cNvPr>
                <p14:cNvContentPartPr/>
                <p14:nvPr/>
              </p14:nvContentPartPr>
              <p14:xfrm>
                <a:off x="1479115" y="1622207"/>
                <a:ext cx="27360" cy="29988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EEB3D4D0-BB06-070D-CE62-18B8F31FBD6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72995" y="1616087"/>
                  <a:ext cx="396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73354AD4-639E-C1B9-8BAC-970E6FCA4431}"/>
                    </a:ext>
                  </a:extLst>
                </p14:cNvPr>
                <p14:cNvContentPartPr/>
                <p14:nvPr/>
              </p14:nvContentPartPr>
              <p14:xfrm>
                <a:off x="1326115" y="1814447"/>
                <a:ext cx="244800" cy="23148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73354AD4-639E-C1B9-8BAC-970E6FCA443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319995" y="1808327"/>
                  <a:ext cx="2570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CBA6011B-4889-5855-0A55-3C0026072EDA}"/>
                    </a:ext>
                  </a:extLst>
                </p14:cNvPr>
                <p14:cNvContentPartPr/>
                <p14:nvPr/>
              </p14:nvContentPartPr>
              <p14:xfrm>
                <a:off x="809155" y="2156447"/>
                <a:ext cx="193320" cy="20592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CBA6011B-4889-5855-0A55-3C0026072ED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03035" y="2150327"/>
                  <a:ext cx="2055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D150B757-3BD8-666E-BAC1-321E9872AF8B}"/>
                    </a:ext>
                  </a:extLst>
                </p14:cNvPr>
                <p14:cNvContentPartPr/>
                <p14:nvPr/>
              </p14:nvContentPartPr>
              <p14:xfrm>
                <a:off x="1029835" y="2240327"/>
                <a:ext cx="129960" cy="16632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D150B757-3BD8-666E-BAC1-321E9872AF8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23715" y="2234207"/>
                  <a:ext cx="1422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4C330D80-D5BD-2075-5DCD-C17AF560E9BE}"/>
                    </a:ext>
                  </a:extLst>
                </p14:cNvPr>
                <p14:cNvContentPartPr/>
                <p14:nvPr/>
              </p14:nvContentPartPr>
              <p14:xfrm>
                <a:off x="1213435" y="2226647"/>
                <a:ext cx="9000" cy="14220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4C330D80-D5BD-2075-5DCD-C17AF560E9B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207315" y="2220527"/>
                  <a:ext cx="212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08E62274-E992-2E99-08B7-5CECE4FB2B6C}"/>
                    </a:ext>
                  </a:extLst>
                </p14:cNvPr>
                <p14:cNvContentPartPr/>
                <p14:nvPr/>
              </p14:nvContentPartPr>
              <p14:xfrm>
                <a:off x="1231435" y="2276327"/>
                <a:ext cx="87120" cy="504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08E62274-E992-2E99-08B7-5CECE4FB2B6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225315" y="2270207"/>
                  <a:ext cx="9936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4388FDC5-0238-AC7B-D73C-FB48D448CD13}"/>
                    </a:ext>
                  </a:extLst>
                </p14:cNvPr>
                <p14:cNvContentPartPr/>
                <p14:nvPr/>
              </p14:nvContentPartPr>
              <p14:xfrm>
                <a:off x="1327915" y="2250767"/>
                <a:ext cx="105120" cy="12852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4388FDC5-0238-AC7B-D73C-FB48D448CD1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321795" y="2244647"/>
                  <a:ext cx="1173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26E7D7A4-50E9-4998-60F2-D1CAB366AB80}"/>
                    </a:ext>
                  </a:extLst>
                </p14:cNvPr>
                <p14:cNvContentPartPr/>
                <p14:nvPr/>
              </p14:nvContentPartPr>
              <p14:xfrm>
                <a:off x="1467955" y="2238167"/>
                <a:ext cx="113400" cy="12240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26E7D7A4-50E9-4998-60F2-D1CAB366AB8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461835" y="2232047"/>
                  <a:ext cx="1256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133A78FC-9DA5-CCF6-6679-D46FF0F9C84C}"/>
                    </a:ext>
                  </a:extLst>
                </p14:cNvPr>
                <p14:cNvContentPartPr/>
                <p14:nvPr/>
              </p14:nvContentPartPr>
              <p14:xfrm>
                <a:off x="1646515" y="2129807"/>
                <a:ext cx="39600" cy="23472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133A78FC-9DA5-CCF6-6679-D46FF0F9C84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640395" y="2123687"/>
                  <a:ext cx="518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E2D269D5-AAA1-5340-8027-85E1BF9A53D7}"/>
                    </a:ext>
                  </a:extLst>
                </p14:cNvPr>
                <p14:cNvContentPartPr/>
                <p14:nvPr/>
              </p14:nvContentPartPr>
              <p14:xfrm>
                <a:off x="1619515" y="2245727"/>
                <a:ext cx="169560" cy="1692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E2D269D5-AAA1-5340-8027-85E1BF9A53D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613395" y="2239607"/>
                  <a:ext cx="1818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A1D95C22-9ED6-01B0-2E92-3B90136299F1}"/>
                    </a:ext>
                  </a:extLst>
                </p14:cNvPr>
                <p14:cNvContentPartPr/>
                <p14:nvPr/>
              </p14:nvContentPartPr>
              <p14:xfrm>
                <a:off x="1776115" y="2237807"/>
                <a:ext cx="87480" cy="11628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A1D95C22-9ED6-01B0-2E92-3B90136299F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769995" y="2231687"/>
                  <a:ext cx="997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B6DA7B5E-423A-C6C3-6616-9674EE53BB87}"/>
                    </a:ext>
                  </a:extLst>
                </p14:cNvPr>
                <p14:cNvContentPartPr/>
                <p14:nvPr/>
              </p14:nvContentPartPr>
              <p14:xfrm>
                <a:off x="1937395" y="2218367"/>
                <a:ext cx="29160" cy="13968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B6DA7B5E-423A-C6C3-6616-9674EE53BB8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931275" y="2212247"/>
                  <a:ext cx="414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D1CA59F0-3E9E-1571-6149-0202FEC38697}"/>
                    </a:ext>
                  </a:extLst>
                </p14:cNvPr>
                <p14:cNvContentPartPr/>
                <p14:nvPr/>
              </p14:nvContentPartPr>
              <p14:xfrm>
                <a:off x="1949995" y="2270207"/>
                <a:ext cx="93240" cy="1260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D1CA59F0-3E9E-1571-6149-0202FEC3869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943875" y="2264087"/>
                  <a:ext cx="1054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F0FA3D40-80F1-F4A3-8801-AC385A7704FC}"/>
                    </a:ext>
                  </a:extLst>
                </p14:cNvPr>
                <p14:cNvContentPartPr/>
                <p14:nvPr/>
              </p14:nvContentPartPr>
              <p14:xfrm>
                <a:off x="2074915" y="2174447"/>
                <a:ext cx="13320" cy="15804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F0FA3D40-80F1-F4A3-8801-AC385A7704F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068795" y="2168327"/>
                  <a:ext cx="255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6DF1381D-4AD9-B8FF-E052-4CE25B9191BC}"/>
                    </a:ext>
                  </a:extLst>
                </p14:cNvPr>
                <p14:cNvContentPartPr/>
                <p14:nvPr/>
              </p14:nvContentPartPr>
              <p14:xfrm>
                <a:off x="2099035" y="2248247"/>
                <a:ext cx="131040" cy="11016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6DF1381D-4AD9-B8FF-E052-4CE25B9191B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92915" y="2242127"/>
                  <a:ext cx="1432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8C6A79A1-5075-801F-BE23-E2F61A96601F}"/>
                    </a:ext>
                  </a:extLst>
                </p14:cNvPr>
                <p14:cNvContentPartPr/>
                <p14:nvPr/>
              </p14:nvContentPartPr>
              <p14:xfrm>
                <a:off x="2255995" y="2106767"/>
                <a:ext cx="27360" cy="20844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8C6A79A1-5075-801F-BE23-E2F61A96601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249875" y="2100647"/>
                  <a:ext cx="396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533A9FA4-8D3E-62AF-C0C3-4E07508D8B0B}"/>
                    </a:ext>
                  </a:extLst>
                </p14:cNvPr>
                <p14:cNvContentPartPr/>
                <p14:nvPr/>
              </p14:nvContentPartPr>
              <p14:xfrm>
                <a:off x="2207755" y="2211167"/>
                <a:ext cx="151920" cy="2232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533A9FA4-8D3E-62AF-C0C3-4E07508D8B0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201635" y="2205047"/>
                  <a:ext cx="1641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497473CA-2157-AD62-E922-EA91E95BD157}"/>
                    </a:ext>
                  </a:extLst>
                </p14:cNvPr>
                <p14:cNvContentPartPr/>
                <p14:nvPr/>
              </p14:nvContentPartPr>
              <p14:xfrm>
                <a:off x="2407195" y="2151767"/>
                <a:ext cx="23400" cy="13392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497473CA-2157-AD62-E922-EA91E95BD15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401075" y="2145647"/>
                  <a:ext cx="356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E0A215FD-BEE1-4F2B-1B3D-5F5C2E7AE5AB}"/>
                    </a:ext>
                  </a:extLst>
                </p14:cNvPr>
                <p14:cNvContentPartPr/>
                <p14:nvPr/>
              </p14:nvContentPartPr>
              <p14:xfrm>
                <a:off x="2443555" y="2216927"/>
                <a:ext cx="120240" cy="11052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E0A215FD-BEE1-4F2B-1B3D-5F5C2E7AE5A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437435" y="2210807"/>
                  <a:ext cx="1324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FE760801-5279-A6DF-5C5F-EDBB4CF14D6B}"/>
                    </a:ext>
                  </a:extLst>
                </p14:cNvPr>
                <p14:cNvContentPartPr/>
                <p14:nvPr/>
              </p14:nvContentPartPr>
              <p14:xfrm>
                <a:off x="2580355" y="2236367"/>
                <a:ext cx="99000" cy="10044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FE760801-5279-A6DF-5C5F-EDBB4CF14D6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574235" y="2230247"/>
                  <a:ext cx="1112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0C0F5626-E055-666C-3B1E-33AC18E6D502}"/>
                    </a:ext>
                  </a:extLst>
                </p14:cNvPr>
                <p14:cNvContentPartPr/>
                <p14:nvPr/>
              </p14:nvContentPartPr>
              <p14:xfrm>
                <a:off x="2650555" y="2264447"/>
                <a:ext cx="121680" cy="14904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0C0F5626-E055-666C-3B1E-33AC18E6D50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644435" y="2258327"/>
                  <a:ext cx="133920" cy="16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upo 63">
            <a:extLst>
              <a:ext uri="{FF2B5EF4-FFF2-40B4-BE49-F238E27FC236}">
                <a16:creationId xmlns:a16="http://schemas.microsoft.com/office/drawing/2014/main" id="{B75C4309-46F6-4897-5E50-927F78A8E709}"/>
              </a:ext>
            </a:extLst>
          </p:cNvPr>
          <p:cNvGrpSpPr/>
          <p:nvPr/>
        </p:nvGrpSpPr>
        <p:grpSpPr>
          <a:xfrm>
            <a:off x="1384795" y="2526167"/>
            <a:ext cx="190080" cy="524160"/>
            <a:chOff x="1384795" y="2526167"/>
            <a:chExt cx="190080" cy="52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0C529A11-7C9A-414F-6B09-ED5F2E6B002B}"/>
                    </a:ext>
                  </a:extLst>
                </p14:cNvPr>
                <p14:cNvContentPartPr/>
                <p14:nvPr/>
              </p14:nvContentPartPr>
              <p14:xfrm>
                <a:off x="1485955" y="2526167"/>
                <a:ext cx="21240" cy="40284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0C529A11-7C9A-414F-6B09-ED5F2E6B002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479835" y="2520047"/>
                  <a:ext cx="3348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6492D0EC-C208-A961-966D-A188A7D826FD}"/>
                    </a:ext>
                  </a:extLst>
                </p14:cNvPr>
                <p14:cNvContentPartPr/>
                <p14:nvPr/>
              </p14:nvContentPartPr>
              <p14:xfrm>
                <a:off x="1384795" y="2851607"/>
                <a:ext cx="190080" cy="19872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6492D0EC-C208-A961-966D-A188A7D826F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378675" y="2845487"/>
                  <a:ext cx="20232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A75F7F98-6D8E-579D-C28C-0B7F0D300377}"/>
              </a:ext>
            </a:extLst>
          </p:cNvPr>
          <p:cNvGrpSpPr/>
          <p:nvPr/>
        </p:nvGrpSpPr>
        <p:grpSpPr>
          <a:xfrm>
            <a:off x="1097515" y="3222767"/>
            <a:ext cx="819360" cy="334800"/>
            <a:chOff x="1097515" y="3222767"/>
            <a:chExt cx="819360" cy="3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45C863EA-8D97-B231-A5D4-51E82BB70B77}"/>
                    </a:ext>
                  </a:extLst>
                </p14:cNvPr>
                <p14:cNvContentPartPr/>
                <p14:nvPr/>
              </p14:nvContentPartPr>
              <p14:xfrm>
                <a:off x="1097515" y="3244367"/>
                <a:ext cx="181080" cy="30852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45C863EA-8D97-B231-A5D4-51E82BB70B7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91395" y="3238247"/>
                  <a:ext cx="1933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971FC346-AAA9-9E0B-3A54-BB0C7665458D}"/>
                    </a:ext>
                  </a:extLst>
                </p14:cNvPr>
                <p14:cNvContentPartPr/>
                <p14:nvPr/>
              </p14:nvContentPartPr>
              <p14:xfrm>
                <a:off x="1314955" y="3381167"/>
                <a:ext cx="93600" cy="17208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971FC346-AAA9-9E0B-3A54-BB0C7665458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308835" y="3375047"/>
                  <a:ext cx="1058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1779E00E-4C52-DBA6-F51F-7D63BAB78384}"/>
                    </a:ext>
                  </a:extLst>
                </p14:cNvPr>
                <p14:cNvContentPartPr/>
                <p14:nvPr/>
              </p14:nvContentPartPr>
              <p14:xfrm>
                <a:off x="1451035" y="3222767"/>
                <a:ext cx="146520" cy="32760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1779E00E-4C52-DBA6-F51F-7D63BAB7838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444915" y="3216647"/>
                  <a:ext cx="15876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4E967437-6C2D-6040-4B93-641BEBF0E200}"/>
                    </a:ext>
                  </a:extLst>
                </p14:cNvPr>
                <p14:cNvContentPartPr/>
                <p14:nvPr/>
              </p14:nvContentPartPr>
              <p14:xfrm>
                <a:off x="1605835" y="3406007"/>
                <a:ext cx="63360" cy="11952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4E967437-6C2D-6040-4B93-641BEBF0E20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599715" y="3399887"/>
                  <a:ext cx="756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90188707-E8C4-AC1B-EB17-4074438A3A2E}"/>
                    </a:ext>
                  </a:extLst>
                </p14:cNvPr>
                <p14:cNvContentPartPr/>
                <p14:nvPr/>
              </p14:nvContentPartPr>
              <p14:xfrm>
                <a:off x="1712395" y="3241127"/>
                <a:ext cx="7560" cy="30456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90188707-E8C4-AC1B-EB17-4074438A3A2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706275" y="3235007"/>
                  <a:ext cx="198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BD1575D7-70CE-556E-61D4-E0C40C12CE3A}"/>
                    </a:ext>
                  </a:extLst>
                </p14:cNvPr>
                <p14:cNvContentPartPr/>
                <p14:nvPr/>
              </p14:nvContentPartPr>
              <p14:xfrm>
                <a:off x="1757035" y="3430127"/>
                <a:ext cx="159840" cy="12744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BD1575D7-70CE-556E-61D4-E0C40C12CE3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750915" y="3424007"/>
                  <a:ext cx="172080" cy="1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upo 82">
            <a:extLst>
              <a:ext uri="{FF2B5EF4-FFF2-40B4-BE49-F238E27FC236}">
                <a16:creationId xmlns:a16="http://schemas.microsoft.com/office/drawing/2014/main" id="{FD91759B-3B47-A4A9-CD01-95176D73063A}"/>
              </a:ext>
            </a:extLst>
          </p:cNvPr>
          <p:cNvGrpSpPr/>
          <p:nvPr/>
        </p:nvGrpSpPr>
        <p:grpSpPr>
          <a:xfrm>
            <a:off x="9310555" y="1060607"/>
            <a:ext cx="1044000" cy="1369080"/>
            <a:chOff x="9310555" y="1060607"/>
            <a:chExt cx="1044000" cy="136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3073C750-CA4B-C8DA-3063-600FF86F10B5}"/>
                    </a:ext>
                  </a:extLst>
                </p14:cNvPr>
                <p14:cNvContentPartPr/>
                <p14:nvPr/>
              </p14:nvContentPartPr>
              <p14:xfrm>
                <a:off x="9310555" y="1127567"/>
                <a:ext cx="278280" cy="25164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3073C750-CA4B-C8DA-3063-600FF86F10B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304435" y="1121447"/>
                  <a:ext cx="2905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46E269F7-51D6-8D41-5024-46FCF82CCB80}"/>
                    </a:ext>
                  </a:extLst>
                </p14:cNvPr>
                <p14:cNvContentPartPr/>
                <p14:nvPr/>
              </p14:nvContentPartPr>
              <p14:xfrm>
                <a:off x="9651475" y="1260767"/>
                <a:ext cx="96480" cy="10296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46E269F7-51D6-8D41-5024-46FCF82CCB8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645355" y="1254647"/>
                  <a:ext cx="1087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96A2AEB6-0AE8-F2A5-92E6-4F7E5A17F0B9}"/>
                    </a:ext>
                  </a:extLst>
                </p14:cNvPr>
                <p14:cNvContentPartPr/>
                <p14:nvPr/>
              </p14:nvContentPartPr>
              <p14:xfrm>
                <a:off x="9644635" y="1060607"/>
                <a:ext cx="21600" cy="30564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96A2AEB6-0AE8-F2A5-92E6-4F7E5A17F0B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638515" y="1054487"/>
                  <a:ext cx="338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17A81548-792A-7F1B-F691-D4605F563C36}"/>
                    </a:ext>
                  </a:extLst>
                </p14:cNvPr>
                <p14:cNvContentPartPr/>
                <p14:nvPr/>
              </p14:nvContentPartPr>
              <p14:xfrm>
                <a:off x="9823915" y="1086887"/>
                <a:ext cx="76320" cy="29448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17A81548-792A-7F1B-F691-D4605F563C3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817795" y="1080767"/>
                  <a:ext cx="8856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86AF6703-B237-E24E-E1C6-524179377B66}"/>
                    </a:ext>
                  </a:extLst>
                </p14:cNvPr>
                <p14:cNvContentPartPr/>
                <p14:nvPr/>
              </p14:nvContentPartPr>
              <p14:xfrm>
                <a:off x="9944515" y="1259687"/>
                <a:ext cx="101160" cy="12060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86AF6703-B237-E24E-E1C6-524179377B6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938395" y="1253567"/>
                  <a:ext cx="1134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3515C98B-4895-0E10-AE01-287FB2BC6649}"/>
                    </a:ext>
                  </a:extLst>
                </p14:cNvPr>
                <p14:cNvContentPartPr/>
                <p14:nvPr/>
              </p14:nvContentPartPr>
              <p14:xfrm>
                <a:off x="10133875" y="1159607"/>
                <a:ext cx="30600" cy="23292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3515C98B-4895-0E10-AE01-287FB2BC664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127755" y="1153487"/>
                  <a:ext cx="428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7C860251-E885-CB91-85A6-407D347393EA}"/>
                    </a:ext>
                  </a:extLst>
                </p14:cNvPr>
                <p14:cNvContentPartPr/>
                <p14:nvPr/>
              </p14:nvContentPartPr>
              <p14:xfrm>
                <a:off x="10083115" y="1258967"/>
                <a:ext cx="145800" cy="1044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7C860251-E885-CB91-85A6-407D347393E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076995" y="1252847"/>
                  <a:ext cx="1580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704EBD8B-1667-41B0-4C95-9024DE994030}"/>
                    </a:ext>
                  </a:extLst>
                </p14:cNvPr>
                <p14:cNvContentPartPr/>
                <p14:nvPr/>
              </p14:nvContentPartPr>
              <p14:xfrm>
                <a:off x="10243675" y="1254647"/>
                <a:ext cx="110880" cy="12960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704EBD8B-1667-41B0-4C95-9024DE99403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237555" y="1248527"/>
                  <a:ext cx="1231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6D64C45A-7397-E817-7E03-0EE94DF86105}"/>
                    </a:ext>
                  </a:extLst>
                </p14:cNvPr>
                <p14:cNvContentPartPr/>
                <p14:nvPr/>
              </p14:nvContentPartPr>
              <p14:xfrm>
                <a:off x="9788275" y="1497647"/>
                <a:ext cx="14400" cy="78948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6D64C45A-7397-E817-7E03-0EE94DF8610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782155" y="1491527"/>
                  <a:ext cx="26640" cy="80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E0AAE9FF-8A2B-CB48-36E6-F9ED4D9925E5}"/>
                    </a:ext>
                  </a:extLst>
                </p14:cNvPr>
                <p14:cNvContentPartPr/>
                <p14:nvPr/>
              </p14:nvContentPartPr>
              <p14:xfrm>
                <a:off x="9587035" y="2179847"/>
                <a:ext cx="303480" cy="24984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E0AAE9FF-8A2B-CB48-36E6-F9ED4D9925E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580915" y="2173727"/>
                  <a:ext cx="315720" cy="26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5042EA84-E9B6-ACF2-294D-DCA144EDF732}"/>
              </a:ext>
            </a:extLst>
          </p:cNvPr>
          <p:cNvGrpSpPr/>
          <p:nvPr/>
        </p:nvGrpSpPr>
        <p:grpSpPr>
          <a:xfrm>
            <a:off x="9189595" y="2578727"/>
            <a:ext cx="918360" cy="347400"/>
            <a:chOff x="9189595" y="2578727"/>
            <a:chExt cx="918360" cy="34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D4C8EEA1-9ADC-A0C6-14E5-F65FBB271CFD}"/>
                    </a:ext>
                  </a:extLst>
                </p14:cNvPr>
                <p14:cNvContentPartPr/>
                <p14:nvPr/>
              </p14:nvContentPartPr>
              <p14:xfrm>
                <a:off x="9189595" y="2578727"/>
                <a:ext cx="210240" cy="34740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D4C8EEA1-9ADC-A0C6-14E5-F65FBB271CF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183475" y="2572607"/>
                  <a:ext cx="22248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811E887A-1F20-9690-32B2-559C7DF19FD9}"/>
                    </a:ext>
                  </a:extLst>
                </p14:cNvPr>
                <p14:cNvContentPartPr/>
                <p14:nvPr/>
              </p14:nvContentPartPr>
              <p14:xfrm>
                <a:off x="9444475" y="2781767"/>
                <a:ext cx="121320" cy="13644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811E887A-1F20-9690-32B2-559C7DF19FD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438355" y="2775647"/>
                  <a:ext cx="1335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52C9E77D-BDC3-D1A9-E9A5-83D9C158079B}"/>
                    </a:ext>
                  </a:extLst>
                </p14:cNvPr>
                <p14:cNvContentPartPr/>
                <p14:nvPr/>
              </p14:nvContentPartPr>
              <p14:xfrm>
                <a:off x="9576595" y="2609687"/>
                <a:ext cx="141120" cy="30060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52C9E77D-BDC3-D1A9-E9A5-83D9C158079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570475" y="2603567"/>
                  <a:ext cx="1533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3C10D653-C469-BADE-FF4E-F78B7DC2CAEB}"/>
                    </a:ext>
                  </a:extLst>
                </p14:cNvPr>
                <p14:cNvContentPartPr/>
                <p14:nvPr/>
              </p14:nvContentPartPr>
              <p14:xfrm>
                <a:off x="9743275" y="2734967"/>
                <a:ext cx="105120" cy="14652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3C10D653-C469-BADE-FF4E-F78B7DC2CAE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737155" y="2728847"/>
                  <a:ext cx="1173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2BB30071-5193-C639-745C-982C65BBF5CF}"/>
                    </a:ext>
                  </a:extLst>
                </p14:cNvPr>
                <p14:cNvContentPartPr/>
                <p14:nvPr/>
              </p14:nvContentPartPr>
              <p14:xfrm>
                <a:off x="9901675" y="2643527"/>
                <a:ext cx="20160" cy="24228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2BB30071-5193-C639-745C-982C65BBF5C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895555" y="2637407"/>
                  <a:ext cx="324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279E8969-BF40-865E-0D28-21B202E26F5E}"/>
                    </a:ext>
                  </a:extLst>
                </p14:cNvPr>
                <p14:cNvContentPartPr/>
                <p14:nvPr/>
              </p14:nvContentPartPr>
              <p14:xfrm>
                <a:off x="9976915" y="2748647"/>
                <a:ext cx="131040" cy="12492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279E8969-BF40-865E-0D28-21B202E26F5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970795" y="2742527"/>
                  <a:ext cx="14328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upo 115">
            <a:extLst>
              <a:ext uri="{FF2B5EF4-FFF2-40B4-BE49-F238E27FC236}">
                <a16:creationId xmlns:a16="http://schemas.microsoft.com/office/drawing/2014/main" id="{EF5D7F2D-3A90-632C-619B-1CC9755857FC}"/>
              </a:ext>
            </a:extLst>
          </p:cNvPr>
          <p:cNvGrpSpPr/>
          <p:nvPr/>
        </p:nvGrpSpPr>
        <p:grpSpPr>
          <a:xfrm>
            <a:off x="3098395" y="1093367"/>
            <a:ext cx="1208520" cy="2489760"/>
            <a:chOff x="3098395" y="1093367"/>
            <a:chExt cx="1208520" cy="248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95EA4887-85FE-1C50-7D25-C287CC8F7779}"/>
                    </a:ext>
                  </a:extLst>
                </p14:cNvPr>
                <p14:cNvContentPartPr/>
                <p14:nvPr/>
              </p14:nvContentPartPr>
              <p14:xfrm>
                <a:off x="3150595" y="1214327"/>
                <a:ext cx="23760" cy="22284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95EA4887-85FE-1C50-7D25-C287CC8F777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144475" y="1208207"/>
                  <a:ext cx="360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26D3F616-293E-8F1F-AFFF-4EECD9F1447C}"/>
                    </a:ext>
                  </a:extLst>
                </p14:cNvPr>
                <p14:cNvContentPartPr/>
                <p14:nvPr/>
              </p14:nvContentPartPr>
              <p14:xfrm>
                <a:off x="3098395" y="1144847"/>
                <a:ext cx="216720" cy="26496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26D3F616-293E-8F1F-AFFF-4EECD9F1447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092275" y="1138727"/>
                  <a:ext cx="2289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411674E9-B866-1CA5-B939-7B0BFE7010B9}"/>
                    </a:ext>
                  </a:extLst>
                </p14:cNvPr>
                <p14:cNvContentPartPr/>
                <p14:nvPr/>
              </p14:nvContentPartPr>
              <p14:xfrm>
                <a:off x="3334195" y="1308287"/>
                <a:ext cx="98640" cy="15336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411674E9-B866-1CA5-B939-7B0BFE7010B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328075" y="1302167"/>
                  <a:ext cx="1108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FF6DFDE0-446E-D2DD-6998-4C86677B63C1}"/>
                    </a:ext>
                  </a:extLst>
                </p14:cNvPr>
                <p14:cNvContentPartPr/>
                <p14:nvPr/>
              </p14:nvContentPartPr>
              <p14:xfrm>
                <a:off x="3480355" y="1283447"/>
                <a:ext cx="139680" cy="18576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FF6DFDE0-446E-D2DD-6998-4C86677B63C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474235" y="1277327"/>
                  <a:ext cx="1519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A5DC555A-EF94-A54C-5064-45EAF497FBA9}"/>
                    </a:ext>
                  </a:extLst>
                </p14:cNvPr>
                <p14:cNvContentPartPr/>
                <p14:nvPr/>
              </p14:nvContentPartPr>
              <p14:xfrm>
                <a:off x="3779515" y="1093367"/>
                <a:ext cx="114480" cy="34380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A5DC555A-EF94-A54C-5064-45EAF497FBA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773395" y="1087247"/>
                  <a:ext cx="1267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4C075CD9-538F-EC43-A2A7-BFC3819C8DE3}"/>
                    </a:ext>
                  </a:extLst>
                </p14:cNvPr>
                <p14:cNvContentPartPr/>
                <p14:nvPr/>
              </p14:nvContentPartPr>
              <p14:xfrm>
                <a:off x="3940795" y="1265087"/>
                <a:ext cx="99360" cy="17712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4C075CD9-538F-EC43-A2A7-BFC3819C8DE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934675" y="1258967"/>
                  <a:ext cx="1116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52B9543A-1E6A-829E-11EB-A5F22237073D}"/>
                    </a:ext>
                  </a:extLst>
                </p14:cNvPr>
                <p14:cNvContentPartPr/>
                <p14:nvPr/>
              </p14:nvContentPartPr>
              <p14:xfrm>
                <a:off x="4083715" y="1128647"/>
                <a:ext cx="87840" cy="23832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52B9543A-1E6A-829E-11EB-A5F22237073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077595" y="1122527"/>
                  <a:ext cx="1000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DB3E7BA2-3E9A-0247-194B-89B707184500}"/>
                    </a:ext>
                  </a:extLst>
                </p14:cNvPr>
                <p14:cNvContentPartPr/>
                <p14:nvPr/>
              </p14:nvContentPartPr>
              <p14:xfrm>
                <a:off x="4079755" y="1299287"/>
                <a:ext cx="72000" cy="900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DB3E7BA2-3E9A-0247-194B-89B70718450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073635" y="1293167"/>
                  <a:ext cx="842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B726F99C-39F0-03AD-62C3-3B57DDE1BE22}"/>
                    </a:ext>
                  </a:extLst>
                </p14:cNvPr>
                <p14:cNvContentPartPr/>
                <p14:nvPr/>
              </p14:nvContentPartPr>
              <p14:xfrm>
                <a:off x="4206115" y="1280207"/>
                <a:ext cx="100800" cy="13140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B726F99C-39F0-03AD-62C3-3B57DDE1BE2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199995" y="1274087"/>
                  <a:ext cx="1130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2F4374AE-BB42-6584-761D-A128BCFA53B3}"/>
                    </a:ext>
                  </a:extLst>
                </p14:cNvPr>
                <p14:cNvContentPartPr/>
                <p14:nvPr/>
              </p14:nvContentPartPr>
              <p14:xfrm>
                <a:off x="3618235" y="1529327"/>
                <a:ext cx="18720" cy="43164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2F4374AE-BB42-6584-761D-A128BCFA53B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612115" y="1523207"/>
                  <a:ext cx="3096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D7B389A6-7EC4-2B32-ED31-C007C605170F}"/>
                    </a:ext>
                  </a:extLst>
                </p14:cNvPr>
                <p14:cNvContentPartPr/>
                <p14:nvPr/>
              </p14:nvContentPartPr>
              <p14:xfrm>
                <a:off x="3514555" y="1859447"/>
                <a:ext cx="218160" cy="22860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D7B389A6-7EC4-2B32-ED31-C007C605170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508435" y="1853327"/>
                  <a:ext cx="2304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9CB410AC-E82C-8BBE-CD11-E466EF1C8BE7}"/>
                    </a:ext>
                  </a:extLst>
                </p14:cNvPr>
                <p14:cNvContentPartPr/>
                <p14:nvPr/>
              </p14:nvContentPartPr>
              <p14:xfrm>
                <a:off x="3173995" y="2116847"/>
                <a:ext cx="89280" cy="29412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9CB410AC-E82C-8BBE-CD11-E466EF1C8BE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167875" y="2110727"/>
                  <a:ext cx="1015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21137E18-5DD2-404D-80F7-CA7146DE3A28}"/>
                    </a:ext>
                  </a:extLst>
                </p14:cNvPr>
                <p14:cNvContentPartPr/>
                <p14:nvPr/>
              </p14:nvContentPartPr>
              <p14:xfrm>
                <a:off x="3115675" y="2232767"/>
                <a:ext cx="135360" cy="3492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21137E18-5DD2-404D-80F7-CA7146DE3A2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109555" y="2226647"/>
                  <a:ext cx="1476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0FFFC871-510B-A123-1942-278505E03BFD}"/>
                    </a:ext>
                  </a:extLst>
                </p14:cNvPr>
                <p14:cNvContentPartPr/>
                <p14:nvPr/>
              </p14:nvContentPartPr>
              <p14:xfrm>
                <a:off x="3260755" y="2270927"/>
                <a:ext cx="100440" cy="14688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0FFFC871-510B-A123-1942-278505E03BF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254635" y="2264807"/>
                  <a:ext cx="1126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1215D9BB-3539-67BF-8DEE-2143625C2C7C}"/>
                    </a:ext>
                  </a:extLst>
                </p14:cNvPr>
                <p14:cNvContentPartPr/>
                <p14:nvPr/>
              </p14:nvContentPartPr>
              <p14:xfrm>
                <a:off x="3363715" y="2287127"/>
                <a:ext cx="93960" cy="13068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1215D9BB-3539-67BF-8DEE-2143625C2C7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357595" y="2281007"/>
                  <a:ext cx="1062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667F74F5-D4BB-C260-1191-71155A27A7B2}"/>
                    </a:ext>
                  </a:extLst>
                </p14:cNvPr>
                <p14:cNvContentPartPr/>
                <p14:nvPr/>
              </p14:nvContentPartPr>
              <p14:xfrm>
                <a:off x="3546955" y="2183807"/>
                <a:ext cx="23760" cy="20412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667F74F5-D4BB-C260-1191-71155A27A7B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540835" y="2177687"/>
                  <a:ext cx="360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FA939ABC-B717-8967-C735-07008855A6E6}"/>
                    </a:ext>
                  </a:extLst>
                </p14:cNvPr>
                <p14:cNvContentPartPr/>
                <p14:nvPr/>
              </p14:nvContentPartPr>
              <p14:xfrm>
                <a:off x="3502675" y="2309447"/>
                <a:ext cx="135720" cy="2088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FA939ABC-B717-8967-C735-07008855A6E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496555" y="2303327"/>
                  <a:ext cx="147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B0371DD5-8AEE-14D0-89CE-DE625224A8AC}"/>
                    </a:ext>
                  </a:extLst>
                </p14:cNvPr>
                <p14:cNvContentPartPr/>
                <p14:nvPr/>
              </p14:nvContentPartPr>
              <p14:xfrm>
                <a:off x="3647755" y="2278847"/>
                <a:ext cx="72360" cy="13860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B0371DD5-8AEE-14D0-89CE-DE625224A8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641635" y="2272727"/>
                  <a:ext cx="846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575C7988-965F-07D5-D1C8-129424C52EEC}"/>
                    </a:ext>
                  </a:extLst>
                </p14:cNvPr>
                <p14:cNvContentPartPr/>
                <p14:nvPr/>
              </p14:nvContentPartPr>
              <p14:xfrm>
                <a:off x="3775555" y="2277047"/>
                <a:ext cx="92880" cy="14724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575C7988-965F-07D5-D1C8-129424C52EE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769435" y="2270927"/>
                  <a:ext cx="1051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51E02CDB-0D5B-D446-8720-2F06E16A4AA8}"/>
                    </a:ext>
                  </a:extLst>
                </p14:cNvPr>
                <p14:cNvContentPartPr/>
                <p14:nvPr/>
              </p14:nvContentPartPr>
              <p14:xfrm>
                <a:off x="3898675" y="2280647"/>
                <a:ext cx="54720" cy="10260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51E02CDB-0D5B-D446-8720-2F06E16A4AA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892555" y="2274527"/>
                  <a:ext cx="669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6577FA3F-AB04-B764-4323-096CC5B09A0D}"/>
                    </a:ext>
                  </a:extLst>
                </p14:cNvPr>
                <p14:cNvContentPartPr/>
                <p14:nvPr/>
              </p14:nvContentPartPr>
              <p14:xfrm>
                <a:off x="3966355" y="2264807"/>
                <a:ext cx="116280" cy="18108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6577FA3F-AB04-B764-4323-096CC5B09A0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960235" y="2258687"/>
                  <a:ext cx="1285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E7A0F603-6722-63E3-115F-9558A4848045}"/>
                    </a:ext>
                  </a:extLst>
                </p14:cNvPr>
                <p14:cNvContentPartPr/>
                <p14:nvPr/>
              </p14:nvContentPartPr>
              <p14:xfrm>
                <a:off x="3585835" y="2527967"/>
                <a:ext cx="42840" cy="61632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E7A0F603-6722-63E3-115F-9558A484804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579715" y="2521847"/>
                  <a:ext cx="55080" cy="62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EA40E944-34C3-3E8D-6F35-769D701741EE}"/>
                    </a:ext>
                  </a:extLst>
                </p14:cNvPr>
                <p14:cNvContentPartPr/>
                <p14:nvPr/>
              </p14:nvContentPartPr>
              <p14:xfrm>
                <a:off x="3462715" y="2988407"/>
                <a:ext cx="221400" cy="25524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EA40E944-34C3-3E8D-6F35-769D701741E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456595" y="2982287"/>
                  <a:ext cx="2336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A9491E6F-6C1A-A8A2-4695-47D1A7B6DFBA}"/>
                    </a:ext>
                  </a:extLst>
                </p14:cNvPr>
                <p14:cNvContentPartPr/>
                <p14:nvPr/>
              </p14:nvContentPartPr>
              <p14:xfrm>
                <a:off x="3237715" y="3359207"/>
                <a:ext cx="204120" cy="22104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A9491E6F-6C1A-A8A2-4695-47D1A7B6DFB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231595" y="3353087"/>
                  <a:ext cx="2163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08B70111-3155-086F-EF8F-43682C3F61DE}"/>
                    </a:ext>
                  </a:extLst>
                </p14:cNvPr>
                <p14:cNvContentPartPr/>
                <p14:nvPr/>
              </p14:nvContentPartPr>
              <p14:xfrm>
                <a:off x="3446875" y="3445607"/>
                <a:ext cx="86040" cy="13500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08B70111-3155-086F-EF8F-43682C3F61D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440755" y="3439487"/>
                  <a:ext cx="982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8C9A546F-CBAB-9D21-AF53-523B7A39DCCC}"/>
                    </a:ext>
                  </a:extLst>
                </p14:cNvPr>
                <p14:cNvContentPartPr/>
                <p14:nvPr/>
              </p14:nvContentPartPr>
              <p14:xfrm>
                <a:off x="3573595" y="3321047"/>
                <a:ext cx="90720" cy="26208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8C9A546F-CBAB-9D21-AF53-523B7A39DCC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567475" y="3314927"/>
                  <a:ext cx="1029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7577AD22-96FB-FAAD-EB33-87A473E8DE22}"/>
                    </a:ext>
                  </a:extLst>
                </p14:cNvPr>
                <p14:cNvContentPartPr/>
                <p14:nvPr/>
              </p14:nvContentPartPr>
              <p14:xfrm>
                <a:off x="3679075" y="3389807"/>
                <a:ext cx="78480" cy="14220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7577AD22-96FB-FAAD-EB33-87A473E8DE2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672955" y="3383687"/>
                  <a:ext cx="907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40182733-22D0-3FEC-EB47-F1F58DC7E094}"/>
                    </a:ext>
                  </a:extLst>
                </p14:cNvPr>
                <p14:cNvContentPartPr/>
                <p14:nvPr/>
              </p14:nvContentPartPr>
              <p14:xfrm>
                <a:off x="3818755" y="3306287"/>
                <a:ext cx="55800" cy="25056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40182733-22D0-3FEC-EB47-F1F58DC7E09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812635" y="3300167"/>
                  <a:ext cx="6804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upo 128">
            <a:extLst>
              <a:ext uri="{FF2B5EF4-FFF2-40B4-BE49-F238E27FC236}">
                <a16:creationId xmlns:a16="http://schemas.microsoft.com/office/drawing/2014/main" id="{32C06412-2F1D-F0F2-9767-8F061F6A7598}"/>
              </a:ext>
            </a:extLst>
          </p:cNvPr>
          <p:cNvGrpSpPr/>
          <p:nvPr/>
        </p:nvGrpSpPr>
        <p:grpSpPr>
          <a:xfrm>
            <a:off x="7579315" y="1151327"/>
            <a:ext cx="935280" cy="340560"/>
            <a:chOff x="7579315" y="1151327"/>
            <a:chExt cx="935280" cy="34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EF73B2A4-CFC7-C54C-B77B-B92F1A66B083}"/>
                    </a:ext>
                  </a:extLst>
                </p14:cNvPr>
                <p14:cNvContentPartPr/>
                <p14:nvPr/>
              </p14:nvContentPartPr>
              <p14:xfrm>
                <a:off x="7602715" y="1241687"/>
                <a:ext cx="19800" cy="22716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EF73B2A4-CFC7-C54C-B77B-B92F1A66B08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596595" y="1235567"/>
                  <a:ext cx="320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047FB616-405B-E33D-EB8D-116516D00724}"/>
                    </a:ext>
                  </a:extLst>
                </p14:cNvPr>
                <p14:cNvContentPartPr/>
                <p14:nvPr/>
              </p14:nvContentPartPr>
              <p14:xfrm>
                <a:off x="7579315" y="1193087"/>
                <a:ext cx="136800" cy="21132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047FB616-405B-E33D-EB8D-116516D0072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573195" y="1186967"/>
                  <a:ext cx="1490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29BA69A2-14DF-0ABC-8E8D-CA6BD2EA16C4}"/>
                    </a:ext>
                  </a:extLst>
                </p14:cNvPr>
                <p14:cNvContentPartPr/>
                <p14:nvPr/>
              </p14:nvContentPartPr>
              <p14:xfrm>
                <a:off x="7718635" y="1328807"/>
                <a:ext cx="114840" cy="16308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29BA69A2-14DF-0ABC-8E8D-CA6BD2EA16C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712515" y="1322687"/>
                  <a:ext cx="1270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AD9B13BA-8528-F610-A67E-B31644E51E41}"/>
                    </a:ext>
                  </a:extLst>
                </p14:cNvPr>
                <p14:cNvContentPartPr/>
                <p14:nvPr/>
              </p14:nvContentPartPr>
              <p14:xfrm>
                <a:off x="7859395" y="1303607"/>
                <a:ext cx="156960" cy="15012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AD9B13BA-8528-F610-A67E-B31644E51E4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853275" y="1297487"/>
                  <a:ext cx="1692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A1F56D3D-57B5-45AA-4F86-F609FB792D1F}"/>
                    </a:ext>
                  </a:extLst>
                </p14:cNvPr>
                <p14:cNvContentPartPr/>
                <p14:nvPr/>
              </p14:nvContentPartPr>
              <p14:xfrm>
                <a:off x="8118235" y="1151327"/>
                <a:ext cx="90360" cy="30636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A1F56D3D-57B5-45AA-4F86-F609FB792D1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112115" y="1145207"/>
                  <a:ext cx="10260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9C0C6416-1855-9454-4760-BFD437DE0A6B}"/>
                    </a:ext>
                  </a:extLst>
                </p14:cNvPr>
                <p14:cNvContentPartPr/>
                <p14:nvPr/>
              </p14:nvContentPartPr>
              <p14:xfrm>
                <a:off x="8230555" y="1324487"/>
                <a:ext cx="104760" cy="12420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9C0C6416-1855-9454-4760-BFD437DE0A6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224435" y="1318367"/>
                  <a:ext cx="1170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E92F9F05-D4C3-2AC2-0952-2129386922E9}"/>
                    </a:ext>
                  </a:extLst>
                </p14:cNvPr>
                <p14:cNvContentPartPr/>
                <p14:nvPr/>
              </p14:nvContentPartPr>
              <p14:xfrm>
                <a:off x="8353675" y="1238447"/>
                <a:ext cx="43920" cy="23184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E92F9F05-D4C3-2AC2-0952-2129386922E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347555" y="1232327"/>
                  <a:ext cx="561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7C6678E2-71C1-10F4-5F2F-D5EEF51AF9CA}"/>
                    </a:ext>
                  </a:extLst>
                </p14:cNvPr>
                <p14:cNvContentPartPr/>
                <p14:nvPr/>
              </p14:nvContentPartPr>
              <p14:xfrm>
                <a:off x="8322355" y="1331327"/>
                <a:ext cx="123120" cy="36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7C6678E2-71C1-10F4-5F2F-D5EEF51AF9C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316235" y="1325207"/>
                  <a:ext cx="135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E8391EB7-0062-4B50-0898-ED8533255D0D}"/>
                    </a:ext>
                  </a:extLst>
                </p14:cNvPr>
                <p14:cNvContentPartPr/>
                <p14:nvPr/>
              </p14:nvContentPartPr>
              <p14:xfrm>
                <a:off x="8437195" y="1321967"/>
                <a:ext cx="77400" cy="15480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E8391EB7-0062-4B50-0898-ED8533255D0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431075" y="1315847"/>
                  <a:ext cx="8964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upo 134">
            <a:extLst>
              <a:ext uri="{FF2B5EF4-FFF2-40B4-BE49-F238E27FC236}">
                <a16:creationId xmlns:a16="http://schemas.microsoft.com/office/drawing/2014/main" id="{F3C6749F-0CE0-81E1-DA4D-9D73C609581A}"/>
              </a:ext>
            </a:extLst>
          </p:cNvPr>
          <p:cNvGrpSpPr/>
          <p:nvPr/>
        </p:nvGrpSpPr>
        <p:grpSpPr>
          <a:xfrm>
            <a:off x="7550875" y="1634807"/>
            <a:ext cx="730440" cy="1428840"/>
            <a:chOff x="7550875" y="1634807"/>
            <a:chExt cx="730440" cy="142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4DCB4760-0871-9755-35B1-E3B2C286347E}"/>
                    </a:ext>
                  </a:extLst>
                </p14:cNvPr>
                <p14:cNvContentPartPr/>
                <p14:nvPr/>
              </p14:nvContentPartPr>
              <p14:xfrm>
                <a:off x="7820155" y="1634807"/>
                <a:ext cx="53640" cy="98748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4DCB4760-0871-9755-35B1-E3B2C286347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814035" y="1628687"/>
                  <a:ext cx="65880" cy="9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3C6D0FCA-0C24-5320-189A-B738D2B1EC6E}"/>
                    </a:ext>
                  </a:extLst>
                </p14:cNvPr>
                <p14:cNvContentPartPr/>
                <p14:nvPr/>
              </p14:nvContentPartPr>
              <p14:xfrm>
                <a:off x="7695235" y="2500247"/>
                <a:ext cx="213120" cy="23004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3C6D0FCA-0C24-5320-189A-B738D2B1EC6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689115" y="2494127"/>
                  <a:ext cx="2253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E77D14D1-6E74-75AE-3384-0949852C97DF}"/>
                    </a:ext>
                  </a:extLst>
                </p14:cNvPr>
                <p14:cNvContentPartPr/>
                <p14:nvPr/>
              </p14:nvContentPartPr>
              <p14:xfrm>
                <a:off x="7550875" y="2808767"/>
                <a:ext cx="249120" cy="25488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E77D14D1-6E74-75AE-3384-0949852C97D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544755" y="2802647"/>
                  <a:ext cx="2613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6A5B8EEB-54B1-018E-6F97-5A1B34147F7A}"/>
                    </a:ext>
                  </a:extLst>
                </p14:cNvPr>
                <p14:cNvContentPartPr/>
                <p14:nvPr/>
              </p14:nvContentPartPr>
              <p14:xfrm>
                <a:off x="7856515" y="2896967"/>
                <a:ext cx="86400" cy="16380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6A5B8EEB-54B1-018E-6F97-5A1B34147F7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850395" y="2890847"/>
                  <a:ext cx="986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B3E738B1-5927-0CFA-24B5-30962188BC1F}"/>
                    </a:ext>
                  </a:extLst>
                </p14:cNvPr>
                <p14:cNvContentPartPr/>
                <p14:nvPr/>
              </p14:nvContentPartPr>
              <p14:xfrm>
                <a:off x="7985755" y="2722367"/>
                <a:ext cx="74880" cy="33948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B3E738B1-5927-0CFA-24B5-30962188BC1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979635" y="2716247"/>
                  <a:ext cx="8712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BD608D08-DD83-AE38-1171-A2B381542448}"/>
                    </a:ext>
                  </a:extLst>
                </p14:cNvPr>
                <p14:cNvContentPartPr/>
                <p14:nvPr/>
              </p14:nvContentPartPr>
              <p14:xfrm>
                <a:off x="8087635" y="2891927"/>
                <a:ext cx="114480" cy="14328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BD608D08-DD83-AE38-1171-A2B38154244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081515" y="2885807"/>
                  <a:ext cx="1267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F5EFFAAE-1A76-5488-9A48-ED5069CAE18B}"/>
                    </a:ext>
                  </a:extLst>
                </p14:cNvPr>
                <p14:cNvContentPartPr/>
                <p14:nvPr/>
              </p14:nvContentPartPr>
              <p14:xfrm>
                <a:off x="8266915" y="2723087"/>
                <a:ext cx="14400" cy="33624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F5EFFAAE-1A76-5488-9A48-ED5069CAE18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260795" y="2716967"/>
                  <a:ext cx="26640" cy="34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36" name="Entrada de lápiz 135">
                <a:extLst>
                  <a:ext uri="{FF2B5EF4-FFF2-40B4-BE49-F238E27FC236}">
                    <a16:creationId xmlns:a16="http://schemas.microsoft.com/office/drawing/2014/main" id="{8C05BBE8-3561-D1F6-EA7F-AC20643DA2E3}"/>
                  </a:ext>
                </a:extLst>
              </p14:cNvPr>
              <p14:cNvContentPartPr/>
              <p14:nvPr/>
            </p14:nvContentPartPr>
            <p14:xfrm>
              <a:off x="4185955" y="1867367"/>
              <a:ext cx="549720" cy="510480"/>
            </p14:xfrm>
          </p:contentPart>
        </mc:Choice>
        <mc:Fallback>
          <p:pic>
            <p:nvPicPr>
              <p:cNvPr id="136" name="Entrada de lápiz 135">
                <a:extLst>
                  <a:ext uri="{FF2B5EF4-FFF2-40B4-BE49-F238E27FC236}">
                    <a16:creationId xmlns:a16="http://schemas.microsoft.com/office/drawing/2014/main" id="{8C05BBE8-3561-D1F6-EA7F-AC20643DA2E3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4179835" y="1861247"/>
                <a:ext cx="561960" cy="52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upo 139">
            <a:extLst>
              <a:ext uri="{FF2B5EF4-FFF2-40B4-BE49-F238E27FC236}">
                <a16:creationId xmlns:a16="http://schemas.microsoft.com/office/drawing/2014/main" id="{B1B41795-C533-A5AB-C1AB-BBC4B84B1971}"/>
              </a:ext>
            </a:extLst>
          </p:cNvPr>
          <p:cNvGrpSpPr/>
          <p:nvPr/>
        </p:nvGrpSpPr>
        <p:grpSpPr>
          <a:xfrm>
            <a:off x="4549555" y="955424"/>
            <a:ext cx="2208960" cy="1422720"/>
            <a:chOff x="4549555" y="955424"/>
            <a:chExt cx="2208960" cy="142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EFF29C44-2CE3-81CC-664A-09D87AB691AA}"/>
                    </a:ext>
                  </a:extLst>
                </p14:cNvPr>
                <p14:cNvContentPartPr/>
                <p14:nvPr/>
              </p14:nvContentPartPr>
              <p14:xfrm>
                <a:off x="4823875" y="955424"/>
                <a:ext cx="1934640" cy="54612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EFF29C44-2CE3-81CC-664A-09D87AB691A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817755" y="949304"/>
                  <a:ext cx="194688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C0AE7828-1D1A-5B1A-992A-D7E4B41CF713}"/>
                    </a:ext>
                  </a:extLst>
                </p14:cNvPr>
                <p14:cNvContentPartPr/>
                <p14:nvPr/>
              </p14:nvContentPartPr>
              <p14:xfrm>
                <a:off x="4682035" y="1579664"/>
                <a:ext cx="530640" cy="65088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C0AE7828-1D1A-5B1A-992A-D7E4B41CF71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675915" y="1573544"/>
                  <a:ext cx="542880" cy="66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1E234B00-85A1-0579-5C34-D6AECD2D736E}"/>
                    </a:ext>
                  </a:extLst>
                </p14:cNvPr>
                <p14:cNvContentPartPr/>
                <p14:nvPr/>
              </p14:nvContentPartPr>
              <p14:xfrm>
                <a:off x="4549555" y="2150984"/>
                <a:ext cx="225720" cy="22716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1E234B00-85A1-0579-5C34-D6AECD2D736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543435" y="2144864"/>
                  <a:ext cx="237960" cy="23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upo 165">
            <a:extLst>
              <a:ext uri="{FF2B5EF4-FFF2-40B4-BE49-F238E27FC236}">
                <a16:creationId xmlns:a16="http://schemas.microsoft.com/office/drawing/2014/main" id="{8F04D47E-020F-F56B-DC7F-F0DAE27C2D1B}"/>
              </a:ext>
            </a:extLst>
          </p:cNvPr>
          <p:cNvGrpSpPr/>
          <p:nvPr/>
        </p:nvGrpSpPr>
        <p:grpSpPr>
          <a:xfrm>
            <a:off x="4215475" y="2451584"/>
            <a:ext cx="575640" cy="1309743"/>
            <a:chOff x="4215475" y="2451584"/>
            <a:chExt cx="575640" cy="1309743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CBF4E159-FBDF-059D-0ADD-22FA0EA9EFEA}"/>
                    </a:ext>
                  </a:extLst>
                </p14:cNvPr>
                <p14:cNvContentPartPr/>
                <p14:nvPr/>
              </p14:nvContentPartPr>
              <p14:xfrm>
                <a:off x="4215475" y="2577584"/>
                <a:ext cx="158400" cy="20880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CBF4E159-FBDF-059D-0ADD-22FA0EA9EFE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209355" y="2571464"/>
                  <a:ext cx="1706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28569E09-A725-D31E-AA2D-6769D35490C3}"/>
                    </a:ext>
                  </a:extLst>
                </p14:cNvPr>
                <p14:cNvContentPartPr/>
                <p14:nvPr/>
              </p14:nvContentPartPr>
              <p14:xfrm>
                <a:off x="4430755" y="2597384"/>
                <a:ext cx="82800" cy="15264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28569E09-A725-D31E-AA2D-6769D35490C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424635" y="2591264"/>
                  <a:ext cx="950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93F34559-DC4D-D4BB-992B-63DC794823C7}"/>
                    </a:ext>
                  </a:extLst>
                </p14:cNvPr>
                <p14:cNvContentPartPr/>
                <p14:nvPr/>
              </p14:nvContentPartPr>
              <p14:xfrm>
                <a:off x="4532275" y="2451584"/>
                <a:ext cx="116280" cy="28368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93F34559-DC4D-D4BB-992B-63DC794823C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526155" y="2445464"/>
                  <a:ext cx="1285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603BA402-C007-2058-5782-74D38361C5AF}"/>
                    </a:ext>
                  </a:extLst>
                </p14:cNvPr>
                <p14:cNvContentPartPr/>
                <p14:nvPr/>
              </p14:nvContentPartPr>
              <p14:xfrm>
                <a:off x="4679515" y="2490824"/>
                <a:ext cx="27720" cy="19152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603BA402-C007-2058-5782-74D38361C5A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673395" y="2484704"/>
                  <a:ext cx="399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5F46BBE5-7AEA-0A91-F8A8-CE1A9F4FD76C}"/>
                    </a:ext>
                  </a:extLst>
                </p14:cNvPr>
                <p14:cNvContentPartPr/>
                <p14:nvPr/>
              </p14:nvContentPartPr>
              <p14:xfrm>
                <a:off x="4720195" y="2553464"/>
                <a:ext cx="70920" cy="15732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5F46BBE5-7AEA-0A91-F8A8-CE1A9F4FD76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714075" y="2547344"/>
                  <a:ext cx="831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566D18C3-2B34-BA83-605D-9D8979D8E71D}"/>
                    </a:ext>
                  </a:extLst>
                </p14:cNvPr>
                <p14:cNvContentPartPr/>
                <p14:nvPr/>
              </p14:nvContentPartPr>
              <p14:xfrm>
                <a:off x="4332475" y="2864864"/>
                <a:ext cx="143280" cy="17784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566D18C3-2B34-BA83-605D-9D8979D8E71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326355" y="2858744"/>
                  <a:ext cx="1555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B538D534-18D9-C9C5-98BC-FB8D126CB27D}"/>
                    </a:ext>
                  </a:extLst>
                </p14:cNvPr>
                <p14:cNvContentPartPr/>
                <p14:nvPr/>
              </p14:nvContentPartPr>
              <p14:xfrm>
                <a:off x="4533355" y="2869184"/>
                <a:ext cx="89280" cy="13608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B538D534-18D9-C9C5-98BC-FB8D126CB27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527235" y="2863064"/>
                  <a:ext cx="1015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270D57F4-CAD4-ABEB-353D-718B88C43044}"/>
                    </a:ext>
                  </a:extLst>
                </p14:cNvPr>
                <p14:cNvContentPartPr/>
                <p14:nvPr/>
              </p14:nvContentPartPr>
              <p14:xfrm>
                <a:off x="4646035" y="2843984"/>
                <a:ext cx="82800" cy="9720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270D57F4-CAD4-ABEB-353D-718B88C4304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639915" y="2837864"/>
                  <a:ext cx="950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9892BF47-3764-66BF-B835-B1FD81C15CAB}"/>
                    </a:ext>
                  </a:extLst>
                </p14:cNvPr>
                <p14:cNvContentPartPr/>
                <p14:nvPr/>
              </p14:nvContentPartPr>
              <p14:xfrm>
                <a:off x="4650355" y="2845784"/>
                <a:ext cx="131760" cy="11880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9892BF47-3764-66BF-B835-B1FD81C15CA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644235" y="2839664"/>
                  <a:ext cx="1440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3369F213-7127-A327-6B6F-6EAD091CF911}"/>
                    </a:ext>
                  </a:extLst>
                </p14:cNvPr>
                <p14:cNvContentPartPr/>
                <p14:nvPr/>
              </p14:nvContentPartPr>
              <p14:xfrm>
                <a:off x="4292875" y="3240047"/>
                <a:ext cx="9000" cy="3924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3369F213-7127-A327-6B6F-6EAD091CF91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286755" y="3233927"/>
                  <a:ext cx="212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EB7E39DB-39DB-EE5F-AA47-4B8833668A6D}"/>
                    </a:ext>
                  </a:extLst>
                </p14:cNvPr>
                <p14:cNvContentPartPr/>
                <p14:nvPr/>
              </p14:nvContentPartPr>
              <p14:xfrm>
                <a:off x="4295035" y="3129887"/>
                <a:ext cx="205560" cy="18504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EB7E39DB-39DB-EE5F-AA47-4B8833668A6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288915" y="3123767"/>
                  <a:ext cx="2178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68317812-D2A1-D016-09A3-54E670B01670}"/>
                    </a:ext>
                  </a:extLst>
                </p14:cNvPr>
                <p14:cNvContentPartPr/>
                <p14:nvPr/>
              </p14:nvContentPartPr>
              <p14:xfrm>
                <a:off x="4553515" y="3225287"/>
                <a:ext cx="1800" cy="756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68317812-D2A1-D016-09A3-54E670B0167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547395" y="3219167"/>
                  <a:ext cx="140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1489918C-42E6-AF52-C529-678D2C77F42F}"/>
                    </a:ext>
                  </a:extLst>
                </p14:cNvPr>
                <p14:cNvContentPartPr/>
                <p14:nvPr/>
              </p14:nvContentPartPr>
              <p14:xfrm>
                <a:off x="4548835" y="3086687"/>
                <a:ext cx="10800" cy="1008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1489918C-42E6-AF52-C529-678D2C77F42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542715" y="3080567"/>
                  <a:ext cx="230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41E8B84E-D2E3-BD2E-AFC3-1AFB55F15D66}"/>
                    </a:ext>
                  </a:extLst>
                </p14:cNvPr>
                <p14:cNvContentPartPr/>
                <p14:nvPr/>
              </p14:nvContentPartPr>
              <p14:xfrm>
                <a:off x="4562515" y="3125927"/>
                <a:ext cx="8280" cy="10116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41E8B84E-D2E3-BD2E-AFC3-1AFB55F15D6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556395" y="3119807"/>
                  <a:ext cx="205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D9129639-8984-1862-C060-080F7EB3236D}"/>
                    </a:ext>
                  </a:extLst>
                </p14:cNvPr>
                <p14:cNvContentPartPr/>
                <p14:nvPr/>
              </p14:nvContentPartPr>
              <p14:xfrm>
                <a:off x="4613275" y="3111167"/>
                <a:ext cx="102600" cy="12204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D9129639-8984-1862-C060-080F7EB3236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607155" y="3105047"/>
                  <a:ext cx="1148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A9D8A142-AD55-F4DB-FB45-6E163CEFA2E0}"/>
                    </a:ext>
                  </a:extLst>
                </p14:cNvPr>
                <p14:cNvContentPartPr/>
                <p14:nvPr/>
              </p14:nvContentPartPr>
              <p14:xfrm>
                <a:off x="4288555" y="3350567"/>
                <a:ext cx="185400" cy="33228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A9D8A142-AD55-F4DB-FB45-6E163CEFA2E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282435" y="3344447"/>
                  <a:ext cx="19764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E42974A3-E5F8-8C17-BA47-54D6AA02BF9D}"/>
                    </a:ext>
                  </a:extLst>
                </p14:cNvPr>
                <p14:cNvContentPartPr/>
                <p14:nvPr/>
              </p14:nvContentPartPr>
              <p14:xfrm>
                <a:off x="4264075" y="3524807"/>
                <a:ext cx="155520" cy="5508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E42974A3-E5F8-8C17-BA47-54D6AA02BF9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257955" y="3518687"/>
                  <a:ext cx="1677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8D71C240-5F2D-8F9A-BC2D-7D5BF6C8BCA2}"/>
                    </a:ext>
                  </a:extLst>
                </p14:cNvPr>
                <p14:cNvContentPartPr/>
                <p14:nvPr/>
              </p14:nvContentPartPr>
              <p14:xfrm>
                <a:off x="4473955" y="3506087"/>
                <a:ext cx="37440" cy="16956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8D71C240-5F2D-8F9A-BC2D-7D5BF6C8BCA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467835" y="3499967"/>
                  <a:ext cx="496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FCA78557-9999-F9C3-9B5B-E6188ADAA35F}"/>
                    </a:ext>
                  </a:extLst>
                </p14:cNvPr>
                <p14:cNvContentPartPr/>
                <p14:nvPr/>
              </p14:nvContentPartPr>
              <p14:xfrm>
                <a:off x="4468195" y="3552527"/>
                <a:ext cx="95760" cy="2052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FCA78557-9999-F9C3-9B5B-E6188ADAA35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462075" y="3546407"/>
                  <a:ext cx="1080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F35C2B88-306D-1ACE-B498-206B3D66F0A0}"/>
                    </a:ext>
                  </a:extLst>
                </p14:cNvPr>
                <p14:cNvContentPartPr/>
                <p14:nvPr/>
              </p14:nvContentPartPr>
              <p14:xfrm>
                <a:off x="4566115" y="3489887"/>
                <a:ext cx="69840" cy="14472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F35C2B88-306D-1ACE-B498-206B3D66F0A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559995" y="3483767"/>
                  <a:ext cx="820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2F71C44B-FB8D-CAF8-6DCD-6E327F97A99B}"/>
                    </a:ext>
                  </a:extLst>
                </p14:cNvPr>
                <p14:cNvContentPartPr/>
                <p14:nvPr/>
              </p14:nvContentPartPr>
              <p14:xfrm>
                <a:off x="4692835" y="3497447"/>
                <a:ext cx="93960" cy="26388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2F71C44B-FB8D-CAF8-6DCD-6E327F97A99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686715" y="3491327"/>
                  <a:ext cx="106200" cy="27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upo 168">
            <a:extLst>
              <a:ext uri="{FF2B5EF4-FFF2-40B4-BE49-F238E27FC236}">
                <a16:creationId xmlns:a16="http://schemas.microsoft.com/office/drawing/2014/main" id="{35CA17DE-359B-E2D2-EAC2-9B0C187511A5}"/>
              </a:ext>
            </a:extLst>
          </p:cNvPr>
          <p:cNvGrpSpPr/>
          <p:nvPr/>
        </p:nvGrpSpPr>
        <p:grpSpPr>
          <a:xfrm>
            <a:off x="6580315" y="1273367"/>
            <a:ext cx="882000" cy="1440720"/>
            <a:chOff x="6580315" y="1273367"/>
            <a:chExt cx="882000" cy="144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488260B0-C214-F00E-D8D5-30F92EAF40D7}"/>
                    </a:ext>
                  </a:extLst>
                </p14:cNvPr>
                <p14:cNvContentPartPr/>
                <p14:nvPr/>
              </p14:nvContentPartPr>
              <p14:xfrm>
                <a:off x="6580315" y="1273367"/>
                <a:ext cx="755640" cy="129132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488260B0-C214-F00E-D8D5-30F92EAF40D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574195" y="1267247"/>
                  <a:ext cx="767880" cy="13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6D0E825F-54AF-5193-9EB6-DA8C615DBC50}"/>
                    </a:ext>
                  </a:extLst>
                </p14:cNvPr>
                <p14:cNvContentPartPr/>
                <p14:nvPr/>
              </p14:nvContentPartPr>
              <p14:xfrm>
                <a:off x="7033195" y="2328167"/>
                <a:ext cx="429120" cy="38592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6D0E825F-54AF-5193-9EB6-DA8C615DBC5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027075" y="2322047"/>
                  <a:ext cx="441360" cy="398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21054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9D7A894D-3534-89BB-A2BD-AC1043D7BCEC}"/>
              </a:ext>
            </a:extLst>
          </p:cNvPr>
          <p:cNvSpPr/>
          <p:nvPr/>
        </p:nvSpPr>
        <p:spPr>
          <a:xfrm>
            <a:off x="1759226" y="417443"/>
            <a:ext cx="8935278" cy="54963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9EB3B72-ABF5-0AFD-0102-CAB02200F316}"/>
              </a:ext>
            </a:extLst>
          </p:cNvPr>
          <p:cNvGrpSpPr/>
          <p:nvPr/>
        </p:nvGrpSpPr>
        <p:grpSpPr>
          <a:xfrm>
            <a:off x="9146035" y="504704"/>
            <a:ext cx="1108440" cy="495360"/>
            <a:chOff x="9146035" y="504704"/>
            <a:chExt cx="1108440" cy="49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0DAAB933-80ED-C3EF-22BC-D3441805DF43}"/>
                    </a:ext>
                  </a:extLst>
                </p14:cNvPr>
                <p14:cNvContentPartPr/>
                <p14:nvPr/>
              </p14:nvContentPartPr>
              <p14:xfrm>
                <a:off x="9146035" y="827264"/>
                <a:ext cx="385560" cy="17280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0DAAB933-80ED-C3EF-22BC-D3441805DF4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139915" y="821144"/>
                  <a:ext cx="3978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925B7207-AC3C-2383-639D-CCD44BA217FA}"/>
                    </a:ext>
                  </a:extLst>
                </p14:cNvPr>
                <p14:cNvContentPartPr/>
                <p14:nvPr/>
              </p14:nvContentPartPr>
              <p14:xfrm>
                <a:off x="9423235" y="738704"/>
                <a:ext cx="227520" cy="12060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925B7207-AC3C-2383-639D-CCD44BA217F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17115" y="732584"/>
                  <a:ext cx="2397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63A7C679-62DF-70A4-FB88-2C3DB668F292}"/>
                    </a:ext>
                  </a:extLst>
                </p14:cNvPr>
                <p14:cNvContentPartPr/>
                <p14:nvPr/>
              </p14:nvContentPartPr>
              <p14:xfrm>
                <a:off x="9725635" y="530624"/>
                <a:ext cx="310320" cy="4104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63A7C679-62DF-70A4-FB88-2C3DB668F29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719515" y="524504"/>
                  <a:ext cx="3225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047FC833-73F0-C397-A919-05B4741F3DE2}"/>
                    </a:ext>
                  </a:extLst>
                </p14:cNvPr>
                <p14:cNvContentPartPr/>
                <p14:nvPr/>
              </p14:nvContentPartPr>
              <p14:xfrm>
                <a:off x="9809875" y="526304"/>
                <a:ext cx="56880" cy="31284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047FC833-73F0-C397-A919-05B4741F3DE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803755" y="520184"/>
                  <a:ext cx="691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E1B29A3F-7025-2A8B-A604-8315CBF0BDCF}"/>
                    </a:ext>
                  </a:extLst>
                </p14:cNvPr>
                <p14:cNvContentPartPr/>
                <p14:nvPr/>
              </p14:nvContentPartPr>
              <p14:xfrm>
                <a:off x="9663355" y="856064"/>
                <a:ext cx="258120" cy="1188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E1B29A3F-7025-2A8B-A604-8315CBF0BDC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657235" y="849944"/>
                  <a:ext cx="2703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EBCB895D-93D8-B0EE-A50A-F473AE94F509}"/>
                    </a:ext>
                  </a:extLst>
                </p14:cNvPr>
                <p14:cNvContentPartPr/>
                <p14:nvPr/>
              </p14:nvContentPartPr>
              <p14:xfrm>
                <a:off x="10037035" y="504704"/>
                <a:ext cx="199440" cy="37584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EBCB895D-93D8-B0EE-A50A-F473AE94F50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030915" y="498584"/>
                  <a:ext cx="21168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3A18B717-A80A-9478-0697-3A50024B3436}"/>
                    </a:ext>
                  </a:extLst>
                </p14:cNvPr>
                <p14:cNvContentPartPr/>
                <p14:nvPr/>
              </p14:nvContentPartPr>
              <p14:xfrm>
                <a:off x="10084555" y="741584"/>
                <a:ext cx="169920" cy="1800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3A18B717-A80A-9478-0697-3A50024B343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078435" y="735464"/>
                  <a:ext cx="18216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81C21560-365D-07B8-F881-B27935F62BEF}"/>
              </a:ext>
            </a:extLst>
          </p:cNvPr>
          <p:cNvGrpSpPr/>
          <p:nvPr/>
        </p:nvGrpSpPr>
        <p:grpSpPr>
          <a:xfrm>
            <a:off x="3614635" y="1128224"/>
            <a:ext cx="7779600" cy="3868920"/>
            <a:chOff x="3614635" y="1128224"/>
            <a:chExt cx="7779600" cy="38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5A323285-AF0D-3EDE-A035-27EAA12C08B2}"/>
                    </a:ext>
                  </a:extLst>
                </p14:cNvPr>
                <p14:cNvContentPartPr/>
                <p14:nvPr/>
              </p14:nvContentPartPr>
              <p14:xfrm>
                <a:off x="3614635" y="1385624"/>
                <a:ext cx="5517000" cy="361152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5A323285-AF0D-3EDE-A035-27EAA12C08B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08515" y="1379504"/>
                  <a:ext cx="5529240" cy="36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C59D7CD6-5390-6DA4-D8C5-D5788F2AC78A}"/>
                    </a:ext>
                  </a:extLst>
                </p14:cNvPr>
                <p14:cNvContentPartPr/>
                <p14:nvPr/>
              </p14:nvContentPartPr>
              <p14:xfrm>
                <a:off x="8977915" y="1463744"/>
                <a:ext cx="1331280" cy="57780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C59D7CD6-5390-6DA4-D8C5-D5788F2AC78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971795" y="1457624"/>
                  <a:ext cx="134352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C66B43B8-0558-A185-1815-BA310F6B1E19}"/>
                    </a:ext>
                  </a:extLst>
                </p14:cNvPr>
                <p14:cNvContentPartPr/>
                <p14:nvPr/>
              </p14:nvContentPartPr>
              <p14:xfrm>
                <a:off x="10323235" y="1361504"/>
                <a:ext cx="184680" cy="21384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C66B43B8-0558-A185-1815-BA310F6B1E1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317115" y="1355384"/>
                  <a:ext cx="1969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4B0FA1B3-586D-9DFC-BA3A-764339072E42}"/>
                    </a:ext>
                  </a:extLst>
                </p14:cNvPr>
                <p14:cNvContentPartPr/>
                <p14:nvPr/>
              </p14:nvContentPartPr>
              <p14:xfrm>
                <a:off x="10628515" y="1128224"/>
                <a:ext cx="290160" cy="36936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4B0FA1B3-586D-9DFC-BA3A-764339072E4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622395" y="1122104"/>
                  <a:ext cx="30240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73FB6EB2-5ED2-1756-D4CE-62E7F7376B56}"/>
                    </a:ext>
                  </a:extLst>
                </p14:cNvPr>
                <p14:cNvContentPartPr/>
                <p14:nvPr/>
              </p14:nvContentPartPr>
              <p14:xfrm>
                <a:off x="11036035" y="1146944"/>
                <a:ext cx="358200" cy="46908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73FB6EB2-5ED2-1756-D4CE-62E7F7376B5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029915" y="1140824"/>
                  <a:ext cx="370440" cy="48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14A7DCF-7F40-1DD8-3285-E7028FC98648}"/>
              </a:ext>
            </a:extLst>
          </p:cNvPr>
          <p:cNvGrpSpPr/>
          <p:nvPr/>
        </p:nvGrpSpPr>
        <p:grpSpPr>
          <a:xfrm>
            <a:off x="10838035" y="130664"/>
            <a:ext cx="1229400" cy="843120"/>
            <a:chOff x="10838035" y="130664"/>
            <a:chExt cx="1229400" cy="84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EF1263AA-A463-1D4A-9EAC-3F2DDC5941F4}"/>
                    </a:ext>
                  </a:extLst>
                </p14:cNvPr>
                <p14:cNvContentPartPr/>
                <p14:nvPr/>
              </p14:nvContentPartPr>
              <p14:xfrm>
                <a:off x="10995355" y="714224"/>
                <a:ext cx="111960" cy="25956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EF1263AA-A463-1D4A-9EAC-3F2DDC5941F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989235" y="708104"/>
                  <a:ext cx="1242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F831CD85-7DA8-9E8C-1BC8-69ECFD5D4EC6}"/>
                    </a:ext>
                  </a:extLst>
                </p14:cNvPr>
                <p14:cNvContentPartPr/>
                <p14:nvPr/>
              </p14:nvContentPartPr>
              <p14:xfrm>
                <a:off x="10985275" y="581744"/>
                <a:ext cx="200520" cy="17928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F831CD85-7DA8-9E8C-1BC8-69ECFD5D4EC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979155" y="575624"/>
                  <a:ext cx="2127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3F8C1CA0-D185-8460-2547-72CCA183EA70}"/>
                    </a:ext>
                  </a:extLst>
                </p14:cNvPr>
                <p14:cNvContentPartPr/>
                <p14:nvPr/>
              </p14:nvContentPartPr>
              <p14:xfrm>
                <a:off x="10838035" y="333704"/>
                <a:ext cx="219600" cy="22896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3F8C1CA0-D185-8460-2547-72CCA183EA7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831915" y="327584"/>
                  <a:ext cx="2318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2BA53DF3-637B-7BEA-9526-CCB775C20A10}"/>
                    </a:ext>
                  </a:extLst>
                </p14:cNvPr>
                <p14:cNvContentPartPr/>
                <p14:nvPr/>
              </p14:nvContentPartPr>
              <p14:xfrm>
                <a:off x="10896715" y="442064"/>
                <a:ext cx="171720" cy="4176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2BA53DF3-637B-7BEA-9526-CCB775C20A1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890595" y="435944"/>
                  <a:ext cx="1839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9FF70282-517E-F410-004F-78F5AB098BFE}"/>
                    </a:ext>
                  </a:extLst>
                </p14:cNvPr>
                <p14:cNvContentPartPr/>
                <p14:nvPr/>
              </p14:nvContentPartPr>
              <p14:xfrm>
                <a:off x="11198035" y="280064"/>
                <a:ext cx="51120" cy="18072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9FF70282-517E-F410-004F-78F5AB098BF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191915" y="273944"/>
                  <a:ext cx="633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9D8573F8-389E-6D04-8A60-B30629DF6D7C}"/>
                    </a:ext>
                  </a:extLst>
                </p14:cNvPr>
                <p14:cNvContentPartPr/>
                <p14:nvPr/>
              </p14:nvContentPartPr>
              <p14:xfrm>
                <a:off x="11170675" y="253424"/>
                <a:ext cx="159120" cy="16164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9D8573F8-389E-6D04-8A60-B30629DF6D7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164555" y="247304"/>
                  <a:ext cx="1713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97F49DC5-2288-D1A1-5A84-41A8D1F0E774}"/>
                    </a:ext>
                  </a:extLst>
                </p14:cNvPr>
                <p14:cNvContentPartPr/>
                <p14:nvPr/>
              </p14:nvContentPartPr>
              <p14:xfrm>
                <a:off x="11380195" y="340904"/>
                <a:ext cx="25200" cy="11016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97F49DC5-2288-D1A1-5A84-41A8D1F0E77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374075" y="334784"/>
                  <a:ext cx="374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6F956FA4-207A-5EA4-FDF0-8448E91ED65A}"/>
                    </a:ext>
                  </a:extLst>
                </p14:cNvPr>
                <p14:cNvContentPartPr/>
                <p14:nvPr/>
              </p14:nvContentPartPr>
              <p14:xfrm>
                <a:off x="11416195" y="347024"/>
                <a:ext cx="73800" cy="3312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6F956FA4-207A-5EA4-FDF0-8448E91ED65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410075" y="340904"/>
                  <a:ext cx="86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A27957B4-0342-F332-1E7D-879E9325E031}"/>
                    </a:ext>
                  </a:extLst>
                </p14:cNvPr>
                <p14:cNvContentPartPr/>
                <p14:nvPr/>
              </p14:nvContentPartPr>
              <p14:xfrm>
                <a:off x="11505475" y="293024"/>
                <a:ext cx="243720" cy="14580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A27957B4-0342-F332-1E7D-879E9325E03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499355" y="286904"/>
                  <a:ext cx="2559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43EF8023-9B6C-AC62-8526-E73FEB2F5CBC}"/>
                    </a:ext>
                  </a:extLst>
                </p14:cNvPr>
                <p14:cNvContentPartPr/>
                <p14:nvPr/>
              </p14:nvContentPartPr>
              <p14:xfrm>
                <a:off x="11801035" y="130664"/>
                <a:ext cx="130320" cy="24696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43EF8023-9B6C-AC62-8526-E73FEB2F5CB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794915" y="124544"/>
                  <a:ext cx="1425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FB897CC3-3268-1F63-1A2F-C603C27BD515}"/>
                    </a:ext>
                  </a:extLst>
                </p14:cNvPr>
                <p14:cNvContentPartPr/>
                <p14:nvPr/>
              </p14:nvContentPartPr>
              <p14:xfrm>
                <a:off x="11935315" y="197624"/>
                <a:ext cx="132120" cy="19584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FB897CC3-3268-1F63-1A2F-C603C27BD51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929195" y="191504"/>
                  <a:ext cx="144360" cy="20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20FE2101-E853-3AC6-4627-C5B9993F7BC5}"/>
              </a:ext>
            </a:extLst>
          </p:cNvPr>
          <p:cNvGrpSpPr/>
          <p:nvPr/>
        </p:nvGrpSpPr>
        <p:grpSpPr>
          <a:xfrm>
            <a:off x="4851955" y="1926344"/>
            <a:ext cx="6366600" cy="2511000"/>
            <a:chOff x="4851955" y="1926344"/>
            <a:chExt cx="6366600" cy="251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0426F6E8-D0A3-28CA-A2F7-3111419BEDDF}"/>
                    </a:ext>
                  </a:extLst>
                </p14:cNvPr>
                <p14:cNvContentPartPr/>
                <p14:nvPr/>
              </p14:nvContentPartPr>
              <p14:xfrm>
                <a:off x="4851955" y="2133704"/>
                <a:ext cx="3381840" cy="230364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0426F6E8-D0A3-28CA-A2F7-3111419BEDD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45835" y="2127584"/>
                  <a:ext cx="3394080" cy="23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9CBE305E-BCDB-D17E-42D7-2CABB9E3CADB}"/>
                    </a:ext>
                  </a:extLst>
                </p14:cNvPr>
                <p14:cNvContentPartPr/>
                <p14:nvPr/>
              </p14:nvContentPartPr>
              <p14:xfrm>
                <a:off x="8132275" y="2110664"/>
                <a:ext cx="2409840" cy="67032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9CBE305E-BCDB-D17E-42D7-2CABB9E3CAD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126155" y="2104544"/>
                  <a:ext cx="2422080" cy="68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DC7A8C43-1C8C-AC5F-2CE4-4548A5306E60}"/>
                    </a:ext>
                  </a:extLst>
                </p14:cNvPr>
                <p14:cNvContentPartPr/>
                <p14:nvPr/>
              </p14:nvContentPartPr>
              <p14:xfrm>
                <a:off x="10484155" y="2046944"/>
                <a:ext cx="189000" cy="16956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DC7A8C43-1C8C-AC5F-2CE4-4548A5306E6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478035" y="2040824"/>
                  <a:ext cx="2012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192A2FF6-2DE9-A1E7-CA61-EE801DEF5EE1}"/>
                    </a:ext>
                  </a:extLst>
                </p14:cNvPr>
                <p14:cNvContentPartPr/>
                <p14:nvPr/>
              </p14:nvContentPartPr>
              <p14:xfrm>
                <a:off x="10699435" y="1926344"/>
                <a:ext cx="262800" cy="30672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192A2FF6-2DE9-A1E7-CA61-EE801DEF5EE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693315" y="1920224"/>
                  <a:ext cx="27504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8E8700DC-EA28-B297-0C09-5216B589E441}"/>
                    </a:ext>
                  </a:extLst>
                </p14:cNvPr>
                <p14:cNvContentPartPr/>
                <p14:nvPr/>
              </p14:nvContentPartPr>
              <p14:xfrm>
                <a:off x="11043595" y="1941464"/>
                <a:ext cx="174960" cy="25668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8E8700DC-EA28-B297-0C09-5216B589E44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037475" y="1935344"/>
                  <a:ext cx="187200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6F93C2F7-E7F1-1814-6F03-7F9890A49BAC}"/>
              </a:ext>
            </a:extLst>
          </p:cNvPr>
          <p:cNvGrpSpPr/>
          <p:nvPr/>
        </p:nvGrpSpPr>
        <p:grpSpPr>
          <a:xfrm>
            <a:off x="11339515" y="1788104"/>
            <a:ext cx="369000" cy="282240"/>
            <a:chOff x="11339515" y="1788104"/>
            <a:chExt cx="369000" cy="28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FA29B63D-D16A-6EE6-B5CD-C897DC23E811}"/>
                    </a:ext>
                  </a:extLst>
                </p14:cNvPr>
                <p14:cNvContentPartPr/>
                <p14:nvPr/>
              </p14:nvContentPartPr>
              <p14:xfrm>
                <a:off x="11339515" y="1910864"/>
                <a:ext cx="215640" cy="15948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FA29B63D-D16A-6EE6-B5CD-C897DC23E81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333395" y="1904744"/>
                  <a:ext cx="2278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291C035A-36F0-5A52-E2D9-349451E3E905}"/>
                    </a:ext>
                  </a:extLst>
                </p14:cNvPr>
                <p14:cNvContentPartPr/>
                <p14:nvPr/>
              </p14:nvContentPartPr>
              <p14:xfrm>
                <a:off x="11559475" y="1788104"/>
                <a:ext cx="149040" cy="16380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291C035A-36F0-5A52-E2D9-349451E3E90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553355" y="1781984"/>
                  <a:ext cx="16128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6F6778B9-78BE-9C41-E71C-99E1B97438FE}"/>
              </a:ext>
            </a:extLst>
          </p:cNvPr>
          <p:cNvGrpSpPr/>
          <p:nvPr/>
        </p:nvGrpSpPr>
        <p:grpSpPr>
          <a:xfrm>
            <a:off x="11572795" y="1355384"/>
            <a:ext cx="562320" cy="280800"/>
            <a:chOff x="11572795" y="1355384"/>
            <a:chExt cx="562320" cy="28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64B0C93C-2F04-F538-6BA7-2319BF0860EC}"/>
                    </a:ext>
                  </a:extLst>
                </p14:cNvPr>
                <p14:cNvContentPartPr/>
                <p14:nvPr/>
              </p14:nvContentPartPr>
              <p14:xfrm>
                <a:off x="11586835" y="1428824"/>
                <a:ext cx="65520" cy="20736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64B0C93C-2F04-F538-6BA7-2319BF0860E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580715" y="1422704"/>
                  <a:ext cx="777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19A9CA38-638F-BFA5-E95C-202161ACD49C}"/>
                    </a:ext>
                  </a:extLst>
                </p14:cNvPr>
                <p14:cNvContentPartPr/>
                <p14:nvPr/>
              </p14:nvContentPartPr>
              <p14:xfrm>
                <a:off x="11572795" y="1418744"/>
                <a:ext cx="160560" cy="20088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19A9CA38-638F-BFA5-E95C-202161ACD49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566675" y="1412624"/>
                  <a:ext cx="1728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854F33AD-0CBE-1085-CF5C-3158E6B7469A}"/>
                    </a:ext>
                  </a:extLst>
                </p14:cNvPr>
                <p14:cNvContentPartPr/>
                <p14:nvPr/>
              </p14:nvContentPartPr>
              <p14:xfrm>
                <a:off x="11829475" y="1391744"/>
                <a:ext cx="117720" cy="22824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854F33AD-0CBE-1085-CF5C-3158E6B7469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823355" y="1385624"/>
                  <a:ext cx="1299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AF6872C6-B099-A768-FE22-4568C04D9F79}"/>
                    </a:ext>
                  </a:extLst>
                </p14:cNvPr>
                <p14:cNvContentPartPr/>
                <p14:nvPr/>
              </p14:nvContentPartPr>
              <p14:xfrm>
                <a:off x="11833795" y="1536104"/>
                <a:ext cx="123840" cy="1548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AF6872C6-B099-A768-FE22-4568C04D9F7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827675" y="1529984"/>
                  <a:ext cx="1360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1B58F936-C283-6D50-4098-FAF015F3CD59}"/>
                    </a:ext>
                  </a:extLst>
                </p14:cNvPr>
                <p14:cNvContentPartPr/>
                <p14:nvPr/>
              </p14:nvContentPartPr>
              <p14:xfrm>
                <a:off x="11952955" y="1355384"/>
                <a:ext cx="182160" cy="19908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1B58F936-C283-6D50-4098-FAF015F3CD5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946835" y="1349264"/>
                  <a:ext cx="194400" cy="21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EE49943E-5C4B-3A79-C781-A64C1615F051}"/>
              </a:ext>
            </a:extLst>
          </p:cNvPr>
          <p:cNvGrpSpPr/>
          <p:nvPr/>
        </p:nvGrpSpPr>
        <p:grpSpPr>
          <a:xfrm>
            <a:off x="6039235" y="2700704"/>
            <a:ext cx="5355720" cy="1164240"/>
            <a:chOff x="6039235" y="2700704"/>
            <a:chExt cx="5355720" cy="116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E5361FAC-9F07-420B-CCBA-CB4E72509211}"/>
                    </a:ext>
                  </a:extLst>
                </p14:cNvPr>
                <p14:cNvContentPartPr/>
                <p14:nvPr/>
              </p14:nvContentPartPr>
              <p14:xfrm>
                <a:off x="6039235" y="2700704"/>
                <a:ext cx="1391400" cy="116424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E5361FAC-9F07-420B-CCBA-CB4E7250921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33115" y="2694584"/>
                  <a:ext cx="1403640" cy="11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349D958D-AAC0-12BF-4780-BA077BA02714}"/>
                    </a:ext>
                  </a:extLst>
                </p14:cNvPr>
                <p14:cNvContentPartPr/>
                <p14:nvPr/>
              </p14:nvContentPartPr>
              <p14:xfrm>
                <a:off x="6964075" y="2982944"/>
                <a:ext cx="3980880" cy="12384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349D958D-AAC0-12BF-4780-BA077BA0271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957955" y="2976824"/>
                  <a:ext cx="39931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EFF68BCE-7CA0-439F-E6F3-4F4F93667FB4}"/>
                    </a:ext>
                  </a:extLst>
                </p14:cNvPr>
                <p14:cNvContentPartPr/>
                <p14:nvPr/>
              </p14:nvContentPartPr>
              <p14:xfrm>
                <a:off x="10918315" y="2881784"/>
                <a:ext cx="179280" cy="20736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EFF68BCE-7CA0-439F-E6F3-4F4F93667FB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912195" y="2875664"/>
                  <a:ext cx="1915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B8BDFA88-5D8D-C497-932D-61F49524E917}"/>
                    </a:ext>
                  </a:extLst>
                </p14:cNvPr>
                <p14:cNvContentPartPr/>
                <p14:nvPr/>
              </p14:nvContentPartPr>
              <p14:xfrm>
                <a:off x="11140075" y="2737064"/>
                <a:ext cx="254880" cy="35604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B8BDFA88-5D8D-C497-932D-61F49524E91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133955" y="2730944"/>
                  <a:ext cx="267120" cy="36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2" name="Entrada de lápiz 51">
                <a:extLst>
                  <a:ext uri="{FF2B5EF4-FFF2-40B4-BE49-F238E27FC236}">
                    <a16:creationId xmlns:a16="http://schemas.microsoft.com/office/drawing/2014/main" id="{A13B9D96-BBCB-66C6-D17D-6E277A6674B6}"/>
                  </a:ext>
                </a:extLst>
              </p14:cNvPr>
              <p14:cNvContentPartPr/>
              <p14:nvPr/>
            </p14:nvContentPartPr>
            <p14:xfrm>
              <a:off x="11424475" y="2729504"/>
              <a:ext cx="197640" cy="332640"/>
            </p14:xfrm>
          </p:contentPart>
        </mc:Choice>
        <mc:Fallback>
          <p:pic>
            <p:nvPicPr>
              <p:cNvPr id="52" name="Entrada de lápiz 51">
                <a:extLst>
                  <a:ext uri="{FF2B5EF4-FFF2-40B4-BE49-F238E27FC236}">
                    <a16:creationId xmlns:a16="http://schemas.microsoft.com/office/drawing/2014/main" id="{A13B9D96-BBCB-66C6-D17D-6E277A6674B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1418355" y="2723384"/>
                <a:ext cx="20988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5" name="Entrada de lápiz 54">
                <a:extLst>
                  <a:ext uri="{FF2B5EF4-FFF2-40B4-BE49-F238E27FC236}">
                    <a16:creationId xmlns:a16="http://schemas.microsoft.com/office/drawing/2014/main" id="{403D242A-F041-687D-9883-494E45924D37}"/>
                  </a:ext>
                </a:extLst>
              </p14:cNvPr>
              <p14:cNvContentPartPr/>
              <p14:nvPr/>
            </p14:nvContentPartPr>
            <p14:xfrm>
              <a:off x="11664235" y="2672984"/>
              <a:ext cx="285120" cy="365400"/>
            </p14:xfrm>
          </p:contentPart>
        </mc:Choice>
        <mc:Fallback>
          <p:pic>
            <p:nvPicPr>
              <p:cNvPr id="55" name="Entrada de lápiz 54">
                <a:extLst>
                  <a:ext uri="{FF2B5EF4-FFF2-40B4-BE49-F238E27FC236}">
                    <a16:creationId xmlns:a16="http://schemas.microsoft.com/office/drawing/2014/main" id="{403D242A-F041-687D-9883-494E45924D3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1658115" y="2666864"/>
                <a:ext cx="297360" cy="37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upo 66">
            <a:extLst>
              <a:ext uri="{FF2B5EF4-FFF2-40B4-BE49-F238E27FC236}">
                <a16:creationId xmlns:a16="http://schemas.microsoft.com/office/drawing/2014/main" id="{E44E4818-FE2B-035B-2560-D5CB830DCF18}"/>
              </a:ext>
            </a:extLst>
          </p:cNvPr>
          <p:cNvGrpSpPr/>
          <p:nvPr/>
        </p:nvGrpSpPr>
        <p:grpSpPr>
          <a:xfrm>
            <a:off x="11090755" y="3239264"/>
            <a:ext cx="1077480" cy="830880"/>
            <a:chOff x="11090755" y="3239264"/>
            <a:chExt cx="1077480" cy="83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0407E3B7-F2F6-BEE8-0FBA-D5C06082B044}"/>
                    </a:ext>
                  </a:extLst>
                </p14:cNvPr>
                <p14:cNvContentPartPr/>
                <p14:nvPr/>
              </p14:nvContentPartPr>
              <p14:xfrm>
                <a:off x="11401795" y="3239264"/>
                <a:ext cx="29520" cy="20592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0407E3B7-F2F6-BEE8-0FBA-D5C06082B04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395675" y="3233144"/>
                  <a:ext cx="417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2E2D93C4-74E6-6787-A621-B5B2B7511EE3}"/>
                    </a:ext>
                  </a:extLst>
                </p14:cNvPr>
                <p14:cNvContentPartPr/>
                <p14:nvPr/>
              </p14:nvContentPartPr>
              <p14:xfrm>
                <a:off x="11304955" y="3435824"/>
                <a:ext cx="183960" cy="15624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2E2D93C4-74E6-6787-A621-B5B2B7511EE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298835" y="3429704"/>
                  <a:ext cx="1962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D975BCE1-4D3D-A77F-3E5D-B85E165FE789}"/>
                    </a:ext>
                  </a:extLst>
                </p14:cNvPr>
                <p14:cNvContentPartPr/>
                <p14:nvPr/>
              </p14:nvContentPartPr>
              <p14:xfrm>
                <a:off x="11090755" y="3650024"/>
                <a:ext cx="46080" cy="28764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D975BCE1-4D3D-A77F-3E5D-B85E165FE78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084635" y="3643904"/>
                  <a:ext cx="583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70786251-3CFC-FFCD-4B15-98A536751779}"/>
                    </a:ext>
                  </a:extLst>
                </p14:cNvPr>
                <p14:cNvContentPartPr/>
                <p14:nvPr/>
              </p14:nvContentPartPr>
              <p14:xfrm>
                <a:off x="11213875" y="3778904"/>
                <a:ext cx="95400" cy="14580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70786251-3CFC-FFCD-4B15-98A53675177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207755" y="3772784"/>
                  <a:ext cx="1076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7010D71F-1FA6-8A78-E18E-F4AAB8BFB45E}"/>
                    </a:ext>
                  </a:extLst>
                </p14:cNvPr>
                <p14:cNvContentPartPr/>
                <p14:nvPr/>
              </p14:nvContentPartPr>
              <p14:xfrm>
                <a:off x="11348155" y="3778544"/>
                <a:ext cx="79920" cy="15408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7010D71F-1FA6-8A78-E18E-F4AAB8BFB45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342035" y="3772424"/>
                  <a:ext cx="921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831F16BA-DD4A-CDB4-B191-E2B93FD9A604}"/>
                    </a:ext>
                  </a:extLst>
                </p14:cNvPr>
                <p14:cNvContentPartPr/>
                <p14:nvPr/>
              </p14:nvContentPartPr>
              <p14:xfrm>
                <a:off x="11481715" y="3767024"/>
                <a:ext cx="97920" cy="30312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831F16BA-DD4A-CDB4-B191-E2B93FD9A60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475595" y="3760904"/>
                  <a:ext cx="1101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AA5C15D8-3E96-4D09-22AD-C2709F45CE78}"/>
                    </a:ext>
                  </a:extLst>
                </p14:cNvPr>
                <p14:cNvContentPartPr/>
                <p14:nvPr/>
              </p14:nvContentPartPr>
              <p14:xfrm>
                <a:off x="11637955" y="3750104"/>
                <a:ext cx="73800" cy="14904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AA5C15D8-3E96-4D09-22AD-C2709F45CE7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631835" y="3743984"/>
                  <a:ext cx="860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43AF0D65-89B2-8CA5-F5D8-28EA41172A30}"/>
                    </a:ext>
                  </a:extLst>
                </p14:cNvPr>
                <p14:cNvContentPartPr/>
                <p14:nvPr/>
              </p14:nvContentPartPr>
              <p14:xfrm>
                <a:off x="11778355" y="3716984"/>
                <a:ext cx="88200" cy="20520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43AF0D65-89B2-8CA5-F5D8-28EA41172A3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772235" y="3710864"/>
                  <a:ext cx="1004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5B0F2A6F-E590-BD21-0318-71E475E1FA66}"/>
                    </a:ext>
                  </a:extLst>
                </p14:cNvPr>
                <p14:cNvContentPartPr/>
                <p14:nvPr/>
              </p14:nvContentPartPr>
              <p14:xfrm>
                <a:off x="11902915" y="3479384"/>
                <a:ext cx="93240" cy="38088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5B0F2A6F-E590-BD21-0318-71E475E1FA6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896795" y="3473264"/>
                  <a:ext cx="10548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7331711A-FF81-9327-EABC-A689F9A3F462}"/>
                    </a:ext>
                  </a:extLst>
                </p14:cNvPr>
                <p14:cNvContentPartPr/>
                <p14:nvPr/>
              </p14:nvContentPartPr>
              <p14:xfrm>
                <a:off x="12054835" y="3638504"/>
                <a:ext cx="113400" cy="17568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7331711A-FF81-9327-EABC-A689F9A3F46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2048715" y="3632384"/>
                  <a:ext cx="12564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upo 82">
            <a:extLst>
              <a:ext uri="{FF2B5EF4-FFF2-40B4-BE49-F238E27FC236}">
                <a16:creationId xmlns:a16="http://schemas.microsoft.com/office/drawing/2014/main" id="{1E8992B2-00F4-0E4A-543A-8A1EC53B52C0}"/>
              </a:ext>
            </a:extLst>
          </p:cNvPr>
          <p:cNvGrpSpPr/>
          <p:nvPr/>
        </p:nvGrpSpPr>
        <p:grpSpPr>
          <a:xfrm>
            <a:off x="11028475" y="4148984"/>
            <a:ext cx="1063440" cy="721440"/>
            <a:chOff x="11028475" y="4148984"/>
            <a:chExt cx="1063440" cy="72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ADBEEEB7-600B-1166-1877-F89D5D1B5729}"/>
                    </a:ext>
                  </a:extLst>
                </p14:cNvPr>
                <p14:cNvContentPartPr/>
                <p14:nvPr/>
              </p14:nvContentPartPr>
              <p14:xfrm>
                <a:off x="11030635" y="4156904"/>
                <a:ext cx="207360" cy="35784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ADBEEEB7-600B-1166-1877-F89D5D1B572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024515" y="4150784"/>
                  <a:ext cx="21960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9076DD6D-47BC-0C15-BD32-BADDC1DE1FF5}"/>
                    </a:ext>
                  </a:extLst>
                </p14:cNvPr>
                <p14:cNvContentPartPr/>
                <p14:nvPr/>
              </p14:nvContentPartPr>
              <p14:xfrm>
                <a:off x="11332315" y="4214504"/>
                <a:ext cx="12240" cy="22896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9076DD6D-47BC-0C15-BD32-BADDC1DE1FF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326195" y="4208384"/>
                  <a:ext cx="244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10FD9A79-B6EE-C208-F59A-E65E252F8365}"/>
                    </a:ext>
                  </a:extLst>
                </p14:cNvPr>
                <p14:cNvContentPartPr/>
                <p14:nvPr/>
              </p14:nvContentPartPr>
              <p14:xfrm>
                <a:off x="11317915" y="4148984"/>
                <a:ext cx="163440" cy="18000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10FD9A79-B6EE-C208-F59A-E65E252F836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311795" y="4142864"/>
                  <a:ext cx="1756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BC9D0525-0566-06B3-6F69-3B856C640CD8}"/>
                    </a:ext>
                  </a:extLst>
                </p14:cNvPr>
                <p14:cNvContentPartPr/>
                <p14:nvPr/>
              </p14:nvContentPartPr>
              <p14:xfrm>
                <a:off x="11529235" y="4175624"/>
                <a:ext cx="189720" cy="3600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BC9D0525-0566-06B3-6F69-3B856C640CD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523115" y="4169504"/>
                  <a:ext cx="2019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0EB28659-6916-BC63-3619-57A7AA524318}"/>
                    </a:ext>
                  </a:extLst>
                </p14:cNvPr>
                <p14:cNvContentPartPr/>
                <p14:nvPr/>
              </p14:nvContentPartPr>
              <p14:xfrm>
                <a:off x="11599795" y="4165184"/>
                <a:ext cx="55440" cy="19152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0EB28659-6916-BC63-3619-57A7AA52431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593675" y="4159064"/>
                  <a:ext cx="676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38437874-4F1D-298F-3F3B-0CFD68B7AB21}"/>
                    </a:ext>
                  </a:extLst>
                </p14:cNvPr>
                <p14:cNvContentPartPr/>
                <p14:nvPr/>
              </p14:nvContentPartPr>
              <p14:xfrm>
                <a:off x="11028475" y="4616984"/>
                <a:ext cx="188280" cy="25344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38437874-4F1D-298F-3F3B-0CFD68B7AB2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022355" y="4610864"/>
                  <a:ext cx="2005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1389567B-AAA0-D1F6-AB3B-A70B61FE8205}"/>
                    </a:ext>
                  </a:extLst>
                </p14:cNvPr>
                <p14:cNvContentPartPr/>
                <p14:nvPr/>
              </p14:nvContentPartPr>
              <p14:xfrm>
                <a:off x="11296675" y="4612304"/>
                <a:ext cx="24480" cy="22428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1389567B-AAA0-D1F6-AB3B-A70B61FE820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290555" y="4606184"/>
                  <a:ext cx="367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52D84DFA-2D38-6AFF-6B63-DBC1A0FCD514}"/>
                    </a:ext>
                  </a:extLst>
                </p14:cNvPr>
                <p14:cNvContentPartPr/>
                <p14:nvPr/>
              </p14:nvContentPartPr>
              <p14:xfrm>
                <a:off x="11323315" y="4625264"/>
                <a:ext cx="153720" cy="21024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52D84DFA-2D38-6AFF-6B63-DBC1A0FCD51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317195" y="4619144"/>
                  <a:ext cx="1659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6A0F622C-FBE5-935C-D026-F2FEC300A44E}"/>
                    </a:ext>
                  </a:extLst>
                </p14:cNvPr>
                <p14:cNvContentPartPr/>
                <p14:nvPr/>
              </p14:nvContentPartPr>
              <p14:xfrm>
                <a:off x="11501155" y="4589264"/>
                <a:ext cx="13680" cy="19620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6A0F622C-FBE5-935C-D026-F2FEC300A44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495035" y="4583144"/>
                  <a:ext cx="259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F403B206-DE30-6519-1126-7CB183EC366C}"/>
                    </a:ext>
                  </a:extLst>
                </p14:cNvPr>
                <p14:cNvContentPartPr/>
                <p14:nvPr/>
              </p14:nvContentPartPr>
              <p14:xfrm>
                <a:off x="11571355" y="4580264"/>
                <a:ext cx="111600" cy="21780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F403B206-DE30-6519-1126-7CB183EC366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565235" y="4574144"/>
                  <a:ext cx="1238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7CA3F784-074C-42B3-E432-042B4C5E3817}"/>
                    </a:ext>
                  </a:extLst>
                </p14:cNvPr>
                <p14:cNvContentPartPr/>
                <p14:nvPr/>
              </p14:nvContentPartPr>
              <p14:xfrm>
                <a:off x="11790235" y="4541384"/>
                <a:ext cx="15840" cy="20880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7CA3F784-074C-42B3-E432-042B4C5E381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784115" y="4535264"/>
                  <a:ext cx="280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DAF51A22-0591-27A6-967A-3AD71524F858}"/>
                    </a:ext>
                  </a:extLst>
                </p14:cNvPr>
                <p14:cNvContentPartPr/>
                <p14:nvPr/>
              </p14:nvContentPartPr>
              <p14:xfrm>
                <a:off x="11760355" y="4562984"/>
                <a:ext cx="137880" cy="23220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DAF51A22-0591-27A6-967A-3AD71524F85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754235" y="4556864"/>
                  <a:ext cx="1501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BE895F14-2B12-1E04-F5E7-7F7121ED14E1}"/>
                    </a:ext>
                  </a:extLst>
                </p14:cNvPr>
                <p14:cNvContentPartPr/>
                <p14:nvPr/>
              </p14:nvContentPartPr>
              <p14:xfrm>
                <a:off x="11948995" y="4506824"/>
                <a:ext cx="142920" cy="20520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BE895F14-2B12-1E04-F5E7-7F7121ED14E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942875" y="4500704"/>
                  <a:ext cx="1551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155C307B-AA04-3EE1-EA24-2C5A7467BFE8}"/>
                    </a:ext>
                  </a:extLst>
                </p14:cNvPr>
                <p14:cNvContentPartPr/>
                <p14:nvPr/>
              </p14:nvContentPartPr>
              <p14:xfrm>
                <a:off x="11940715" y="4611584"/>
                <a:ext cx="110880" cy="1548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155C307B-AA04-3EE1-EA24-2C5A7467BFE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934595" y="4605464"/>
                  <a:ext cx="1231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6094469E-4545-B2A3-0B05-C63E1F1693F8}"/>
                    </a:ext>
                  </a:extLst>
                </p14:cNvPr>
                <p14:cNvContentPartPr/>
                <p14:nvPr/>
              </p14:nvContentPartPr>
              <p14:xfrm>
                <a:off x="11957275" y="4758464"/>
                <a:ext cx="120240" cy="540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6094469E-4545-B2A3-0B05-C63E1F1693F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951155" y="4752344"/>
                  <a:ext cx="132480" cy="17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77296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DD95E34B-77FA-B50A-5AB7-33DFA3A71DF4}"/>
                  </a:ext>
                </a:extLst>
              </p14:cNvPr>
              <p14:cNvContentPartPr/>
              <p14:nvPr/>
            </p14:nvContentPartPr>
            <p14:xfrm>
              <a:off x="2784835" y="150887"/>
              <a:ext cx="360" cy="3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DD95E34B-77FA-B50A-5AB7-33DFA3A71D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78715" y="14476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D9CE2674-B2B4-E24E-4F02-144734C99690}"/>
                  </a:ext>
                </a:extLst>
              </p14:cNvPr>
              <p14:cNvContentPartPr/>
              <p14:nvPr/>
            </p14:nvContentPartPr>
            <p14:xfrm>
              <a:off x="742555" y="344567"/>
              <a:ext cx="146880" cy="38808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D9CE2674-B2B4-E24E-4F02-144734C996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6435" y="338447"/>
                <a:ext cx="15912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2F85767B-B46E-D488-480C-7DBE327B2015}"/>
                  </a:ext>
                </a:extLst>
              </p14:cNvPr>
              <p14:cNvContentPartPr/>
              <p14:nvPr/>
            </p14:nvContentPartPr>
            <p14:xfrm>
              <a:off x="1024795" y="720767"/>
              <a:ext cx="360" cy="900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2F85767B-B46E-D488-480C-7DBE327B201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18675" y="714647"/>
                <a:ext cx="12600" cy="2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upo 43">
            <a:extLst>
              <a:ext uri="{FF2B5EF4-FFF2-40B4-BE49-F238E27FC236}">
                <a16:creationId xmlns:a16="http://schemas.microsoft.com/office/drawing/2014/main" id="{74480F84-6E06-3204-CABA-110C4E59E122}"/>
              </a:ext>
            </a:extLst>
          </p:cNvPr>
          <p:cNvGrpSpPr/>
          <p:nvPr/>
        </p:nvGrpSpPr>
        <p:grpSpPr>
          <a:xfrm>
            <a:off x="737875" y="1099847"/>
            <a:ext cx="391680" cy="406440"/>
            <a:chOff x="737875" y="1099847"/>
            <a:chExt cx="391680" cy="40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58640C25-BB87-E33E-0B5D-FADC30FFE391}"/>
                    </a:ext>
                  </a:extLst>
                </p14:cNvPr>
                <p14:cNvContentPartPr/>
                <p14:nvPr/>
              </p14:nvContentPartPr>
              <p14:xfrm>
                <a:off x="737875" y="1099847"/>
                <a:ext cx="300240" cy="40644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58640C25-BB87-E33E-0B5D-FADC30FFE39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1755" y="1093727"/>
                  <a:ext cx="31248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D4D53B04-28AE-2958-C9BA-DAAEF264C0A1}"/>
                    </a:ext>
                  </a:extLst>
                </p14:cNvPr>
                <p14:cNvContentPartPr/>
                <p14:nvPr/>
              </p14:nvContentPartPr>
              <p14:xfrm>
                <a:off x="1129195" y="1489007"/>
                <a:ext cx="360" cy="36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D4D53B04-28AE-2958-C9BA-DAAEF264C0A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23075" y="148288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upo 90">
            <a:extLst>
              <a:ext uri="{FF2B5EF4-FFF2-40B4-BE49-F238E27FC236}">
                <a16:creationId xmlns:a16="http://schemas.microsoft.com/office/drawing/2014/main" id="{7B587336-D178-FC30-DEB9-70D9E4D0E6F1}"/>
              </a:ext>
            </a:extLst>
          </p:cNvPr>
          <p:cNvGrpSpPr/>
          <p:nvPr/>
        </p:nvGrpSpPr>
        <p:grpSpPr>
          <a:xfrm>
            <a:off x="1314235" y="141887"/>
            <a:ext cx="4979160" cy="1489320"/>
            <a:chOff x="1314235" y="141887"/>
            <a:chExt cx="4979160" cy="148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62972C89-7033-8B56-55B2-5B93D803B6F7}"/>
                    </a:ext>
                  </a:extLst>
                </p14:cNvPr>
                <p14:cNvContentPartPr/>
                <p14:nvPr/>
              </p14:nvContentPartPr>
              <p14:xfrm>
                <a:off x="1314235" y="320807"/>
                <a:ext cx="182520" cy="41076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62972C89-7033-8B56-55B2-5B93D803B6F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08115" y="314687"/>
                  <a:ext cx="19476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4EC235A6-9862-8494-2B0F-A3E54B6A4C3E}"/>
                    </a:ext>
                  </a:extLst>
                </p14:cNvPr>
                <p14:cNvContentPartPr/>
                <p14:nvPr/>
              </p14:nvContentPartPr>
              <p14:xfrm>
                <a:off x="1559395" y="563087"/>
                <a:ext cx="147240" cy="15516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4EC235A6-9862-8494-2B0F-A3E54B6A4C3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53275" y="556967"/>
                  <a:ext cx="1594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4D98EA0D-91B9-5C21-0B68-8E0F940EA5BD}"/>
                    </a:ext>
                  </a:extLst>
                </p14:cNvPr>
                <p14:cNvContentPartPr/>
                <p14:nvPr/>
              </p14:nvContentPartPr>
              <p14:xfrm>
                <a:off x="1741195" y="520607"/>
                <a:ext cx="83880" cy="20160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4D98EA0D-91B9-5C21-0B68-8E0F940EA5B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35075" y="514487"/>
                  <a:ext cx="961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E3E37CEB-7928-E3C8-E624-E2B7D7FB838D}"/>
                    </a:ext>
                  </a:extLst>
                </p14:cNvPr>
                <p14:cNvContentPartPr/>
                <p14:nvPr/>
              </p14:nvContentPartPr>
              <p14:xfrm>
                <a:off x="1884115" y="531767"/>
                <a:ext cx="29520" cy="18936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E3E37CEB-7928-E3C8-E624-E2B7D7FB838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77995" y="525647"/>
                  <a:ext cx="417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E482048D-948E-E82B-0967-F37B441FD4BE}"/>
                    </a:ext>
                  </a:extLst>
                </p14:cNvPr>
                <p14:cNvContentPartPr/>
                <p14:nvPr/>
              </p14:nvContentPartPr>
              <p14:xfrm>
                <a:off x="1922995" y="605207"/>
                <a:ext cx="88560" cy="36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E482048D-948E-E82B-0967-F37B441FD4B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16875" y="599087"/>
                  <a:ext cx="1008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5CBA0493-60D4-1583-045C-5A0600ECE77C}"/>
                    </a:ext>
                  </a:extLst>
                </p14:cNvPr>
                <p14:cNvContentPartPr/>
                <p14:nvPr/>
              </p14:nvContentPartPr>
              <p14:xfrm>
                <a:off x="1996795" y="524927"/>
                <a:ext cx="141840" cy="17964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5CBA0493-60D4-1583-045C-5A0600ECE77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990675" y="518807"/>
                  <a:ext cx="1540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D8D0ADAA-3C34-25E2-6D63-AA2E13D98140}"/>
                    </a:ext>
                  </a:extLst>
                </p14:cNvPr>
                <p14:cNvContentPartPr/>
                <p14:nvPr/>
              </p14:nvContentPartPr>
              <p14:xfrm>
                <a:off x="2186515" y="538967"/>
                <a:ext cx="117720" cy="18216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D8D0ADAA-3C34-25E2-6D63-AA2E13D9814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180395" y="532847"/>
                  <a:ext cx="1299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0B726968-226A-6F74-042B-BC40AF4B77EA}"/>
                    </a:ext>
                  </a:extLst>
                </p14:cNvPr>
                <p14:cNvContentPartPr/>
                <p14:nvPr/>
              </p14:nvContentPartPr>
              <p14:xfrm>
                <a:off x="2418355" y="539687"/>
                <a:ext cx="122040" cy="17100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0B726968-226A-6F74-042B-BC40AF4B77E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412235" y="533567"/>
                  <a:ext cx="1342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592DD37C-0558-A127-0FBD-2C9B3D8F5D62}"/>
                    </a:ext>
                  </a:extLst>
                </p14:cNvPr>
                <p14:cNvContentPartPr/>
                <p14:nvPr/>
              </p14:nvContentPartPr>
              <p14:xfrm>
                <a:off x="2798155" y="243047"/>
                <a:ext cx="176760" cy="57708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592DD37C-0558-A127-0FBD-2C9B3D8F5D6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792035" y="236927"/>
                  <a:ext cx="18900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AC21C3FA-38B9-C01F-6E90-F9B10918E86E}"/>
                    </a:ext>
                  </a:extLst>
                </p14:cNvPr>
                <p14:cNvContentPartPr/>
                <p14:nvPr/>
              </p14:nvContentPartPr>
              <p14:xfrm>
                <a:off x="3072475" y="342767"/>
                <a:ext cx="31680" cy="36072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AC21C3FA-38B9-C01F-6E90-F9B10918E86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066355" y="336647"/>
                  <a:ext cx="4392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F302A30C-ACFB-A02D-B743-BA2C9073A804}"/>
                    </a:ext>
                  </a:extLst>
                </p14:cNvPr>
                <p14:cNvContentPartPr/>
                <p14:nvPr/>
              </p14:nvContentPartPr>
              <p14:xfrm>
                <a:off x="2989675" y="311447"/>
                <a:ext cx="237960" cy="26640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F302A30C-ACFB-A02D-B743-BA2C9073A80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983555" y="305327"/>
                  <a:ext cx="2502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154BD4A1-B446-173F-B191-7340B446B43F}"/>
                    </a:ext>
                  </a:extLst>
                </p14:cNvPr>
                <p14:cNvContentPartPr/>
                <p14:nvPr/>
              </p14:nvContentPartPr>
              <p14:xfrm>
                <a:off x="3226555" y="505487"/>
                <a:ext cx="146880" cy="18324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154BD4A1-B446-173F-B191-7340B446B43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220435" y="499367"/>
                  <a:ext cx="1591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CFCB067E-E682-745D-AF1C-8F5805AF5F08}"/>
                    </a:ext>
                  </a:extLst>
                </p14:cNvPr>
                <p14:cNvContentPartPr/>
                <p14:nvPr/>
              </p14:nvContentPartPr>
              <p14:xfrm>
                <a:off x="3431035" y="496487"/>
                <a:ext cx="26640" cy="20844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CFCB067E-E682-745D-AF1C-8F5805AF5F0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424915" y="490367"/>
                  <a:ext cx="388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2C013DA2-08B3-8658-9AEF-4D3F2BBD21E5}"/>
                    </a:ext>
                  </a:extLst>
                </p14:cNvPr>
                <p14:cNvContentPartPr/>
                <p14:nvPr/>
              </p14:nvContentPartPr>
              <p14:xfrm>
                <a:off x="3456955" y="567047"/>
                <a:ext cx="104400" cy="1836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2C013DA2-08B3-8658-9AEF-4D3F2BBD21E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450835" y="560927"/>
                  <a:ext cx="1166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A5609954-264C-39B9-B42D-850AE0F4FB8A}"/>
                    </a:ext>
                  </a:extLst>
                </p14:cNvPr>
                <p14:cNvContentPartPr/>
                <p14:nvPr/>
              </p14:nvContentPartPr>
              <p14:xfrm>
                <a:off x="3591235" y="539687"/>
                <a:ext cx="170280" cy="17424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A5609954-264C-39B9-B42D-850AE0F4FB8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585115" y="533567"/>
                  <a:ext cx="1825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C9DBC0A3-1AB8-482C-FC30-8C2AE29B6A96}"/>
                    </a:ext>
                  </a:extLst>
                </p14:cNvPr>
                <p14:cNvContentPartPr/>
                <p14:nvPr/>
              </p14:nvContentPartPr>
              <p14:xfrm>
                <a:off x="3800035" y="535727"/>
                <a:ext cx="164160" cy="14004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C9DBC0A3-1AB8-482C-FC30-8C2AE29B6A9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793915" y="529607"/>
                  <a:ext cx="1764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3BED3B04-14D2-36AC-8331-08981C1F846D}"/>
                    </a:ext>
                  </a:extLst>
                </p14:cNvPr>
                <p14:cNvContentPartPr/>
                <p14:nvPr/>
              </p14:nvContentPartPr>
              <p14:xfrm>
                <a:off x="4037275" y="537167"/>
                <a:ext cx="119880" cy="10224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3BED3B04-14D2-36AC-8331-08981C1F846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031155" y="531047"/>
                  <a:ext cx="1321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5D871A8E-FB85-49B0-9598-36687C67DC2A}"/>
                    </a:ext>
                  </a:extLst>
                </p14:cNvPr>
                <p14:cNvContentPartPr/>
                <p14:nvPr/>
              </p14:nvContentPartPr>
              <p14:xfrm>
                <a:off x="4034395" y="504047"/>
                <a:ext cx="23400" cy="29124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5D871A8E-FB85-49B0-9598-36687C67DC2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028275" y="497927"/>
                  <a:ext cx="356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81820C8E-2D3B-1F8F-9270-A4AA68E7A717}"/>
                    </a:ext>
                  </a:extLst>
                </p14:cNvPr>
                <p14:cNvContentPartPr/>
                <p14:nvPr/>
              </p14:nvContentPartPr>
              <p14:xfrm>
                <a:off x="4207915" y="293807"/>
                <a:ext cx="42120" cy="35928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81820C8E-2D3B-1F8F-9270-A4AA68E7A71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201795" y="287687"/>
                  <a:ext cx="543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774F70B6-628E-F9EF-B998-B654BC962C68}"/>
                    </a:ext>
                  </a:extLst>
                </p14:cNvPr>
                <p14:cNvContentPartPr/>
                <p14:nvPr/>
              </p14:nvContentPartPr>
              <p14:xfrm>
                <a:off x="4149955" y="483527"/>
                <a:ext cx="137160" cy="2880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774F70B6-628E-F9EF-B998-B654BC962C6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143835" y="477407"/>
                  <a:ext cx="1494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872D1FEA-7970-6F8E-D398-04F155C53C88}"/>
                    </a:ext>
                  </a:extLst>
                </p14:cNvPr>
                <p14:cNvContentPartPr/>
                <p14:nvPr/>
              </p14:nvContentPartPr>
              <p14:xfrm>
                <a:off x="4322395" y="490727"/>
                <a:ext cx="84960" cy="16812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872D1FEA-7970-6F8E-D398-04F155C53C8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316275" y="484607"/>
                  <a:ext cx="972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3F07F876-0EDF-34E6-8E1F-E4A066D20337}"/>
                    </a:ext>
                  </a:extLst>
                </p14:cNvPr>
                <p14:cNvContentPartPr/>
                <p14:nvPr/>
              </p14:nvContentPartPr>
              <p14:xfrm>
                <a:off x="4431475" y="499367"/>
                <a:ext cx="90360" cy="13176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3F07F876-0EDF-34E6-8E1F-E4A066D2033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425355" y="493247"/>
                  <a:ext cx="1026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1EA64385-7BDC-7EE7-CD12-26A28FB4F103}"/>
                    </a:ext>
                  </a:extLst>
                </p14:cNvPr>
                <p14:cNvContentPartPr/>
                <p14:nvPr/>
              </p14:nvContentPartPr>
              <p14:xfrm>
                <a:off x="4551715" y="473807"/>
                <a:ext cx="139680" cy="14004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1EA64385-7BDC-7EE7-CD12-26A28FB4F10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545595" y="467687"/>
                  <a:ext cx="1519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F70A0AE5-4C27-6150-013F-DC19D2A186AA}"/>
                    </a:ext>
                  </a:extLst>
                </p14:cNvPr>
                <p14:cNvContentPartPr/>
                <p14:nvPr/>
              </p14:nvContentPartPr>
              <p14:xfrm>
                <a:off x="4891555" y="413327"/>
                <a:ext cx="176400" cy="22320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F70A0AE5-4C27-6150-013F-DC19D2A186A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885435" y="407207"/>
                  <a:ext cx="1886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71BB4390-51BB-607F-43B0-FCAF159F5A90}"/>
                    </a:ext>
                  </a:extLst>
                </p14:cNvPr>
                <p14:cNvContentPartPr/>
                <p14:nvPr/>
              </p14:nvContentPartPr>
              <p14:xfrm>
                <a:off x="5127715" y="563087"/>
                <a:ext cx="7200" cy="7704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71BB4390-51BB-607F-43B0-FCAF159F5A9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121595" y="556967"/>
                  <a:ext cx="194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371D968C-900E-ADE8-25DC-06C9B92FBEB9}"/>
                    </a:ext>
                  </a:extLst>
                </p14:cNvPr>
                <p14:cNvContentPartPr/>
                <p14:nvPr/>
              </p14:nvContentPartPr>
              <p14:xfrm>
                <a:off x="5159035" y="432767"/>
                <a:ext cx="360" cy="1620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371D968C-900E-ADE8-25DC-06C9B92FBEB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152915" y="426647"/>
                  <a:ext cx="126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64EF7EC7-6F36-AE04-5672-C5CD0C933649}"/>
                    </a:ext>
                  </a:extLst>
                </p14:cNvPr>
                <p14:cNvContentPartPr/>
                <p14:nvPr/>
              </p14:nvContentPartPr>
              <p14:xfrm>
                <a:off x="5213035" y="494687"/>
                <a:ext cx="148320" cy="16272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64EF7EC7-6F36-AE04-5672-C5CD0C93364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206915" y="488567"/>
                  <a:ext cx="1605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84169471-D257-D39F-E487-01BE3566F47B}"/>
                    </a:ext>
                  </a:extLst>
                </p14:cNvPr>
                <p14:cNvContentPartPr/>
                <p14:nvPr/>
              </p14:nvContentPartPr>
              <p14:xfrm>
                <a:off x="5440555" y="532847"/>
                <a:ext cx="100440" cy="10116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84169471-D257-D39F-E487-01BE3566F47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434435" y="526727"/>
                  <a:ext cx="1126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FF7BAD30-69E8-42DD-BCB7-55E79A3BB64A}"/>
                    </a:ext>
                  </a:extLst>
                </p14:cNvPr>
                <p14:cNvContentPartPr/>
                <p14:nvPr/>
              </p14:nvContentPartPr>
              <p14:xfrm>
                <a:off x="5432995" y="502607"/>
                <a:ext cx="11520" cy="26928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FF7BAD30-69E8-42DD-BCB7-55E79A3BB64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426875" y="496487"/>
                  <a:ext cx="237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957E19FB-B5D1-8017-B312-059E0366E91A}"/>
                    </a:ext>
                  </a:extLst>
                </p14:cNvPr>
                <p14:cNvContentPartPr/>
                <p14:nvPr/>
              </p14:nvContentPartPr>
              <p14:xfrm>
                <a:off x="5571595" y="393887"/>
                <a:ext cx="20520" cy="21888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957E19FB-B5D1-8017-B312-059E0366E91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565475" y="387767"/>
                  <a:ext cx="327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E47BDB0B-B71A-06B9-2341-DE029A9ABAB3}"/>
                    </a:ext>
                  </a:extLst>
                </p14:cNvPr>
                <p14:cNvContentPartPr/>
                <p14:nvPr/>
              </p14:nvContentPartPr>
              <p14:xfrm>
                <a:off x="5637115" y="501167"/>
                <a:ext cx="145440" cy="14544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E47BDB0B-B71A-06B9-2341-DE029A9ABAB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630995" y="495047"/>
                  <a:ext cx="1576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05D7F1CE-066C-32B0-1AAA-81E1A11323BC}"/>
                    </a:ext>
                  </a:extLst>
                </p14:cNvPr>
                <p14:cNvContentPartPr/>
                <p14:nvPr/>
              </p14:nvContentPartPr>
              <p14:xfrm>
                <a:off x="5848435" y="280487"/>
                <a:ext cx="83160" cy="44172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05D7F1CE-066C-32B0-1AAA-81E1A11323B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842315" y="274367"/>
                  <a:ext cx="9540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84960DEB-07A7-BF63-2BBE-A04B3F24C9C2}"/>
                    </a:ext>
                  </a:extLst>
                </p14:cNvPr>
                <p14:cNvContentPartPr/>
                <p14:nvPr/>
              </p14:nvContentPartPr>
              <p14:xfrm>
                <a:off x="1387675" y="1186607"/>
                <a:ext cx="42120" cy="25344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84960DEB-07A7-BF63-2BBE-A04B3F24C9C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381555" y="1180487"/>
                  <a:ext cx="543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E7A8466B-22FA-AB8A-D93C-3D100980FB7E}"/>
                    </a:ext>
                  </a:extLst>
                </p14:cNvPr>
                <p14:cNvContentPartPr/>
                <p14:nvPr/>
              </p14:nvContentPartPr>
              <p14:xfrm>
                <a:off x="1395235" y="1170767"/>
                <a:ext cx="172440" cy="22284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E7A8466B-22FA-AB8A-D93C-3D100980FB7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389115" y="1164647"/>
                  <a:ext cx="1846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029A8EAF-EA18-16D9-859F-5D32E18D708E}"/>
                    </a:ext>
                  </a:extLst>
                </p14:cNvPr>
                <p14:cNvContentPartPr/>
                <p14:nvPr/>
              </p14:nvContentPartPr>
              <p14:xfrm>
                <a:off x="1641835" y="1322327"/>
                <a:ext cx="118080" cy="13248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029A8EAF-EA18-16D9-859F-5D32E18D708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635715" y="1316207"/>
                  <a:ext cx="1303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D11CBC94-EB37-E007-C902-D74110433655}"/>
                    </a:ext>
                  </a:extLst>
                </p14:cNvPr>
                <p14:cNvContentPartPr/>
                <p14:nvPr/>
              </p14:nvContentPartPr>
              <p14:xfrm>
                <a:off x="1775395" y="1180487"/>
                <a:ext cx="153720" cy="29592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D11CBC94-EB37-E007-C902-D7411043365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769275" y="1174367"/>
                  <a:ext cx="1659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A8AD2D02-196A-37EC-097B-DDB367D4DA9F}"/>
                    </a:ext>
                  </a:extLst>
                </p14:cNvPr>
                <p14:cNvContentPartPr/>
                <p14:nvPr/>
              </p14:nvContentPartPr>
              <p14:xfrm>
                <a:off x="2285875" y="1180487"/>
                <a:ext cx="203040" cy="30024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A8AD2D02-196A-37EC-097B-DDB367D4DA9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279755" y="1174367"/>
                  <a:ext cx="215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C764CB81-B86B-4108-2843-48BA65595460}"/>
                    </a:ext>
                  </a:extLst>
                </p14:cNvPr>
                <p14:cNvContentPartPr/>
                <p14:nvPr/>
              </p14:nvContentPartPr>
              <p14:xfrm>
                <a:off x="2532475" y="1333487"/>
                <a:ext cx="96840" cy="14292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C764CB81-B86B-4108-2843-48BA6559546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526355" y="1327367"/>
                  <a:ext cx="1090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69BFC68E-7AFA-DE7D-7065-CB1AB3AB0DD5}"/>
                    </a:ext>
                  </a:extLst>
                </p14:cNvPr>
                <p14:cNvContentPartPr/>
                <p14:nvPr/>
              </p14:nvContentPartPr>
              <p14:xfrm>
                <a:off x="2676835" y="1335647"/>
                <a:ext cx="84960" cy="14256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69BFC68E-7AFA-DE7D-7065-CB1AB3AB0DD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670715" y="1329527"/>
                  <a:ext cx="972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BAEF46F1-33E9-D531-410E-07952A120028}"/>
                    </a:ext>
                  </a:extLst>
                </p14:cNvPr>
                <p14:cNvContentPartPr/>
                <p14:nvPr/>
              </p14:nvContentPartPr>
              <p14:xfrm>
                <a:off x="2847115" y="1298207"/>
                <a:ext cx="16200" cy="16236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BAEF46F1-33E9-D531-410E-07952A12002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840995" y="1292087"/>
                  <a:ext cx="284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C9AB54DB-DCF7-08F4-03A0-21FEC4EAA3E0}"/>
                    </a:ext>
                  </a:extLst>
                </p14:cNvPr>
                <p14:cNvContentPartPr/>
                <p14:nvPr/>
              </p14:nvContentPartPr>
              <p14:xfrm>
                <a:off x="2841355" y="1373087"/>
                <a:ext cx="104760" cy="792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C9AB54DB-DCF7-08F4-03A0-21FEC4EAA3E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835235" y="1366967"/>
                  <a:ext cx="1170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834E5D50-90E9-10E0-36B1-8C14E86364DD}"/>
                    </a:ext>
                  </a:extLst>
                </p14:cNvPr>
                <p14:cNvContentPartPr/>
                <p14:nvPr/>
              </p14:nvContentPartPr>
              <p14:xfrm>
                <a:off x="2957275" y="1345727"/>
                <a:ext cx="104040" cy="10476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834E5D50-90E9-10E0-36B1-8C14E86364D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951155" y="1339607"/>
                  <a:ext cx="1162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800EF962-63D8-F94A-8E8D-6FE0A3454310}"/>
                    </a:ext>
                  </a:extLst>
                </p14:cNvPr>
                <p14:cNvContentPartPr/>
                <p14:nvPr/>
              </p14:nvContentPartPr>
              <p14:xfrm>
                <a:off x="3107395" y="1318007"/>
                <a:ext cx="91440" cy="14364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800EF962-63D8-F94A-8E8D-6FE0A345431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101275" y="1311887"/>
                  <a:ext cx="1036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B7AB9DE0-21A3-5682-F176-55CEB5BEAD85}"/>
                    </a:ext>
                  </a:extLst>
                </p14:cNvPr>
                <p14:cNvContentPartPr/>
                <p14:nvPr/>
              </p14:nvContentPartPr>
              <p14:xfrm>
                <a:off x="3212515" y="1333487"/>
                <a:ext cx="86400" cy="12924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B7AB9DE0-21A3-5682-F176-55CEB5BEAD8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206395" y="1327367"/>
                  <a:ext cx="986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032F2157-F270-5FF1-106F-51CC5EA7E971}"/>
                    </a:ext>
                  </a:extLst>
                </p14:cNvPr>
                <p14:cNvContentPartPr/>
                <p14:nvPr/>
              </p14:nvContentPartPr>
              <p14:xfrm>
                <a:off x="3344275" y="1263287"/>
                <a:ext cx="17280" cy="21744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032F2157-F270-5FF1-106F-51CC5EA7E97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338155" y="1257167"/>
                  <a:ext cx="295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1D1F5245-FAED-B506-9B51-7BD8A5478D42}"/>
                    </a:ext>
                  </a:extLst>
                </p14:cNvPr>
                <p14:cNvContentPartPr/>
                <p14:nvPr/>
              </p14:nvContentPartPr>
              <p14:xfrm>
                <a:off x="3713635" y="1125407"/>
                <a:ext cx="229680" cy="33768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1D1F5245-FAED-B506-9B51-7BD8A5478D4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707515" y="1119287"/>
                  <a:ext cx="24192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13169ABC-BD75-3A55-F1C0-E9B9F57065EA}"/>
                    </a:ext>
                  </a:extLst>
                </p14:cNvPr>
                <p14:cNvContentPartPr/>
                <p14:nvPr/>
              </p14:nvContentPartPr>
              <p14:xfrm>
                <a:off x="4006315" y="1299287"/>
                <a:ext cx="84600" cy="19224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13169ABC-BD75-3A55-F1C0-E9B9F57065E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000195" y="1293167"/>
                  <a:ext cx="968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2AB942FC-F125-616C-AC35-38E98E9888AE}"/>
                    </a:ext>
                  </a:extLst>
                </p14:cNvPr>
                <p14:cNvContentPartPr/>
                <p14:nvPr/>
              </p14:nvContentPartPr>
              <p14:xfrm>
                <a:off x="4175515" y="1235927"/>
                <a:ext cx="7200" cy="25344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2AB942FC-F125-616C-AC35-38E98E9888A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169395" y="1229807"/>
                  <a:ext cx="194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12D90696-0863-E0D5-CEA3-3C7603511694}"/>
                    </a:ext>
                  </a:extLst>
                </p14:cNvPr>
                <p14:cNvContentPartPr/>
                <p14:nvPr/>
              </p14:nvContentPartPr>
              <p14:xfrm>
                <a:off x="4305115" y="1198127"/>
                <a:ext cx="6120" cy="25056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12D90696-0863-E0D5-CEA3-3C760351169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298995" y="1192007"/>
                  <a:ext cx="183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CF2E3F89-9C7F-3088-7C1C-3F62FF41956D}"/>
                    </a:ext>
                  </a:extLst>
                </p14:cNvPr>
                <p14:cNvContentPartPr/>
                <p14:nvPr/>
              </p14:nvContentPartPr>
              <p14:xfrm>
                <a:off x="4273075" y="1357607"/>
                <a:ext cx="115560" cy="3312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CF2E3F89-9C7F-3088-7C1C-3F62FF41956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266955" y="1351487"/>
                  <a:ext cx="1278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63A667C9-99E3-D35A-D555-E994CBD43D51}"/>
                    </a:ext>
                  </a:extLst>
                </p14:cNvPr>
                <p14:cNvContentPartPr/>
                <p14:nvPr/>
              </p14:nvContentPartPr>
              <p14:xfrm>
                <a:off x="4462075" y="1265087"/>
                <a:ext cx="18000" cy="16236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63A667C9-99E3-D35A-D555-E994CBD43D5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455955" y="1258967"/>
                  <a:ext cx="302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3C1B797D-BD17-6FD7-083D-870340176E34}"/>
                    </a:ext>
                  </a:extLst>
                </p14:cNvPr>
                <p14:cNvContentPartPr/>
                <p14:nvPr/>
              </p14:nvContentPartPr>
              <p14:xfrm>
                <a:off x="4536955" y="1321967"/>
                <a:ext cx="121320" cy="11952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3C1B797D-BD17-6FD7-083D-870340176E3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530835" y="1315847"/>
                  <a:ext cx="1335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3BAFF764-4156-2DE4-A012-191EE3883DAE}"/>
                    </a:ext>
                  </a:extLst>
                </p14:cNvPr>
                <p14:cNvContentPartPr/>
                <p14:nvPr/>
              </p14:nvContentPartPr>
              <p14:xfrm>
                <a:off x="4703635" y="1288127"/>
                <a:ext cx="115920" cy="13932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3BAFF764-4156-2DE4-A012-191EE3883DA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697515" y="1282007"/>
                  <a:ext cx="1281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FCA7AAB7-18D6-03AD-87BB-D317C791BCE4}"/>
                    </a:ext>
                  </a:extLst>
                </p14:cNvPr>
                <p14:cNvContentPartPr/>
                <p14:nvPr/>
              </p14:nvContentPartPr>
              <p14:xfrm>
                <a:off x="4844035" y="1258967"/>
                <a:ext cx="98280" cy="24948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FCA7AAB7-18D6-03AD-87BB-D317C791BCE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837915" y="1252847"/>
                  <a:ext cx="1105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5FFCDD98-C05D-9842-4A75-13278A9992DC}"/>
                    </a:ext>
                  </a:extLst>
                </p14:cNvPr>
                <p14:cNvContentPartPr/>
                <p14:nvPr/>
              </p14:nvContentPartPr>
              <p14:xfrm>
                <a:off x="4974355" y="1247447"/>
                <a:ext cx="97560" cy="16128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5FFCDD98-C05D-9842-4A75-13278A9992D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968235" y="1241327"/>
                  <a:ext cx="1098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58509E7C-8FF2-FEFE-B037-FEC8E2EF7FF8}"/>
                    </a:ext>
                  </a:extLst>
                </p14:cNvPr>
                <p14:cNvContentPartPr/>
                <p14:nvPr/>
              </p14:nvContentPartPr>
              <p14:xfrm>
                <a:off x="5747275" y="141887"/>
                <a:ext cx="546120" cy="148932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58509E7C-8FF2-FEFE-B037-FEC8E2EF7FF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741155" y="135767"/>
                  <a:ext cx="558360" cy="150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upo 99">
            <a:extLst>
              <a:ext uri="{FF2B5EF4-FFF2-40B4-BE49-F238E27FC236}">
                <a16:creationId xmlns:a16="http://schemas.microsoft.com/office/drawing/2014/main" id="{DD8D8795-134E-9080-8363-3D39F22D7B4A}"/>
              </a:ext>
            </a:extLst>
          </p:cNvPr>
          <p:cNvGrpSpPr/>
          <p:nvPr/>
        </p:nvGrpSpPr>
        <p:grpSpPr>
          <a:xfrm>
            <a:off x="6327595" y="662807"/>
            <a:ext cx="720000" cy="221760"/>
            <a:chOff x="6327595" y="662807"/>
            <a:chExt cx="720000" cy="22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A40A0998-32E2-3960-32E1-5321FF66614F}"/>
                    </a:ext>
                  </a:extLst>
                </p14:cNvPr>
                <p14:cNvContentPartPr/>
                <p14:nvPr/>
              </p14:nvContentPartPr>
              <p14:xfrm>
                <a:off x="6327595" y="765047"/>
                <a:ext cx="539640" cy="504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A40A0998-32E2-3960-32E1-5321FF66614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321475" y="758927"/>
                  <a:ext cx="55188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335B22DD-15F3-15B7-C448-F7B263EA608A}"/>
                    </a:ext>
                  </a:extLst>
                </p14:cNvPr>
                <p14:cNvContentPartPr/>
                <p14:nvPr/>
              </p14:nvContentPartPr>
              <p14:xfrm>
                <a:off x="6831955" y="662807"/>
                <a:ext cx="215640" cy="22176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335B22DD-15F3-15B7-C448-F7B263EA608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825835" y="656687"/>
                  <a:ext cx="227880" cy="23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102" name="Entrada de lápiz 101">
                <a:extLst>
                  <a:ext uri="{FF2B5EF4-FFF2-40B4-BE49-F238E27FC236}">
                    <a16:creationId xmlns:a16="http://schemas.microsoft.com/office/drawing/2014/main" id="{780D0583-B60D-A815-CF1D-D0AA0B0BBD74}"/>
                  </a:ext>
                </a:extLst>
              </p14:cNvPr>
              <p14:cNvContentPartPr/>
              <p14:nvPr/>
            </p14:nvContentPartPr>
            <p14:xfrm>
              <a:off x="9134515" y="311087"/>
              <a:ext cx="158760" cy="525600"/>
            </p14:xfrm>
          </p:contentPart>
        </mc:Choice>
        <mc:Fallback>
          <p:pic>
            <p:nvPicPr>
              <p:cNvPr id="102" name="Entrada de lápiz 101">
                <a:extLst>
                  <a:ext uri="{FF2B5EF4-FFF2-40B4-BE49-F238E27FC236}">
                    <a16:creationId xmlns:a16="http://schemas.microsoft.com/office/drawing/2014/main" id="{780D0583-B60D-A815-CF1D-D0AA0B0BBD74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9128395" y="304967"/>
                <a:ext cx="171000" cy="53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Grupo 111">
            <a:extLst>
              <a:ext uri="{FF2B5EF4-FFF2-40B4-BE49-F238E27FC236}">
                <a16:creationId xmlns:a16="http://schemas.microsoft.com/office/drawing/2014/main" id="{E964C766-278F-DD29-65A1-F96503D1C727}"/>
              </a:ext>
            </a:extLst>
          </p:cNvPr>
          <p:cNvGrpSpPr/>
          <p:nvPr/>
        </p:nvGrpSpPr>
        <p:grpSpPr>
          <a:xfrm>
            <a:off x="7287715" y="472727"/>
            <a:ext cx="1466280" cy="855720"/>
            <a:chOff x="7287715" y="472727"/>
            <a:chExt cx="1466280" cy="85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F442FB48-CCA1-76A6-78F0-69256F400362}"/>
                    </a:ext>
                  </a:extLst>
                </p14:cNvPr>
                <p14:cNvContentPartPr/>
                <p14:nvPr/>
              </p14:nvContentPartPr>
              <p14:xfrm>
                <a:off x="7287715" y="472727"/>
                <a:ext cx="259200" cy="36216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F442FB48-CCA1-76A6-78F0-69256F40036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281595" y="466607"/>
                  <a:ext cx="27144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AB4A91C8-1953-BF56-AC84-00A546EB8459}"/>
                    </a:ext>
                  </a:extLst>
                </p14:cNvPr>
                <p14:cNvContentPartPr/>
                <p14:nvPr/>
              </p14:nvContentPartPr>
              <p14:xfrm>
                <a:off x="7609555" y="644447"/>
                <a:ext cx="178920" cy="17892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AB4A91C8-1953-BF56-AC84-00A546EB845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603435" y="638327"/>
                  <a:ext cx="1911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0D89A792-7B2B-7BCB-1D49-873675797EBA}"/>
                    </a:ext>
                  </a:extLst>
                </p14:cNvPr>
                <p14:cNvContentPartPr/>
                <p14:nvPr/>
              </p14:nvContentPartPr>
              <p14:xfrm>
                <a:off x="7857955" y="649127"/>
                <a:ext cx="273240" cy="19944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0D89A792-7B2B-7BCB-1D49-873675797EBA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851835" y="643007"/>
                  <a:ext cx="2854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62521859-8769-9D20-31CF-DB6269CF9E2A}"/>
                    </a:ext>
                  </a:extLst>
                </p14:cNvPr>
                <p14:cNvContentPartPr/>
                <p14:nvPr/>
              </p14:nvContentPartPr>
              <p14:xfrm>
                <a:off x="8184115" y="665687"/>
                <a:ext cx="144360" cy="17244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62521859-8769-9D20-31CF-DB6269CF9E2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177995" y="659567"/>
                  <a:ext cx="1566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51B53DC9-165B-3A75-6CEC-D348DC8DA122}"/>
                    </a:ext>
                  </a:extLst>
                </p14:cNvPr>
                <p14:cNvContentPartPr/>
                <p14:nvPr/>
              </p14:nvContentPartPr>
              <p14:xfrm>
                <a:off x="8375995" y="627527"/>
                <a:ext cx="118080" cy="23256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51B53DC9-165B-3A75-6CEC-D348DC8DA12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369875" y="621407"/>
                  <a:ext cx="1303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6BC9FA6B-C867-8B37-2262-37AD6709A154}"/>
                    </a:ext>
                  </a:extLst>
                </p14:cNvPr>
                <p14:cNvContentPartPr/>
                <p14:nvPr/>
              </p14:nvContentPartPr>
              <p14:xfrm>
                <a:off x="8616835" y="654167"/>
                <a:ext cx="115200" cy="20808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6BC9FA6B-C867-8B37-2262-37AD6709A15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610715" y="648047"/>
                  <a:ext cx="1274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6C4A43DD-02B9-9C96-CAAE-9F5556DDBD12}"/>
                    </a:ext>
                  </a:extLst>
                </p14:cNvPr>
                <p14:cNvContentPartPr/>
                <p14:nvPr/>
              </p14:nvContentPartPr>
              <p14:xfrm>
                <a:off x="7829875" y="1004087"/>
                <a:ext cx="275040" cy="2268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6C4A43DD-02B9-9C96-CAAE-9F5556DDBD1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823755" y="997967"/>
                  <a:ext cx="2872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CF4A1451-25DD-504C-5F13-954B57958785}"/>
                    </a:ext>
                  </a:extLst>
                </p14:cNvPr>
                <p14:cNvContentPartPr/>
                <p14:nvPr/>
              </p14:nvContentPartPr>
              <p14:xfrm>
                <a:off x="7972435" y="998327"/>
                <a:ext cx="6120" cy="22860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CF4A1451-25DD-504C-5F13-954B5795878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966315" y="992207"/>
                  <a:ext cx="183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F9723C9D-0D8B-EBDD-F4EC-1E65EE346E07}"/>
                    </a:ext>
                  </a:extLst>
                </p14:cNvPr>
                <p14:cNvContentPartPr/>
                <p14:nvPr/>
              </p14:nvContentPartPr>
              <p14:xfrm>
                <a:off x="8054515" y="1139807"/>
                <a:ext cx="185400" cy="18864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F9723C9D-0D8B-EBDD-F4EC-1E65EE346E0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048395" y="1133687"/>
                  <a:ext cx="1976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0AF62788-34D7-AEEB-E609-051E84B66F3E}"/>
                    </a:ext>
                  </a:extLst>
                </p14:cNvPr>
                <p14:cNvContentPartPr/>
                <p14:nvPr/>
              </p14:nvContentPartPr>
              <p14:xfrm>
                <a:off x="8246395" y="1037927"/>
                <a:ext cx="16560" cy="27360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0AF62788-34D7-AEEB-E609-051E84B66F3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240275" y="1031807"/>
                  <a:ext cx="2880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0DF062B7-17D1-C8A2-4C09-3E5359D79D2E}"/>
                    </a:ext>
                  </a:extLst>
                </p14:cNvPr>
                <p14:cNvContentPartPr/>
                <p14:nvPr/>
              </p14:nvContentPartPr>
              <p14:xfrm>
                <a:off x="8370955" y="1034687"/>
                <a:ext cx="11160" cy="24228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0DF062B7-17D1-C8A2-4C09-3E5359D79D2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364835" y="1028567"/>
                  <a:ext cx="234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5BF4C0E9-6873-6FBD-1480-6FCF3B7EDDB1}"/>
                    </a:ext>
                  </a:extLst>
                </p14:cNvPr>
                <p14:cNvContentPartPr/>
                <p14:nvPr/>
              </p14:nvContentPartPr>
              <p14:xfrm>
                <a:off x="8440795" y="1143047"/>
                <a:ext cx="96840" cy="14976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5BF4C0E9-6873-6FBD-1480-6FCF3B7EDDB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434675" y="1136927"/>
                  <a:ext cx="1090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F9DF6D56-BE8F-9267-4D85-1B5452531EC7}"/>
                    </a:ext>
                  </a:extLst>
                </p14:cNvPr>
                <p14:cNvContentPartPr/>
                <p14:nvPr/>
              </p14:nvContentPartPr>
              <p14:xfrm>
                <a:off x="8611075" y="1143407"/>
                <a:ext cx="11880" cy="17964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F9DF6D56-BE8F-9267-4D85-1B5452531EC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604955" y="1137287"/>
                  <a:ext cx="241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A262EC3C-FA8A-5592-13D1-752FA55E7697}"/>
                    </a:ext>
                  </a:extLst>
                </p14:cNvPr>
                <p14:cNvContentPartPr/>
                <p14:nvPr/>
              </p14:nvContentPartPr>
              <p14:xfrm>
                <a:off x="8625115" y="1189487"/>
                <a:ext cx="128880" cy="4104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A262EC3C-FA8A-5592-13D1-752FA55E769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618995" y="1183367"/>
                  <a:ext cx="14112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upo 126">
            <a:extLst>
              <a:ext uri="{FF2B5EF4-FFF2-40B4-BE49-F238E27FC236}">
                <a16:creationId xmlns:a16="http://schemas.microsoft.com/office/drawing/2014/main" id="{CCAC2050-ED13-D55E-17A4-D12F1BB64A35}"/>
              </a:ext>
            </a:extLst>
          </p:cNvPr>
          <p:cNvGrpSpPr/>
          <p:nvPr/>
        </p:nvGrpSpPr>
        <p:grpSpPr>
          <a:xfrm>
            <a:off x="9465715" y="565967"/>
            <a:ext cx="2079720" cy="404280"/>
            <a:chOff x="9465715" y="565967"/>
            <a:chExt cx="2079720" cy="40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864B5A5D-C380-4F3B-8141-A4DBB75D54BC}"/>
                    </a:ext>
                  </a:extLst>
                </p14:cNvPr>
                <p14:cNvContentPartPr/>
                <p14:nvPr/>
              </p14:nvContentPartPr>
              <p14:xfrm>
                <a:off x="9465715" y="834887"/>
                <a:ext cx="237600" cy="504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864B5A5D-C380-4F3B-8141-A4DBB75D54BC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459595" y="828767"/>
                  <a:ext cx="24984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19876656-937B-3511-3C1E-E7B273CE3FF6}"/>
                    </a:ext>
                  </a:extLst>
                </p14:cNvPr>
                <p14:cNvContentPartPr/>
                <p14:nvPr/>
              </p14:nvContentPartPr>
              <p14:xfrm>
                <a:off x="9722755" y="753887"/>
                <a:ext cx="209880" cy="18936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19876656-937B-3511-3C1E-E7B273CE3FF6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716635" y="747767"/>
                  <a:ext cx="2221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E6DE7602-D752-FA7B-A97A-6CE3CD3F13A8}"/>
                    </a:ext>
                  </a:extLst>
                </p14:cNvPr>
                <p14:cNvContentPartPr/>
                <p14:nvPr/>
              </p14:nvContentPartPr>
              <p14:xfrm>
                <a:off x="10070875" y="565967"/>
                <a:ext cx="164160" cy="39348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E6DE7602-D752-FA7B-A97A-6CE3CD3F13A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064755" y="559847"/>
                  <a:ext cx="1764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882087B2-8E13-E194-23BC-6E3494BCCD98}"/>
                    </a:ext>
                  </a:extLst>
                </p14:cNvPr>
                <p14:cNvContentPartPr/>
                <p14:nvPr/>
              </p14:nvContentPartPr>
              <p14:xfrm>
                <a:off x="10307755" y="746327"/>
                <a:ext cx="114840" cy="19440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882087B2-8E13-E194-23BC-6E3494BCCD9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301635" y="740207"/>
                  <a:ext cx="1270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C5E7E2C7-E2D3-D4FA-CB06-988012169009}"/>
                    </a:ext>
                  </a:extLst>
                </p14:cNvPr>
                <p14:cNvContentPartPr/>
                <p14:nvPr/>
              </p14:nvContentPartPr>
              <p14:xfrm>
                <a:off x="10538875" y="661367"/>
                <a:ext cx="33480" cy="26640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C5E7E2C7-E2D3-D4FA-CB06-98801216900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0532755" y="655247"/>
                  <a:ext cx="457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0A6E4C4D-2D57-3364-A536-68BFBD8878C9}"/>
                    </a:ext>
                  </a:extLst>
                </p14:cNvPr>
                <p14:cNvContentPartPr/>
                <p14:nvPr/>
              </p14:nvContentPartPr>
              <p14:xfrm>
                <a:off x="10498555" y="797447"/>
                <a:ext cx="170280" cy="1224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0A6E4C4D-2D57-3364-A536-68BFBD8878C9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492435" y="791327"/>
                  <a:ext cx="1825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3FDC9F6D-5E9C-7321-76B8-5ED94336642A}"/>
                    </a:ext>
                  </a:extLst>
                </p14:cNvPr>
                <p14:cNvContentPartPr/>
                <p14:nvPr/>
              </p14:nvContentPartPr>
              <p14:xfrm>
                <a:off x="10630675" y="809327"/>
                <a:ext cx="183240" cy="13068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3FDC9F6D-5E9C-7321-76B8-5ED94336642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624555" y="803207"/>
                  <a:ext cx="1954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A2BE7AE2-C5FE-5248-6FEB-A10019DFA4C7}"/>
                    </a:ext>
                  </a:extLst>
                </p14:cNvPr>
                <p14:cNvContentPartPr/>
                <p14:nvPr/>
              </p14:nvContentPartPr>
              <p14:xfrm>
                <a:off x="10858915" y="797447"/>
                <a:ext cx="108000" cy="11988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A2BE7AE2-C5FE-5248-6FEB-A10019DFA4C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852795" y="791327"/>
                  <a:ext cx="1202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6F220A43-110E-9CF4-1FA4-BDA6F3B93822}"/>
                    </a:ext>
                  </a:extLst>
                </p14:cNvPr>
                <p14:cNvContentPartPr/>
                <p14:nvPr/>
              </p14:nvContentPartPr>
              <p14:xfrm>
                <a:off x="10849555" y="680087"/>
                <a:ext cx="24840" cy="23940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6F220A43-110E-9CF4-1FA4-BDA6F3B9382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843435" y="673967"/>
                  <a:ext cx="370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A2EAFDD8-5130-3A92-D1A7-487ED9DB7667}"/>
                    </a:ext>
                  </a:extLst>
                </p14:cNvPr>
                <p14:cNvContentPartPr/>
                <p14:nvPr/>
              </p14:nvContentPartPr>
              <p14:xfrm>
                <a:off x="11033155" y="816167"/>
                <a:ext cx="66240" cy="12168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A2EAFDD8-5130-3A92-D1A7-487ED9DB7667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1027035" y="810047"/>
                  <a:ext cx="78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12DA5F58-4364-A0A5-770B-F25BBD905AC4}"/>
                    </a:ext>
                  </a:extLst>
                </p14:cNvPr>
                <p14:cNvContentPartPr/>
                <p14:nvPr/>
              </p14:nvContentPartPr>
              <p14:xfrm>
                <a:off x="11157355" y="830567"/>
                <a:ext cx="105840" cy="9612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12DA5F58-4364-A0A5-770B-F25BBD905AC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1151235" y="824447"/>
                  <a:ext cx="1180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D747CFAC-C069-6A6B-D7F0-D95F684E68BE}"/>
                    </a:ext>
                  </a:extLst>
                </p14:cNvPr>
                <p14:cNvContentPartPr/>
                <p14:nvPr/>
              </p14:nvContentPartPr>
              <p14:xfrm>
                <a:off x="11339515" y="693047"/>
                <a:ext cx="38160" cy="22860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D747CFAC-C069-6A6B-D7F0-D95F684E68BE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1333395" y="686927"/>
                  <a:ext cx="504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80A8F204-1162-3589-D44E-C47F50A64F3F}"/>
                    </a:ext>
                  </a:extLst>
                </p14:cNvPr>
                <p14:cNvContentPartPr/>
                <p14:nvPr/>
              </p14:nvContentPartPr>
              <p14:xfrm>
                <a:off x="11340955" y="745607"/>
                <a:ext cx="135000" cy="12852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80A8F204-1162-3589-D44E-C47F50A64F3F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1334835" y="739487"/>
                  <a:ext cx="1472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E01EB0A8-8096-3FE6-4796-7502E80878BE}"/>
                    </a:ext>
                  </a:extLst>
                </p14:cNvPr>
                <p14:cNvContentPartPr/>
                <p14:nvPr/>
              </p14:nvContentPartPr>
              <p14:xfrm>
                <a:off x="11405035" y="834887"/>
                <a:ext cx="140400" cy="13536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E01EB0A8-8096-3FE6-4796-7502E80878B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1398915" y="828767"/>
                  <a:ext cx="152640" cy="14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upo 130">
            <a:extLst>
              <a:ext uri="{FF2B5EF4-FFF2-40B4-BE49-F238E27FC236}">
                <a16:creationId xmlns:a16="http://schemas.microsoft.com/office/drawing/2014/main" id="{2BD0A212-6EA2-2A20-766C-DEE17BED18C9}"/>
              </a:ext>
            </a:extLst>
          </p:cNvPr>
          <p:cNvGrpSpPr/>
          <p:nvPr/>
        </p:nvGrpSpPr>
        <p:grpSpPr>
          <a:xfrm>
            <a:off x="621235" y="1943327"/>
            <a:ext cx="473400" cy="398160"/>
            <a:chOff x="621235" y="1943327"/>
            <a:chExt cx="473400" cy="39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4D92513E-C83C-F957-CD2C-4B047719E08C}"/>
                    </a:ext>
                  </a:extLst>
                </p14:cNvPr>
                <p14:cNvContentPartPr/>
                <p14:nvPr/>
              </p14:nvContentPartPr>
              <p14:xfrm>
                <a:off x="839755" y="1971047"/>
                <a:ext cx="360" cy="36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4D92513E-C83C-F957-CD2C-4B047719E08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33635" y="196492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6BCF665A-EEB6-8E02-158B-54C4360F3D05}"/>
                    </a:ext>
                  </a:extLst>
                </p14:cNvPr>
                <p14:cNvContentPartPr/>
                <p14:nvPr/>
              </p14:nvContentPartPr>
              <p14:xfrm>
                <a:off x="621235" y="1943327"/>
                <a:ext cx="355680" cy="39816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6BCF665A-EEB6-8E02-158B-54C4360F3D0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15115" y="1937207"/>
                  <a:ext cx="36792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80C9ABFE-0A25-AAA6-DBEA-78C7167E7EA6}"/>
                    </a:ext>
                  </a:extLst>
                </p14:cNvPr>
                <p14:cNvContentPartPr/>
                <p14:nvPr/>
              </p14:nvContentPartPr>
              <p14:xfrm>
                <a:off x="1094275" y="2329967"/>
                <a:ext cx="360" cy="36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80C9ABFE-0A25-AAA6-DBEA-78C7167E7EA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88155" y="232384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upo 148">
            <a:extLst>
              <a:ext uri="{FF2B5EF4-FFF2-40B4-BE49-F238E27FC236}">
                <a16:creationId xmlns:a16="http://schemas.microsoft.com/office/drawing/2014/main" id="{8B3A4FF9-F60D-DCCD-F32D-1F0F3588D1BE}"/>
              </a:ext>
            </a:extLst>
          </p:cNvPr>
          <p:cNvGrpSpPr/>
          <p:nvPr/>
        </p:nvGrpSpPr>
        <p:grpSpPr>
          <a:xfrm>
            <a:off x="1374715" y="1983647"/>
            <a:ext cx="924480" cy="389880"/>
            <a:chOff x="1374715" y="1983647"/>
            <a:chExt cx="924480" cy="38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09E7C9A4-3908-B950-0166-5025C3572D26}"/>
                    </a:ext>
                  </a:extLst>
                </p14:cNvPr>
                <p14:cNvContentPartPr/>
                <p14:nvPr/>
              </p14:nvContentPartPr>
              <p14:xfrm>
                <a:off x="1417915" y="2093807"/>
                <a:ext cx="26640" cy="27252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09E7C9A4-3908-B950-0166-5025C3572D26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411795" y="2087687"/>
                  <a:ext cx="388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FD364411-7649-8E0E-D63A-A1342173B1DD}"/>
                    </a:ext>
                  </a:extLst>
                </p14:cNvPr>
                <p14:cNvContentPartPr/>
                <p14:nvPr/>
              </p14:nvContentPartPr>
              <p14:xfrm>
                <a:off x="1374715" y="1983647"/>
                <a:ext cx="157680" cy="30564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FD364411-7649-8E0E-D63A-A1342173B1DD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368595" y="1977527"/>
                  <a:ext cx="16992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50A81887-1D82-7C69-4A24-F28C5682C35E}"/>
                    </a:ext>
                  </a:extLst>
                </p14:cNvPr>
                <p14:cNvContentPartPr/>
                <p14:nvPr/>
              </p14:nvContentPartPr>
              <p14:xfrm>
                <a:off x="1620955" y="2180927"/>
                <a:ext cx="167760" cy="16992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50A81887-1D82-7C69-4A24-F28C5682C35E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614835" y="2174807"/>
                  <a:ext cx="1800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2F2036CB-DE6F-C2E9-D36F-D3DA160474AF}"/>
                    </a:ext>
                  </a:extLst>
                </p14:cNvPr>
                <p14:cNvContentPartPr/>
                <p14:nvPr/>
              </p14:nvContentPartPr>
              <p14:xfrm>
                <a:off x="1828315" y="2064647"/>
                <a:ext cx="134280" cy="30888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2F2036CB-DE6F-C2E9-D36F-D3DA160474AF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822195" y="2058527"/>
                  <a:ext cx="1465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B85591F4-5512-306F-B781-5205AA3D720A}"/>
                    </a:ext>
                  </a:extLst>
                </p14:cNvPr>
                <p14:cNvContentPartPr/>
                <p14:nvPr/>
              </p14:nvContentPartPr>
              <p14:xfrm>
                <a:off x="1987075" y="2203967"/>
                <a:ext cx="144360" cy="15624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B85591F4-5512-306F-B781-5205AA3D720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980955" y="2197847"/>
                  <a:ext cx="1566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E8AA3454-0DAE-3899-2A82-3CA5E5DEE57C}"/>
                    </a:ext>
                  </a:extLst>
                </p14:cNvPr>
                <p14:cNvContentPartPr/>
                <p14:nvPr/>
              </p14:nvContentPartPr>
              <p14:xfrm>
                <a:off x="2150515" y="2211167"/>
                <a:ext cx="148680" cy="12168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E8AA3454-0DAE-3899-2A82-3CA5E5DEE57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144395" y="2205047"/>
                  <a:ext cx="160920" cy="13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upo 184">
            <a:extLst>
              <a:ext uri="{FF2B5EF4-FFF2-40B4-BE49-F238E27FC236}">
                <a16:creationId xmlns:a16="http://schemas.microsoft.com/office/drawing/2014/main" id="{AAF1C639-D01E-4D30-5B57-C93CE5F96DB0}"/>
              </a:ext>
            </a:extLst>
          </p:cNvPr>
          <p:cNvGrpSpPr/>
          <p:nvPr/>
        </p:nvGrpSpPr>
        <p:grpSpPr>
          <a:xfrm>
            <a:off x="2604475" y="1918847"/>
            <a:ext cx="4133880" cy="986400"/>
            <a:chOff x="2604475" y="1918847"/>
            <a:chExt cx="4133880" cy="98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D5FA01C2-8FC6-DF5F-B05A-8E725142C236}"/>
                    </a:ext>
                  </a:extLst>
                </p14:cNvPr>
                <p14:cNvContentPartPr/>
                <p14:nvPr/>
              </p14:nvContentPartPr>
              <p14:xfrm>
                <a:off x="4833595" y="2092727"/>
                <a:ext cx="144000" cy="16668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D5FA01C2-8FC6-DF5F-B05A-8E725142C23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827475" y="2086607"/>
                  <a:ext cx="1562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AAB0E484-C5A2-B68E-B724-29EBBD99BC14}"/>
                    </a:ext>
                  </a:extLst>
                </p14:cNvPr>
                <p14:cNvContentPartPr/>
                <p14:nvPr/>
              </p14:nvContentPartPr>
              <p14:xfrm>
                <a:off x="5003155" y="1918847"/>
                <a:ext cx="10080" cy="33588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AAB0E484-C5A2-B68E-B724-29EBBD99BC1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997035" y="1912727"/>
                  <a:ext cx="2232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437D0925-6646-8151-D324-B30E9F9BFCCD}"/>
                    </a:ext>
                  </a:extLst>
                </p14:cNvPr>
                <p14:cNvContentPartPr/>
                <p14:nvPr/>
              </p14:nvContentPartPr>
              <p14:xfrm>
                <a:off x="5060035" y="2110007"/>
                <a:ext cx="78120" cy="13680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437D0925-6646-8151-D324-B30E9F9BFCC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053915" y="2103887"/>
                  <a:ext cx="903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CAE85CE6-9881-7B2A-B82E-D5CA28197EC5}"/>
                    </a:ext>
                  </a:extLst>
                </p14:cNvPr>
                <p14:cNvContentPartPr/>
                <p14:nvPr/>
              </p14:nvContentPartPr>
              <p14:xfrm>
                <a:off x="5152915" y="2129807"/>
                <a:ext cx="145080" cy="12204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CAE85CE6-9881-7B2A-B82E-D5CA28197EC5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146795" y="2123687"/>
                  <a:ext cx="1573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E1AF109E-EC70-6F51-558E-BA6110E90DC8}"/>
                    </a:ext>
                  </a:extLst>
                </p14:cNvPr>
                <p14:cNvContentPartPr/>
                <p14:nvPr/>
              </p14:nvContentPartPr>
              <p14:xfrm>
                <a:off x="5347315" y="2112527"/>
                <a:ext cx="10080" cy="14904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E1AF109E-EC70-6F51-558E-BA6110E90DC8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341195" y="2106407"/>
                  <a:ext cx="223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E0B20930-6DCF-A97B-CEEE-52A379DAADA5}"/>
                    </a:ext>
                  </a:extLst>
                </p14:cNvPr>
                <p14:cNvContentPartPr/>
                <p14:nvPr/>
              </p14:nvContentPartPr>
              <p14:xfrm>
                <a:off x="5340115" y="2039087"/>
                <a:ext cx="7560" cy="1188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E0B20930-6DCF-A97B-CEEE-52A379DAADA5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333995" y="2032967"/>
                  <a:ext cx="198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21BEE77A-0090-94C0-4493-0F9B97FAF09E}"/>
                    </a:ext>
                  </a:extLst>
                </p14:cNvPr>
                <p14:cNvContentPartPr/>
                <p14:nvPr/>
              </p14:nvContentPartPr>
              <p14:xfrm>
                <a:off x="5402395" y="2123327"/>
                <a:ext cx="108000" cy="13824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21BEE77A-0090-94C0-4493-0F9B97FAF09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396275" y="2117207"/>
                  <a:ext cx="1202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229CF327-DBCF-5F6E-D515-8EE546701474}"/>
                    </a:ext>
                  </a:extLst>
                </p14:cNvPr>
                <p14:cNvContentPartPr/>
                <p14:nvPr/>
              </p14:nvContentPartPr>
              <p14:xfrm>
                <a:off x="5492395" y="2092007"/>
                <a:ext cx="119880" cy="17964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229CF327-DBCF-5F6E-D515-8EE54670147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486275" y="2085887"/>
                  <a:ext cx="1321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B7793E64-E0A6-2F2F-E10D-D425BF8FB8EA}"/>
                    </a:ext>
                  </a:extLst>
                </p14:cNvPr>
                <p14:cNvContentPartPr/>
                <p14:nvPr/>
              </p14:nvContentPartPr>
              <p14:xfrm>
                <a:off x="5610835" y="2110367"/>
                <a:ext cx="138600" cy="15480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B7793E64-E0A6-2F2F-E10D-D425BF8FB8E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604715" y="2104247"/>
                  <a:ext cx="1508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8BED0279-C9E5-3DE9-E596-FD2352D03D93}"/>
                    </a:ext>
                  </a:extLst>
                </p14:cNvPr>
                <p14:cNvContentPartPr/>
                <p14:nvPr/>
              </p14:nvContentPartPr>
              <p14:xfrm>
                <a:off x="5782195" y="2034767"/>
                <a:ext cx="29520" cy="22428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8BED0279-C9E5-3DE9-E596-FD2352D03D93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776075" y="2028647"/>
                  <a:ext cx="417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AE7CF5E4-81E6-2990-1A13-C9AF27C27807}"/>
                    </a:ext>
                  </a:extLst>
                </p14:cNvPr>
                <p14:cNvContentPartPr/>
                <p14:nvPr/>
              </p14:nvContentPartPr>
              <p14:xfrm>
                <a:off x="5840155" y="2109287"/>
                <a:ext cx="187200" cy="13104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AE7CF5E4-81E6-2990-1A13-C9AF27C2780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834035" y="2103167"/>
                  <a:ext cx="1994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39EAE743-05A5-8963-E5DC-F1645956F524}"/>
                    </a:ext>
                  </a:extLst>
                </p14:cNvPr>
                <p14:cNvContentPartPr/>
                <p14:nvPr/>
              </p14:nvContentPartPr>
              <p14:xfrm>
                <a:off x="6021235" y="2118647"/>
                <a:ext cx="134280" cy="16524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39EAE743-05A5-8963-E5DC-F1645956F524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015115" y="2112527"/>
                  <a:ext cx="146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5B0E396D-36BE-78F6-1F0F-6820260A66F1}"/>
                    </a:ext>
                  </a:extLst>
                </p14:cNvPr>
                <p14:cNvContentPartPr/>
                <p14:nvPr/>
              </p14:nvContentPartPr>
              <p14:xfrm>
                <a:off x="6299875" y="2163287"/>
                <a:ext cx="322200" cy="3924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5B0E396D-36BE-78F6-1F0F-6820260A66F1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293755" y="2157167"/>
                  <a:ext cx="3344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E922BB90-2AD0-E86C-0316-1F2CC5992859}"/>
                    </a:ext>
                  </a:extLst>
                </p14:cNvPr>
                <p14:cNvContentPartPr/>
                <p14:nvPr/>
              </p14:nvContentPartPr>
              <p14:xfrm>
                <a:off x="6584995" y="2045927"/>
                <a:ext cx="153360" cy="20736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E922BB90-2AD0-E86C-0316-1F2CC59928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578875" y="2039807"/>
                  <a:ext cx="1656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D7DBD2C0-A08D-1AFD-ADF6-8B614727B2EC}"/>
                    </a:ext>
                  </a:extLst>
                </p14:cNvPr>
                <p14:cNvContentPartPr/>
                <p14:nvPr/>
              </p14:nvContentPartPr>
              <p14:xfrm>
                <a:off x="2604475" y="1928567"/>
                <a:ext cx="153000" cy="40680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D7DBD2C0-A08D-1AFD-ADF6-8B614727B2E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598355" y="1922447"/>
                  <a:ext cx="16524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298BF414-F7A8-68A8-6D6D-C1E15B9C7497}"/>
                    </a:ext>
                  </a:extLst>
                </p14:cNvPr>
                <p14:cNvContentPartPr/>
                <p14:nvPr/>
              </p14:nvContentPartPr>
              <p14:xfrm>
                <a:off x="2790955" y="2118647"/>
                <a:ext cx="114120" cy="16452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298BF414-F7A8-68A8-6D6D-C1E15B9C7497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784835" y="2112527"/>
                  <a:ext cx="1263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A27048D6-0C8B-C9F9-76A5-A98A1D602AFB}"/>
                    </a:ext>
                  </a:extLst>
                </p14:cNvPr>
                <p14:cNvContentPartPr/>
                <p14:nvPr/>
              </p14:nvContentPartPr>
              <p14:xfrm>
                <a:off x="2921635" y="2141327"/>
                <a:ext cx="61560" cy="18180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A27048D6-0C8B-C9F9-76A5-A98A1D602AFB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915515" y="2135207"/>
                  <a:ext cx="738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9F88B008-ADFF-511A-D4F2-8540654A84A3}"/>
                    </a:ext>
                  </a:extLst>
                </p14:cNvPr>
                <p14:cNvContentPartPr/>
                <p14:nvPr/>
              </p14:nvContentPartPr>
              <p14:xfrm>
                <a:off x="2968435" y="2194967"/>
                <a:ext cx="113040" cy="36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9F88B008-ADFF-511A-D4F2-8540654A84A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962315" y="2188847"/>
                  <a:ext cx="125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3A13EEE0-20C9-7C6A-CACB-5B7F2861ED02}"/>
                    </a:ext>
                  </a:extLst>
                </p14:cNvPr>
                <p14:cNvContentPartPr/>
                <p14:nvPr/>
              </p14:nvContentPartPr>
              <p14:xfrm>
                <a:off x="3090475" y="2164367"/>
                <a:ext cx="105480" cy="13248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3A13EEE0-20C9-7C6A-CACB-5B7F2861ED02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084355" y="2158247"/>
                  <a:ext cx="1177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C95ADDC4-1E0F-1EF1-4500-D33EC64AC00E}"/>
                    </a:ext>
                  </a:extLst>
                </p14:cNvPr>
                <p14:cNvContentPartPr/>
                <p14:nvPr/>
              </p14:nvContentPartPr>
              <p14:xfrm>
                <a:off x="3232675" y="2116127"/>
                <a:ext cx="108000" cy="19080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C95ADDC4-1E0F-1EF1-4500-D33EC64AC00E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226555" y="2110007"/>
                  <a:ext cx="1202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FC1A461E-11CC-34AF-19A1-E0B02117B79C}"/>
                    </a:ext>
                  </a:extLst>
                </p14:cNvPr>
                <p14:cNvContentPartPr/>
                <p14:nvPr/>
              </p14:nvContentPartPr>
              <p14:xfrm>
                <a:off x="3348235" y="2166527"/>
                <a:ext cx="118080" cy="16092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FC1A461E-11CC-34AF-19A1-E0B02117B79C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342115" y="2160407"/>
                  <a:ext cx="1303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3E8A8284-8D70-63A0-9DD2-0680437BEFA3}"/>
                    </a:ext>
                  </a:extLst>
                </p14:cNvPr>
                <p14:cNvContentPartPr/>
                <p14:nvPr/>
              </p14:nvContentPartPr>
              <p14:xfrm>
                <a:off x="3464515" y="2032967"/>
                <a:ext cx="50760" cy="26100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3E8A8284-8D70-63A0-9DD2-0680437BEFA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458395" y="2026847"/>
                  <a:ext cx="630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D12089EB-809F-56CB-4A8F-0E3688C3B5D6}"/>
                    </a:ext>
                  </a:extLst>
                </p14:cNvPr>
                <p14:cNvContentPartPr/>
                <p14:nvPr/>
              </p14:nvContentPartPr>
              <p14:xfrm>
                <a:off x="3528955" y="2133767"/>
                <a:ext cx="99360" cy="13212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D12089EB-809F-56CB-4A8F-0E3688C3B5D6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522835" y="2127647"/>
                  <a:ext cx="1116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EF46C75D-172E-078B-B190-3442C09D500E}"/>
                    </a:ext>
                  </a:extLst>
                </p14:cNvPr>
                <p14:cNvContentPartPr/>
                <p14:nvPr/>
              </p14:nvContentPartPr>
              <p14:xfrm>
                <a:off x="3638035" y="2179487"/>
                <a:ext cx="134280" cy="13392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EF46C75D-172E-078B-B190-3442C09D500E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3631915" y="2173367"/>
                  <a:ext cx="1465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A959A0E1-EC64-727E-FFD0-EDAA03673FB0}"/>
                    </a:ext>
                  </a:extLst>
                </p14:cNvPr>
                <p14:cNvContentPartPr/>
                <p14:nvPr/>
              </p14:nvContentPartPr>
              <p14:xfrm>
                <a:off x="4095235" y="1939367"/>
                <a:ext cx="217080" cy="32688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A959A0E1-EC64-727E-FFD0-EDAA03673FB0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089115" y="1933247"/>
                  <a:ext cx="2293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4E8B7468-62E3-971F-1DA1-72E6C480139C}"/>
                    </a:ext>
                  </a:extLst>
                </p14:cNvPr>
                <p14:cNvContentPartPr/>
                <p14:nvPr/>
              </p14:nvContentPartPr>
              <p14:xfrm>
                <a:off x="4344715" y="2128007"/>
                <a:ext cx="159480" cy="19044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4E8B7468-62E3-971F-1DA1-72E6C480139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338595" y="2121887"/>
                  <a:ext cx="1717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5575E626-EB89-8774-8C1B-D7C5002E662A}"/>
                    </a:ext>
                  </a:extLst>
                </p14:cNvPr>
                <p14:cNvContentPartPr/>
                <p14:nvPr/>
              </p14:nvContentPartPr>
              <p14:xfrm>
                <a:off x="4552075" y="2099207"/>
                <a:ext cx="136440" cy="18432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5575E626-EB89-8774-8C1B-D7C5002E662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545955" y="2093087"/>
                  <a:ext cx="1486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3086BFE8-DF58-EF00-5035-CD64F726D135}"/>
                    </a:ext>
                  </a:extLst>
                </p14:cNvPr>
                <p14:cNvContentPartPr/>
                <p14:nvPr/>
              </p14:nvContentPartPr>
              <p14:xfrm>
                <a:off x="4697875" y="2065727"/>
                <a:ext cx="100080" cy="19800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3086BFE8-DF58-EF00-5035-CD64F726D135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691755" y="2059607"/>
                  <a:ext cx="1123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4E6CD95A-F4A9-6253-C2C8-E920C1445AA4}"/>
                    </a:ext>
                  </a:extLst>
                </p14:cNvPr>
                <p14:cNvContentPartPr/>
                <p14:nvPr/>
              </p14:nvContentPartPr>
              <p14:xfrm>
                <a:off x="2639035" y="2442287"/>
                <a:ext cx="146160" cy="42336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4E6CD95A-F4A9-6253-C2C8-E920C1445AA4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632915" y="2436167"/>
                  <a:ext cx="15840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6B05CC39-5496-4429-256E-135062CF7C23}"/>
                    </a:ext>
                  </a:extLst>
                </p14:cNvPr>
                <p14:cNvContentPartPr/>
                <p14:nvPr/>
              </p14:nvContentPartPr>
              <p14:xfrm>
                <a:off x="2774395" y="2509247"/>
                <a:ext cx="214560" cy="612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6B05CC39-5496-4429-256E-135062CF7C23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2768275" y="2503127"/>
                  <a:ext cx="2268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F34732DA-7E72-760F-157B-E00BF24F910A}"/>
                    </a:ext>
                  </a:extLst>
                </p14:cNvPr>
                <p14:cNvContentPartPr/>
                <p14:nvPr/>
              </p14:nvContentPartPr>
              <p14:xfrm>
                <a:off x="2893195" y="2514287"/>
                <a:ext cx="6120" cy="21744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F34732DA-7E72-760F-157B-E00BF24F910A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2887075" y="2508167"/>
                  <a:ext cx="183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50FECD12-856D-CEE2-4710-974BE043EAEB}"/>
                    </a:ext>
                  </a:extLst>
                </p14:cNvPr>
                <p14:cNvContentPartPr/>
                <p14:nvPr/>
              </p14:nvContentPartPr>
              <p14:xfrm>
                <a:off x="2740195" y="2745047"/>
                <a:ext cx="214560" cy="576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50FECD12-856D-CEE2-4710-974BE043EAE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734075" y="2738927"/>
                  <a:ext cx="226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85DD554D-F899-BE54-5C9D-6E92BD8BD60C}"/>
                    </a:ext>
                  </a:extLst>
                </p14:cNvPr>
                <p14:cNvContentPartPr/>
                <p14:nvPr/>
              </p14:nvContentPartPr>
              <p14:xfrm>
                <a:off x="3002995" y="2644967"/>
                <a:ext cx="201240" cy="17136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85DD554D-F899-BE54-5C9D-6E92BD8BD60C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2996875" y="2638847"/>
                  <a:ext cx="2134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90E88B72-7B20-77EB-640E-F8B7BDE9D69E}"/>
                    </a:ext>
                  </a:extLst>
                </p14:cNvPr>
                <p14:cNvContentPartPr/>
                <p14:nvPr/>
              </p14:nvContentPartPr>
              <p14:xfrm>
                <a:off x="3247075" y="2640287"/>
                <a:ext cx="96120" cy="14724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90E88B72-7B20-77EB-640E-F8B7BDE9D69E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240955" y="2634167"/>
                  <a:ext cx="1083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4AE66796-21BD-FE04-704F-F21EF21B14B3}"/>
                    </a:ext>
                  </a:extLst>
                </p14:cNvPr>
                <p14:cNvContentPartPr/>
                <p14:nvPr/>
              </p14:nvContentPartPr>
              <p14:xfrm>
                <a:off x="3328075" y="2634527"/>
                <a:ext cx="208800" cy="27072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4AE66796-21BD-FE04-704F-F21EF21B14B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321955" y="2628407"/>
                  <a:ext cx="2210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1AB387DE-C76B-DEC6-0326-1BD1BDE2DD8F}"/>
                    </a:ext>
                  </a:extLst>
                </p14:cNvPr>
                <p14:cNvContentPartPr/>
                <p14:nvPr/>
              </p14:nvContentPartPr>
              <p14:xfrm>
                <a:off x="3537955" y="2599607"/>
                <a:ext cx="137520" cy="13140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1AB387DE-C76B-DEC6-0326-1BD1BDE2DD8F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531835" y="2593487"/>
                  <a:ext cx="1497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E6E45C8E-6EBF-8B43-64C3-71846026FEDE}"/>
                    </a:ext>
                  </a:extLst>
                </p14:cNvPr>
                <p14:cNvContentPartPr/>
                <p14:nvPr/>
              </p14:nvContentPartPr>
              <p14:xfrm>
                <a:off x="3693835" y="2602847"/>
                <a:ext cx="106200" cy="20628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E6E45C8E-6EBF-8B43-64C3-71846026FEDE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687715" y="2596727"/>
                  <a:ext cx="1184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1EEC4735-ED03-F54A-ED15-619B890D2517}"/>
                    </a:ext>
                  </a:extLst>
                </p14:cNvPr>
                <p14:cNvContentPartPr/>
                <p14:nvPr/>
              </p14:nvContentPartPr>
              <p14:xfrm>
                <a:off x="3846835" y="2577287"/>
                <a:ext cx="114120" cy="12708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1EEC4735-ED03-F54A-ED15-619B890D2517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3840715" y="2571167"/>
                  <a:ext cx="1263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B5FB3E9B-5293-811D-676B-9635D38AC385}"/>
                    </a:ext>
                  </a:extLst>
                </p14:cNvPr>
                <p14:cNvContentPartPr/>
                <p14:nvPr/>
              </p14:nvContentPartPr>
              <p14:xfrm>
                <a:off x="4022155" y="2525087"/>
                <a:ext cx="120600" cy="19368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B5FB3E9B-5293-811D-676B-9635D38AC38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016035" y="2518967"/>
                  <a:ext cx="1328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F96F0EF4-7589-6844-D765-6112F6B9E2EE}"/>
                    </a:ext>
                  </a:extLst>
                </p14:cNvPr>
                <p14:cNvContentPartPr/>
                <p14:nvPr/>
              </p14:nvContentPartPr>
              <p14:xfrm>
                <a:off x="4151395" y="2380367"/>
                <a:ext cx="130680" cy="45612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F96F0EF4-7589-6844-D765-6112F6B9E2E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4145275" y="2374247"/>
                  <a:ext cx="142920" cy="46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upo 192">
            <a:extLst>
              <a:ext uri="{FF2B5EF4-FFF2-40B4-BE49-F238E27FC236}">
                <a16:creationId xmlns:a16="http://schemas.microsoft.com/office/drawing/2014/main" id="{7C5E5D02-BA8B-152F-9E8A-0B4101CE353E}"/>
              </a:ext>
            </a:extLst>
          </p:cNvPr>
          <p:cNvGrpSpPr/>
          <p:nvPr/>
        </p:nvGrpSpPr>
        <p:grpSpPr>
          <a:xfrm>
            <a:off x="7096915" y="1827047"/>
            <a:ext cx="1324080" cy="491400"/>
            <a:chOff x="7096915" y="1827047"/>
            <a:chExt cx="1324080" cy="49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A5F03E27-9237-7324-2F2E-C4B93941A6BE}"/>
                    </a:ext>
                  </a:extLst>
                </p14:cNvPr>
                <p14:cNvContentPartPr/>
                <p14:nvPr/>
              </p14:nvContentPartPr>
              <p14:xfrm>
                <a:off x="7096915" y="1827047"/>
                <a:ext cx="254160" cy="39456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A5F03E27-9237-7324-2F2E-C4B93941A6BE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090795" y="1820927"/>
                  <a:ext cx="26640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E77DF382-F72D-AC5F-2651-919143BF060F}"/>
                    </a:ext>
                  </a:extLst>
                </p14:cNvPr>
                <p14:cNvContentPartPr/>
                <p14:nvPr/>
              </p14:nvContentPartPr>
              <p14:xfrm>
                <a:off x="7394995" y="2039087"/>
                <a:ext cx="155880" cy="18864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E77DF382-F72D-AC5F-2651-919143BF060F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388875" y="2032967"/>
                  <a:ext cx="1681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F2DBCA4B-4DBC-206F-E8F9-F4D7E3D5F3FC}"/>
                    </a:ext>
                  </a:extLst>
                </p14:cNvPr>
                <p14:cNvContentPartPr/>
                <p14:nvPr/>
              </p14:nvContentPartPr>
              <p14:xfrm>
                <a:off x="7627915" y="2079047"/>
                <a:ext cx="226080" cy="18000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F2DBCA4B-4DBC-206F-E8F9-F4D7E3D5F3FC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621795" y="2072927"/>
                  <a:ext cx="2383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4F87A672-B3B9-DFFC-94ED-FC358541BF22}"/>
                    </a:ext>
                  </a:extLst>
                </p14:cNvPr>
                <p14:cNvContentPartPr/>
                <p14:nvPr/>
              </p14:nvContentPartPr>
              <p14:xfrm>
                <a:off x="7904395" y="2116847"/>
                <a:ext cx="107280" cy="15228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4F87A672-B3B9-DFFC-94ED-FC358541BF22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898275" y="2110727"/>
                  <a:ext cx="1195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7F5625C8-57F6-84F0-8B49-04C23B3B4065}"/>
                    </a:ext>
                  </a:extLst>
                </p14:cNvPr>
                <p14:cNvContentPartPr/>
                <p14:nvPr/>
              </p14:nvContentPartPr>
              <p14:xfrm>
                <a:off x="8093035" y="2109647"/>
                <a:ext cx="97560" cy="20880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7F5625C8-57F6-84F0-8B49-04C23B3B4065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086915" y="2103527"/>
                  <a:ext cx="1098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808867CE-7018-C1C2-8330-59F80321FDA1}"/>
                    </a:ext>
                  </a:extLst>
                </p14:cNvPr>
                <p14:cNvContentPartPr/>
                <p14:nvPr/>
              </p14:nvContentPartPr>
              <p14:xfrm>
                <a:off x="8284915" y="2129807"/>
                <a:ext cx="136080" cy="18864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808867CE-7018-C1C2-8330-59F80321FDA1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278795" y="2123687"/>
                  <a:ext cx="148320" cy="20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3">
            <p14:nvContentPartPr>
              <p14:cNvPr id="192" name="Entrada de lápiz 191">
                <a:extLst>
                  <a:ext uri="{FF2B5EF4-FFF2-40B4-BE49-F238E27FC236}">
                    <a16:creationId xmlns:a16="http://schemas.microsoft.com/office/drawing/2014/main" id="{4053A2E8-AB2B-F722-4627-CFE875B359CD}"/>
                  </a:ext>
                </a:extLst>
              </p14:cNvPr>
              <p14:cNvContentPartPr/>
              <p14:nvPr/>
            </p14:nvContentPartPr>
            <p14:xfrm>
              <a:off x="8806195" y="1960607"/>
              <a:ext cx="150480" cy="362160"/>
            </p14:xfrm>
          </p:contentPart>
        </mc:Choice>
        <mc:Fallback>
          <p:pic>
            <p:nvPicPr>
              <p:cNvPr id="192" name="Entrada de lápiz 191">
                <a:extLst>
                  <a:ext uri="{FF2B5EF4-FFF2-40B4-BE49-F238E27FC236}">
                    <a16:creationId xmlns:a16="http://schemas.microsoft.com/office/drawing/2014/main" id="{4053A2E8-AB2B-F722-4627-CFE875B359CD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8800075" y="1954487"/>
                <a:ext cx="162720" cy="37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9" name="Grupo 208">
            <a:extLst>
              <a:ext uri="{FF2B5EF4-FFF2-40B4-BE49-F238E27FC236}">
                <a16:creationId xmlns:a16="http://schemas.microsoft.com/office/drawing/2014/main" id="{7E543CAA-13BD-DA49-94C4-31B033A10296}"/>
              </a:ext>
            </a:extLst>
          </p:cNvPr>
          <p:cNvGrpSpPr/>
          <p:nvPr/>
        </p:nvGrpSpPr>
        <p:grpSpPr>
          <a:xfrm>
            <a:off x="7669675" y="2546687"/>
            <a:ext cx="869400" cy="304200"/>
            <a:chOff x="7669675" y="2546687"/>
            <a:chExt cx="86940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F3FA6E0B-4C4E-0A3D-378C-F174475A8E46}"/>
                    </a:ext>
                  </a:extLst>
                </p14:cNvPr>
                <p14:cNvContentPartPr/>
                <p14:nvPr/>
              </p14:nvContentPartPr>
              <p14:xfrm>
                <a:off x="7669675" y="2553887"/>
                <a:ext cx="226800" cy="7560"/>
              </p14:xfrm>
            </p:contentPart>
          </mc:Choice>
          <mc:Fallback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F3FA6E0B-4C4E-0A3D-378C-F174475A8E46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7663555" y="2547767"/>
                  <a:ext cx="2390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5BA51709-288C-F22B-60A7-6ACA58DC267A}"/>
                    </a:ext>
                  </a:extLst>
                </p14:cNvPr>
                <p14:cNvContentPartPr/>
                <p14:nvPr/>
              </p14:nvContentPartPr>
              <p14:xfrm>
                <a:off x="7800715" y="2546687"/>
                <a:ext cx="5040" cy="24660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5BA51709-288C-F22B-60A7-6ACA58DC267A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7794595" y="2540567"/>
                  <a:ext cx="172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33967466-EA3A-ABA3-2629-8159BF90964B}"/>
                    </a:ext>
                  </a:extLst>
                </p14:cNvPr>
                <p14:cNvContentPartPr/>
                <p14:nvPr/>
              </p14:nvContentPartPr>
              <p14:xfrm>
                <a:off x="7889275" y="2686007"/>
                <a:ext cx="120600" cy="12240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33967466-EA3A-ABA3-2629-8159BF90964B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7883155" y="2679887"/>
                  <a:ext cx="1328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B3E17CC8-3F2D-7C9D-3305-466A81B1765A}"/>
                    </a:ext>
                  </a:extLst>
                </p14:cNvPr>
                <p14:cNvContentPartPr/>
                <p14:nvPr/>
              </p14:nvContentPartPr>
              <p14:xfrm>
                <a:off x="8073595" y="2607167"/>
                <a:ext cx="7200" cy="24084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B3E17CC8-3F2D-7C9D-3305-466A81B1765A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067475" y="2601047"/>
                  <a:ext cx="194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8B084D18-AEC7-9618-7878-1A75E0FDFD1C}"/>
                    </a:ext>
                  </a:extLst>
                </p14:cNvPr>
                <p14:cNvContentPartPr/>
                <p14:nvPr/>
              </p14:nvContentPartPr>
              <p14:xfrm>
                <a:off x="8138395" y="2619047"/>
                <a:ext cx="34560" cy="21744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8B084D18-AEC7-9618-7878-1A75E0FDFD1C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132275" y="2612927"/>
                  <a:ext cx="468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B56DF82D-1BD7-AD51-9554-3E5F813EAFA0}"/>
                    </a:ext>
                  </a:extLst>
                </p14:cNvPr>
                <p14:cNvContentPartPr/>
                <p14:nvPr/>
              </p14:nvContentPartPr>
              <p14:xfrm>
                <a:off x="8223715" y="2651447"/>
                <a:ext cx="119160" cy="192600"/>
              </p14:xfrm>
            </p:contentPart>
          </mc:Choice>
          <mc:Fallback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B56DF82D-1BD7-AD51-9554-3E5F813EAFA0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217595" y="2645327"/>
                  <a:ext cx="1314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A1C7114A-8A83-43EF-4219-3B134EA04804}"/>
                    </a:ext>
                  </a:extLst>
                </p14:cNvPr>
                <p14:cNvContentPartPr/>
                <p14:nvPr/>
              </p14:nvContentPartPr>
              <p14:xfrm>
                <a:off x="8353675" y="2685647"/>
                <a:ext cx="71280" cy="16524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A1C7114A-8A83-43EF-4219-3B134EA04804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347555" y="2679527"/>
                  <a:ext cx="83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359048F2-46E3-BAD0-1ED3-0276AD2DAD56}"/>
                    </a:ext>
                  </a:extLst>
                </p14:cNvPr>
                <p14:cNvContentPartPr/>
                <p14:nvPr/>
              </p14:nvContentPartPr>
              <p14:xfrm>
                <a:off x="8375275" y="2761967"/>
                <a:ext cx="163800" cy="9720"/>
              </p14:xfrm>
            </p:contentPart>
          </mc:Choice>
          <mc:Fallback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359048F2-46E3-BAD0-1ED3-0276AD2DAD56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369155" y="2755847"/>
                  <a:ext cx="17604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upo 207">
            <a:extLst>
              <a:ext uri="{FF2B5EF4-FFF2-40B4-BE49-F238E27FC236}">
                <a16:creationId xmlns:a16="http://schemas.microsoft.com/office/drawing/2014/main" id="{36DE4F32-9817-D4A8-C9B4-48B945EC729D}"/>
              </a:ext>
            </a:extLst>
          </p:cNvPr>
          <p:cNvGrpSpPr/>
          <p:nvPr/>
        </p:nvGrpSpPr>
        <p:grpSpPr>
          <a:xfrm>
            <a:off x="9027235" y="2151047"/>
            <a:ext cx="1204920" cy="402840"/>
            <a:chOff x="9027235" y="2151047"/>
            <a:chExt cx="1204920" cy="40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3CDFC005-4F2E-E6BC-2761-BCDDEB1A4AF1}"/>
                    </a:ext>
                  </a:extLst>
                </p14:cNvPr>
                <p14:cNvContentPartPr/>
                <p14:nvPr/>
              </p14:nvContentPartPr>
              <p14:xfrm>
                <a:off x="9027235" y="2428247"/>
                <a:ext cx="389880" cy="2160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3CDFC005-4F2E-E6BC-2761-BCDDEB1A4AF1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9021115" y="2422127"/>
                  <a:ext cx="4021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C49792EA-DE7A-83FF-0FC1-4DEA4D5B851E}"/>
                    </a:ext>
                  </a:extLst>
                </p14:cNvPr>
                <p14:cNvContentPartPr/>
                <p14:nvPr/>
              </p14:nvContentPartPr>
              <p14:xfrm>
                <a:off x="9394075" y="2343647"/>
                <a:ext cx="167040" cy="210240"/>
              </p14:xfrm>
            </p:contentPart>
          </mc:Choice>
          <mc:Fallback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C49792EA-DE7A-83FF-0FC1-4DEA4D5B851E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9387955" y="2337527"/>
                  <a:ext cx="1792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23B569DF-C42E-8246-7FB6-47CBB652FB88}"/>
                    </a:ext>
                  </a:extLst>
                </p14:cNvPr>
                <p14:cNvContentPartPr/>
                <p14:nvPr/>
              </p14:nvContentPartPr>
              <p14:xfrm>
                <a:off x="9722755" y="2192087"/>
                <a:ext cx="199800" cy="34308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23B569DF-C42E-8246-7FB6-47CBB652FB88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9716635" y="2185967"/>
                  <a:ext cx="2120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ACEED289-5912-04CF-2F4F-44A5BEC08D53}"/>
                    </a:ext>
                  </a:extLst>
                </p14:cNvPr>
                <p14:cNvContentPartPr/>
                <p14:nvPr/>
              </p14:nvContentPartPr>
              <p14:xfrm>
                <a:off x="10017955" y="2212607"/>
                <a:ext cx="54000" cy="25344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ACEED289-5912-04CF-2F4F-44A5BEC08D53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0011835" y="2206487"/>
                  <a:ext cx="662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FA10E6FE-7353-3393-DB11-A4114931CAAA}"/>
                    </a:ext>
                  </a:extLst>
                </p14:cNvPr>
                <p14:cNvContentPartPr/>
                <p14:nvPr/>
              </p14:nvContentPartPr>
              <p14:xfrm>
                <a:off x="9989875" y="2151047"/>
                <a:ext cx="242280" cy="270000"/>
              </p14:xfrm>
            </p:contentPart>
          </mc:Choice>
          <mc:Fallback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FA10E6FE-7353-3393-DB11-A4114931CAAA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9983755" y="2144927"/>
                  <a:ext cx="254520" cy="28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upo 212">
            <a:extLst>
              <a:ext uri="{FF2B5EF4-FFF2-40B4-BE49-F238E27FC236}">
                <a16:creationId xmlns:a16="http://schemas.microsoft.com/office/drawing/2014/main" id="{179C0385-9960-A0DA-6CE9-04565CF929B5}"/>
              </a:ext>
            </a:extLst>
          </p:cNvPr>
          <p:cNvGrpSpPr/>
          <p:nvPr/>
        </p:nvGrpSpPr>
        <p:grpSpPr>
          <a:xfrm>
            <a:off x="710875" y="3206567"/>
            <a:ext cx="254880" cy="409680"/>
            <a:chOff x="710875" y="3206567"/>
            <a:chExt cx="254880" cy="40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60CEA849-66EF-01AF-6493-19DE6A5EE1E4}"/>
                    </a:ext>
                  </a:extLst>
                </p14:cNvPr>
                <p14:cNvContentPartPr/>
                <p14:nvPr/>
              </p14:nvContentPartPr>
              <p14:xfrm>
                <a:off x="782155" y="3378647"/>
                <a:ext cx="360" cy="360"/>
              </p14:xfrm>
            </p:contentPart>
          </mc:Choice>
          <mc:Fallback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60CEA849-66EF-01AF-6493-19DE6A5EE1E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76035" y="337252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0819FDE6-63F1-E952-26D3-C5A0CC980E0E}"/>
                    </a:ext>
                  </a:extLst>
                </p14:cNvPr>
                <p14:cNvContentPartPr/>
                <p14:nvPr/>
              </p14:nvContentPartPr>
              <p14:xfrm>
                <a:off x="710875" y="3206567"/>
                <a:ext cx="237600" cy="409680"/>
              </p14:xfrm>
            </p:contentPart>
          </mc:Choice>
          <mc:Fallback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0819FDE6-63F1-E952-26D3-C5A0CC980E0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04755" y="3200447"/>
                  <a:ext cx="24984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F81CC6E1-9BBB-0A81-5FB6-9C9285B4BFB3}"/>
                    </a:ext>
                  </a:extLst>
                </p14:cNvPr>
                <p14:cNvContentPartPr/>
                <p14:nvPr/>
              </p14:nvContentPartPr>
              <p14:xfrm>
                <a:off x="965395" y="3607247"/>
                <a:ext cx="360" cy="360"/>
              </p14:xfrm>
            </p:contentPart>
          </mc:Choice>
          <mc:Fallback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F81CC6E1-9BBB-0A81-5FB6-9C9285B4BFB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59275" y="360112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upo 281">
            <a:extLst>
              <a:ext uri="{FF2B5EF4-FFF2-40B4-BE49-F238E27FC236}">
                <a16:creationId xmlns:a16="http://schemas.microsoft.com/office/drawing/2014/main" id="{4F9DB864-7AE3-963D-EB0F-81A40E45B22B}"/>
              </a:ext>
            </a:extLst>
          </p:cNvPr>
          <p:cNvGrpSpPr/>
          <p:nvPr/>
        </p:nvGrpSpPr>
        <p:grpSpPr>
          <a:xfrm>
            <a:off x="1379035" y="3150047"/>
            <a:ext cx="5209200" cy="1209960"/>
            <a:chOff x="1379035" y="3150047"/>
            <a:chExt cx="5209200" cy="120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924ADDAF-0563-99F9-2C3D-D4C0FE491E9A}"/>
                    </a:ext>
                  </a:extLst>
                </p14:cNvPr>
                <p14:cNvContentPartPr/>
                <p14:nvPr/>
              </p14:nvContentPartPr>
              <p14:xfrm>
                <a:off x="1447075" y="3296207"/>
                <a:ext cx="60840" cy="275040"/>
              </p14:xfrm>
            </p:contentPart>
          </mc:Choice>
          <mc:Fallback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924ADDAF-0563-99F9-2C3D-D4C0FE491E9A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440955" y="3290087"/>
                  <a:ext cx="730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EEC1DB33-80E0-5CB1-4DC7-7A8034B6D957}"/>
                    </a:ext>
                  </a:extLst>
                </p14:cNvPr>
                <p14:cNvContentPartPr/>
                <p14:nvPr/>
              </p14:nvContentPartPr>
              <p14:xfrm>
                <a:off x="1379035" y="3189287"/>
                <a:ext cx="293760" cy="363600"/>
              </p14:xfrm>
            </p:contentPart>
          </mc:Choice>
          <mc:Fallback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EEC1DB33-80E0-5CB1-4DC7-7A8034B6D957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372915" y="3183167"/>
                  <a:ext cx="30600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1BDEFC77-7658-F2E6-0B6B-30468DEB4429}"/>
                    </a:ext>
                  </a:extLst>
                </p14:cNvPr>
                <p14:cNvContentPartPr/>
                <p14:nvPr/>
              </p14:nvContentPartPr>
              <p14:xfrm>
                <a:off x="1745155" y="3436247"/>
                <a:ext cx="164520" cy="173160"/>
              </p14:xfrm>
            </p:contentPart>
          </mc:Choice>
          <mc:Fallback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1BDEFC77-7658-F2E6-0B6B-30468DEB4429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739035" y="3430127"/>
                  <a:ext cx="1767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7ED7B7AF-8D77-59AE-DD3F-A14FC2AC95E5}"/>
                    </a:ext>
                  </a:extLst>
                </p14:cNvPr>
                <p14:cNvContentPartPr/>
                <p14:nvPr/>
              </p14:nvContentPartPr>
              <p14:xfrm>
                <a:off x="1992475" y="3256247"/>
                <a:ext cx="151200" cy="357480"/>
              </p14:xfrm>
            </p:contentPart>
          </mc:Choice>
          <mc:Fallback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7ED7B7AF-8D77-59AE-DD3F-A14FC2AC95E5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986355" y="3250127"/>
                  <a:ext cx="16344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0F5A466A-DFA3-D4ED-E3DC-312C5E2764EA}"/>
                    </a:ext>
                  </a:extLst>
                </p14:cNvPr>
                <p14:cNvContentPartPr/>
                <p14:nvPr/>
              </p14:nvContentPartPr>
              <p14:xfrm>
                <a:off x="2138635" y="3439487"/>
                <a:ext cx="168120" cy="181080"/>
              </p14:xfrm>
            </p:contentPart>
          </mc:Choice>
          <mc:Fallback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0F5A466A-DFA3-D4ED-E3DC-312C5E2764EA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132515" y="3433367"/>
                  <a:ext cx="1803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CBF5AF80-3069-C3A1-6C29-5E480776636B}"/>
                    </a:ext>
                  </a:extLst>
                </p14:cNvPr>
                <p14:cNvContentPartPr/>
                <p14:nvPr/>
              </p14:nvContentPartPr>
              <p14:xfrm>
                <a:off x="2312155" y="3432287"/>
                <a:ext cx="219600" cy="174240"/>
              </p14:xfrm>
            </p:contentPart>
          </mc:Choice>
          <mc:Fallback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CBF5AF80-3069-C3A1-6C29-5E480776636B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306035" y="3426167"/>
                  <a:ext cx="2318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4F3D5EEA-1815-2992-6986-5B453131899D}"/>
                    </a:ext>
                  </a:extLst>
                </p14:cNvPr>
                <p14:cNvContentPartPr/>
                <p14:nvPr/>
              </p14:nvContentPartPr>
              <p14:xfrm>
                <a:off x="2943955" y="3214487"/>
                <a:ext cx="163800" cy="411840"/>
              </p14:xfrm>
            </p:contentPart>
          </mc:Choice>
          <mc:Fallback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4F3D5EEA-1815-2992-6986-5B453131899D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2937835" y="3208367"/>
                  <a:ext cx="17604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23712992-4FB2-BBF8-8410-16CDCF48A30D}"/>
                    </a:ext>
                  </a:extLst>
                </p14:cNvPr>
                <p14:cNvContentPartPr/>
                <p14:nvPr/>
              </p14:nvContentPartPr>
              <p14:xfrm>
                <a:off x="3142675" y="3372887"/>
                <a:ext cx="120240" cy="175680"/>
              </p14:xfrm>
            </p:contentPart>
          </mc:Choice>
          <mc:Fallback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23712992-4FB2-BBF8-8410-16CDCF48A30D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3136555" y="3366767"/>
                  <a:ext cx="1324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FB25B70A-FD1C-42A3-A66E-718E47AA5ACB}"/>
                    </a:ext>
                  </a:extLst>
                </p14:cNvPr>
                <p14:cNvContentPartPr/>
                <p14:nvPr/>
              </p14:nvContentPartPr>
              <p14:xfrm>
                <a:off x="3315475" y="3387287"/>
                <a:ext cx="95760" cy="201960"/>
              </p14:xfrm>
            </p:contentPart>
          </mc:Choice>
          <mc:Fallback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FB25B70A-FD1C-42A3-A66E-718E47AA5ACB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3309355" y="3381167"/>
                  <a:ext cx="108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78542A10-B4B1-79D0-1C5A-A95815483F89}"/>
                    </a:ext>
                  </a:extLst>
                </p14:cNvPr>
                <p14:cNvContentPartPr/>
                <p14:nvPr/>
              </p14:nvContentPartPr>
              <p14:xfrm>
                <a:off x="3456955" y="3364247"/>
                <a:ext cx="29520" cy="179640"/>
              </p14:xfrm>
            </p:contentPart>
          </mc:Choice>
          <mc:Fallback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78542A10-B4B1-79D0-1C5A-A95815483F89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450835" y="3358127"/>
                  <a:ext cx="417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1BA77C6A-E4F8-3BB7-DD35-8DC3908C6F44}"/>
                    </a:ext>
                  </a:extLst>
                </p14:cNvPr>
                <p14:cNvContentPartPr/>
                <p14:nvPr/>
              </p14:nvContentPartPr>
              <p14:xfrm>
                <a:off x="3454075" y="3416447"/>
                <a:ext cx="117720" cy="30600"/>
              </p14:xfrm>
            </p:contentPart>
          </mc:Choice>
          <mc:Fallback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1BA77C6A-E4F8-3BB7-DD35-8DC3908C6F44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447955" y="3410327"/>
                  <a:ext cx="1299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AE7B6488-D7C5-69FC-CAAD-CD019B1BB0BB}"/>
                    </a:ext>
                  </a:extLst>
                </p14:cNvPr>
                <p14:cNvContentPartPr/>
                <p14:nvPr/>
              </p14:nvContentPartPr>
              <p14:xfrm>
                <a:off x="3573595" y="3417527"/>
                <a:ext cx="140400" cy="143280"/>
              </p14:xfrm>
            </p:contentPart>
          </mc:Choice>
          <mc:Fallback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AE7B6488-D7C5-69FC-CAAD-CD019B1BB0BB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3567475" y="3411407"/>
                  <a:ext cx="1526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1CBB5C82-809A-A18E-AE67-3F2EFC798B91}"/>
                    </a:ext>
                  </a:extLst>
                </p14:cNvPr>
                <p14:cNvContentPartPr/>
                <p14:nvPr/>
              </p14:nvContentPartPr>
              <p14:xfrm>
                <a:off x="3791755" y="3375407"/>
                <a:ext cx="82800" cy="203760"/>
              </p14:xfrm>
            </p:contentPart>
          </mc:Choice>
          <mc:Fallback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1CBB5C82-809A-A18E-AE67-3F2EFC798B91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3785635" y="3369287"/>
                  <a:ext cx="950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7596FF04-62A8-CA3C-C689-CC66147E8036}"/>
                    </a:ext>
                  </a:extLst>
                </p14:cNvPr>
                <p14:cNvContentPartPr/>
                <p14:nvPr/>
              </p14:nvContentPartPr>
              <p14:xfrm>
                <a:off x="3904795" y="3406367"/>
                <a:ext cx="144000" cy="169560"/>
              </p14:xfrm>
            </p:contentPart>
          </mc:Choice>
          <mc:Fallback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7596FF04-62A8-CA3C-C689-CC66147E8036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3898675" y="3400247"/>
                  <a:ext cx="1562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D85A0007-28EA-9453-9118-BE50546F6702}"/>
                    </a:ext>
                  </a:extLst>
                </p14:cNvPr>
                <p14:cNvContentPartPr/>
                <p14:nvPr/>
              </p14:nvContentPartPr>
              <p14:xfrm>
                <a:off x="4087675" y="3285767"/>
                <a:ext cx="24840" cy="301680"/>
              </p14:xfrm>
            </p:contentPart>
          </mc:Choice>
          <mc:Fallback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D85A0007-28EA-9453-9118-BE50546F6702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4081555" y="3279647"/>
                  <a:ext cx="370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E60A5AAC-2A1E-2062-75E2-809CEE2D0FF4}"/>
                    </a:ext>
                  </a:extLst>
                </p14:cNvPr>
                <p14:cNvContentPartPr/>
                <p14:nvPr/>
              </p14:nvContentPartPr>
              <p14:xfrm>
                <a:off x="4157155" y="3412127"/>
                <a:ext cx="74160" cy="159120"/>
              </p14:xfrm>
            </p:contentPart>
          </mc:Choice>
          <mc:Fallback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E60A5AAC-2A1E-2062-75E2-809CEE2D0FF4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4151035" y="3406007"/>
                  <a:ext cx="864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76241C3E-C9F2-B0D2-598E-759674AA6A96}"/>
                    </a:ext>
                  </a:extLst>
                </p14:cNvPr>
                <p14:cNvContentPartPr/>
                <p14:nvPr/>
              </p14:nvContentPartPr>
              <p14:xfrm>
                <a:off x="4247155" y="3440927"/>
                <a:ext cx="167760" cy="137520"/>
              </p14:xfrm>
            </p:contentPart>
          </mc:Choice>
          <mc:Fallback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76241C3E-C9F2-B0D2-598E-759674AA6A96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4241035" y="3434807"/>
                  <a:ext cx="1800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404C32D8-FA80-19DC-DB59-1CB1CC421EA5}"/>
                    </a:ext>
                  </a:extLst>
                </p14:cNvPr>
                <p14:cNvContentPartPr/>
                <p14:nvPr/>
              </p14:nvContentPartPr>
              <p14:xfrm>
                <a:off x="4703995" y="3211967"/>
                <a:ext cx="142920" cy="339120"/>
              </p14:xfrm>
            </p:contentPart>
          </mc:Choice>
          <mc:Fallback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404C32D8-FA80-19DC-DB59-1CB1CC421EA5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4697875" y="3205847"/>
                  <a:ext cx="1551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32" name="Entrada de lápiz 231">
                  <a:extLst>
                    <a:ext uri="{FF2B5EF4-FFF2-40B4-BE49-F238E27FC236}">
                      <a16:creationId xmlns:a16="http://schemas.microsoft.com/office/drawing/2014/main" id="{BF124F85-1577-B567-FA66-432069BEF1E4}"/>
                    </a:ext>
                  </a:extLst>
                </p14:cNvPr>
                <p14:cNvContentPartPr/>
                <p14:nvPr/>
              </p14:nvContentPartPr>
              <p14:xfrm>
                <a:off x="4683475" y="3150047"/>
                <a:ext cx="313200" cy="324360"/>
              </p14:xfrm>
            </p:contentPart>
          </mc:Choice>
          <mc:Fallback>
            <p:pic>
              <p:nvPicPr>
                <p:cNvPr id="232" name="Entrada de lápiz 231">
                  <a:extLst>
                    <a:ext uri="{FF2B5EF4-FFF2-40B4-BE49-F238E27FC236}">
                      <a16:creationId xmlns:a16="http://schemas.microsoft.com/office/drawing/2014/main" id="{BF124F85-1577-B567-FA66-432069BEF1E4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677355" y="3143927"/>
                  <a:ext cx="32544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B2398025-232E-C5BC-A4B9-E0DB6AFF188F}"/>
                    </a:ext>
                  </a:extLst>
                </p14:cNvPr>
                <p14:cNvContentPartPr/>
                <p14:nvPr/>
              </p14:nvContentPartPr>
              <p14:xfrm>
                <a:off x="4990195" y="3342287"/>
                <a:ext cx="180000" cy="172440"/>
              </p14:xfrm>
            </p:contentPart>
          </mc:Choice>
          <mc:Fallback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B2398025-232E-C5BC-A4B9-E0DB6AFF188F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4984075" y="3336167"/>
                  <a:ext cx="1922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47BEB268-F1B7-E544-63F8-3015B925481B}"/>
                    </a:ext>
                  </a:extLst>
                </p14:cNvPr>
                <p14:cNvContentPartPr/>
                <p14:nvPr/>
              </p14:nvContentPartPr>
              <p14:xfrm>
                <a:off x="5214475" y="3349847"/>
                <a:ext cx="170640" cy="15228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47BEB268-F1B7-E544-63F8-3015B925481B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5208355" y="3343727"/>
                  <a:ext cx="1828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D7BCC2CD-C90D-CBCD-3BCF-05D533BB94B1}"/>
                    </a:ext>
                  </a:extLst>
                </p14:cNvPr>
                <p14:cNvContentPartPr/>
                <p14:nvPr/>
              </p14:nvContentPartPr>
              <p14:xfrm>
                <a:off x="5419675" y="3313127"/>
                <a:ext cx="110880" cy="208800"/>
              </p14:xfrm>
            </p:contentPart>
          </mc:Choice>
          <mc:Fallback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D7BCC2CD-C90D-CBCD-3BCF-05D533BB94B1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5413555" y="3307007"/>
                  <a:ext cx="1231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3DAE0D81-6DEA-587F-5482-E7FFB395E89B}"/>
                    </a:ext>
                  </a:extLst>
                </p14:cNvPr>
                <p14:cNvContentPartPr/>
                <p14:nvPr/>
              </p14:nvContentPartPr>
              <p14:xfrm>
                <a:off x="5597875" y="3326087"/>
                <a:ext cx="19800" cy="196560"/>
              </p14:xfrm>
            </p:contentPart>
          </mc:Choice>
          <mc:Fallback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3DAE0D81-6DEA-587F-5482-E7FFB395E89B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5591755" y="3319967"/>
                  <a:ext cx="320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7" name="Entrada de lápiz 236">
                  <a:extLst>
                    <a:ext uri="{FF2B5EF4-FFF2-40B4-BE49-F238E27FC236}">
                      <a16:creationId xmlns:a16="http://schemas.microsoft.com/office/drawing/2014/main" id="{F6A1C661-0111-8A96-25D6-A206C3903CCD}"/>
                    </a:ext>
                  </a:extLst>
                </p14:cNvPr>
                <p14:cNvContentPartPr/>
                <p14:nvPr/>
              </p14:nvContentPartPr>
              <p14:xfrm>
                <a:off x="5588875" y="3377207"/>
                <a:ext cx="136080" cy="15120"/>
              </p14:xfrm>
            </p:contentPart>
          </mc:Choice>
          <mc:Fallback>
            <p:pic>
              <p:nvPicPr>
                <p:cNvPr id="237" name="Entrada de lápiz 236">
                  <a:extLst>
                    <a:ext uri="{FF2B5EF4-FFF2-40B4-BE49-F238E27FC236}">
                      <a16:creationId xmlns:a16="http://schemas.microsoft.com/office/drawing/2014/main" id="{F6A1C661-0111-8A96-25D6-A206C3903CCD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5582755" y="3371087"/>
                  <a:ext cx="1483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8" name="Entrada de lápiz 237">
                  <a:extLst>
                    <a:ext uri="{FF2B5EF4-FFF2-40B4-BE49-F238E27FC236}">
                      <a16:creationId xmlns:a16="http://schemas.microsoft.com/office/drawing/2014/main" id="{9E06E0C0-3521-5030-39FB-040B720047D0}"/>
                    </a:ext>
                  </a:extLst>
                </p14:cNvPr>
                <p14:cNvContentPartPr/>
                <p14:nvPr/>
              </p14:nvContentPartPr>
              <p14:xfrm>
                <a:off x="5727115" y="3283967"/>
                <a:ext cx="22320" cy="172800"/>
              </p14:xfrm>
            </p:contentPart>
          </mc:Choice>
          <mc:Fallback>
            <p:pic>
              <p:nvPicPr>
                <p:cNvPr id="238" name="Entrada de lápiz 237">
                  <a:extLst>
                    <a:ext uri="{FF2B5EF4-FFF2-40B4-BE49-F238E27FC236}">
                      <a16:creationId xmlns:a16="http://schemas.microsoft.com/office/drawing/2014/main" id="{9E06E0C0-3521-5030-39FB-040B720047D0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5720995" y="3277847"/>
                  <a:ext cx="345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5E77C67C-D229-3D72-AA63-C54E8CBF2932}"/>
                    </a:ext>
                  </a:extLst>
                </p14:cNvPr>
                <p14:cNvContentPartPr/>
                <p14:nvPr/>
              </p14:nvContentPartPr>
              <p14:xfrm>
                <a:off x="5724595" y="3368207"/>
                <a:ext cx="126000" cy="10440"/>
              </p14:xfrm>
            </p:contentPart>
          </mc:Choice>
          <mc:Fallback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5E77C67C-D229-3D72-AA63-C54E8CBF2932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5718475" y="3362087"/>
                  <a:ext cx="1382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0CA170AF-770A-B511-14AE-7192AB86A833}"/>
                    </a:ext>
                  </a:extLst>
                </p14:cNvPr>
                <p14:cNvContentPartPr/>
                <p14:nvPr/>
              </p14:nvContentPartPr>
              <p14:xfrm>
                <a:off x="5850235" y="3339407"/>
                <a:ext cx="149760" cy="136440"/>
              </p14:xfrm>
            </p:contentPart>
          </mc:Choice>
          <mc:Fallback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0CA170AF-770A-B511-14AE-7192AB86A833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5844115" y="3333287"/>
                  <a:ext cx="1620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3788B08E-3436-EE81-5CFD-87C645B40413}"/>
                    </a:ext>
                  </a:extLst>
                </p14:cNvPr>
                <p14:cNvContentPartPr/>
                <p14:nvPr/>
              </p14:nvContentPartPr>
              <p14:xfrm>
                <a:off x="6018355" y="3365687"/>
                <a:ext cx="152280" cy="152280"/>
              </p14:xfrm>
            </p:contentPart>
          </mc:Choice>
          <mc:Fallback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3788B08E-3436-EE81-5CFD-87C645B40413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6012235" y="3359567"/>
                  <a:ext cx="1645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C6250745-EF1E-2718-EFA4-2196AB6BCE46}"/>
                    </a:ext>
                  </a:extLst>
                </p14:cNvPr>
                <p14:cNvContentPartPr/>
                <p14:nvPr/>
              </p14:nvContentPartPr>
              <p14:xfrm>
                <a:off x="6126715" y="3176327"/>
                <a:ext cx="203040" cy="370440"/>
              </p14:xfrm>
            </p:contentPart>
          </mc:Choice>
          <mc:Fallback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C6250745-EF1E-2718-EFA4-2196AB6BCE46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6120595" y="3170207"/>
                  <a:ext cx="21528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B1FDB385-D38F-B5A5-8334-91A5137782B2}"/>
                    </a:ext>
                  </a:extLst>
                </p14:cNvPr>
                <p14:cNvContentPartPr/>
                <p14:nvPr/>
              </p14:nvContentPartPr>
              <p14:xfrm>
                <a:off x="6309235" y="3339767"/>
                <a:ext cx="129600" cy="141840"/>
              </p14:xfrm>
            </p:contentPart>
          </mc:Choice>
          <mc:Fallback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B1FDB385-D38F-B5A5-8334-91A5137782B2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6303115" y="3333647"/>
                  <a:ext cx="1418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44" name="Entrada de lápiz 243">
                  <a:extLst>
                    <a:ext uri="{FF2B5EF4-FFF2-40B4-BE49-F238E27FC236}">
                      <a16:creationId xmlns:a16="http://schemas.microsoft.com/office/drawing/2014/main" id="{40A68225-21B9-4E0E-95C9-8749E0032954}"/>
                    </a:ext>
                  </a:extLst>
                </p14:cNvPr>
                <p14:cNvContentPartPr/>
                <p14:nvPr/>
              </p14:nvContentPartPr>
              <p14:xfrm>
                <a:off x="6453235" y="3363887"/>
                <a:ext cx="106920" cy="159480"/>
              </p14:xfrm>
            </p:contentPart>
          </mc:Choice>
          <mc:Fallback>
            <p:pic>
              <p:nvPicPr>
                <p:cNvPr id="244" name="Entrada de lápiz 243">
                  <a:extLst>
                    <a:ext uri="{FF2B5EF4-FFF2-40B4-BE49-F238E27FC236}">
                      <a16:creationId xmlns:a16="http://schemas.microsoft.com/office/drawing/2014/main" id="{40A68225-21B9-4E0E-95C9-8749E0032954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6447115" y="3357767"/>
                  <a:ext cx="1191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8" name="Entrada de lápiz 247">
                  <a:extLst>
                    <a:ext uri="{FF2B5EF4-FFF2-40B4-BE49-F238E27FC236}">
                      <a16:creationId xmlns:a16="http://schemas.microsoft.com/office/drawing/2014/main" id="{0D35AC75-6527-89F9-A578-573AE86E423C}"/>
                    </a:ext>
                  </a:extLst>
                </p14:cNvPr>
                <p14:cNvContentPartPr/>
                <p14:nvPr/>
              </p14:nvContentPartPr>
              <p14:xfrm>
                <a:off x="2591875" y="3756647"/>
                <a:ext cx="154440" cy="546840"/>
              </p14:xfrm>
            </p:contentPart>
          </mc:Choice>
          <mc:Fallback>
            <p:pic>
              <p:nvPicPr>
                <p:cNvPr id="248" name="Entrada de lápiz 247">
                  <a:extLst>
                    <a:ext uri="{FF2B5EF4-FFF2-40B4-BE49-F238E27FC236}">
                      <a16:creationId xmlns:a16="http://schemas.microsoft.com/office/drawing/2014/main" id="{0D35AC75-6527-89F9-A578-573AE86E423C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2585755" y="3750527"/>
                  <a:ext cx="16668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49" name="Entrada de lápiz 248">
                  <a:extLst>
                    <a:ext uri="{FF2B5EF4-FFF2-40B4-BE49-F238E27FC236}">
                      <a16:creationId xmlns:a16="http://schemas.microsoft.com/office/drawing/2014/main" id="{5E72FEBD-301A-F10F-E58E-FFEE0D485433}"/>
                    </a:ext>
                  </a:extLst>
                </p14:cNvPr>
                <p14:cNvContentPartPr/>
                <p14:nvPr/>
              </p14:nvContentPartPr>
              <p14:xfrm>
                <a:off x="2790595" y="3874727"/>
                <a:ext cx="188280" cy="236520"/>
              </p14:xfrm>
            </p:contentPart>
          </mc:Choice>
          <mc:Fallback>
            <p:pic>
              <p:nvPicPr>
                <p:cNvPr id="249" name="Entrada de lápiz 248">
                  <a:extLst>
                    <a:ext uri="{FF2B5EF4-FFF2-40B4-BE49-F238E27FC236}">
                      <a16:creationId xmlns:a16="http://schemas.microsoft.com/office/drawing/2014/main" id="{5E72FEBD-301A-F10F-E58E-FFEE0D485433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2784475" y="3868607"/>
                  <a:ext cx="2005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50" name="Entrada de lápiz 249">
                  <a:extLst>
                    <a:ext uri="{FF2B5EF4-FFF2-40B4-BE49-F238E27FC236}">
                      <a16:creationId xmlns:a16="http://schemas.microsoft.com/office/drawing/2014/main" id="{C2B84466-43D8-D55B-CCCE-E70C5BFDB74B}"/>
                    </a:ext>
                  </a:extLst>
                </p14:cNvPr>
                <p14:cNvContentPartPr/>
                <p14:nvPr/>
              </p14:nvContentPartPr>
              <p14:xfrm>
                <a:off x="2973115" y="3979127"/>
                <a:ext cx="155520" cy="137880"/>
              </p14:xfrm>
            </p:contentPart>
          </mc:Choice>
          <mc:Fallback>
            <p:pic>
              <p:nvPicPr>
                <p:cNvPr id="250" name="Entrada de lápiz 249">
                  <a:extLst>
                    <a:ext uri="{FF2B5EF4-FFF2-40B4-BE49-F238E27FC236}">
                      <a16:creationId xmlns:a16="http://schemas.microsoft.com/office/drawing/2014/main" id="{C2B84466-43D8-D55B-CCCE-E70C5BFDB74B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2966995" y="3973007"/>
                  <a:ext cx="1677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51" name="Entrada de lápiz 250">
                  <a:extLst>
                    <a:ext uri="{FF2B5EF4-FFF2-40B4-BE49-F238E27FC236}">
                      <a16:creationId xmlns:a16="http://schemas.microsoft.com/office/drawing/2014/main" id="{CFB2CBCD-76A1-546B-8DAD-8C08ECDBDB28}"/>
                    </a:ext>
                  </a:extLst>
                </p14:cNvPr>
                <p14:cNvContentPartPr/>
                <p14:nvPr/>
              </p14:nvContentPartPr>
              <p14:xfrm>
                <a:off x="3170035" y="3976247"/>
                <a:ext cx="154440" cy="252000"/>
              </p14:xfrm>
            </p:contentPart>
          </mc:Choice>
          <mc:Fallback>
            <p:pic>
              <p:nvPicPr>
                <p:cNvPr id="251" name="Entrada de lápiz 250">
                  <a:extLst>
                    <a:ext uri="{FF2B5EF4-FFF2-40B4-BE49-F238E27FC236}">
                      <a16:creationId xmlns:a16="http://schemas.microsoft.com/office/drawing/2014/main" id="{CFB2CBCD-76A1-546B-8DAD-8C08ECDBDB28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3163915" y="3970127"/>
                  <a:ext cx="1666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52" name="Entrada de lápiz 251">
                  <a:extLst>
                    <a:ext uri="{FF2B5EF4-FFF2-40B4-BE49-F238E27FC236}">
                      <a16:creationId xmlns:a16="http://schemas.microsoft.com/office/drawing/2014/main" id="{ADD69C67-EA3D-60B8-046B-5CF43AEA786C}"/>
                    </a:ext>
                  </a:extLst>
                </p14:cNvPr>
                <p14:cNvContentPartPr/>
                <p14:nvPr/>
              </p14:nvContentPartPr>
              <p14:xfrm>
                <a:off x="3341395" y="3934127"/>
                <a:ext cx="91440" cy="189720"/>
              </p14:xfrm>
            </p:contentPart>
          </mc:Choice>
          <mc:Fallback>
            <p:pic>
              <p:nvPicPr>
                <p:cNvPr id="252" name="Entrada de lápiz 251">
                  <a:extLst>
                    <a:ext uri="{FF2B5EF4-FFF2-40B4-BE49-F238E27FC236}">
                      <a16:creationId xmlns:a16="http://schemas.microsoft.com/office/drawing/2014/main" id="{ADD69C67-EA3D-60B8-046B-5CF43AEA786C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3335275" y="3928007"/>
                  <a:ext cx="1036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53" name="Entrada de lápiz 252">
                  <a:extLst>
                    <a:ext uri="{FF2B5EF4-FFF2-40B4-BE49-F238E27FC236}">
                      <a16:creationId xmlns:a16="http://schemas.microsoft.com/office/drawing/2014/main" id="{1D684B80-F4DC-F86E-5100-AEF354B36386}"/>
                    </a:ext>
                  </a:extLst>
                </p14:cNvPr>
                <p14:cNvContentPartPr/>
                <p14:nvPr/>
              </p14:nvContentPartPr>
              <p14:xfrm>
                <a:off x="3461995" y="3924047"/>
                <a:ext cx="124200" cy="136800"/>
              </p14:xfrm>
            </p:contentPart>
          </mc:Choice>
          <mc:Fallback>
            <p:pic>
              <p:nvPicPr>
                <p:cNvPr id="253" name="Entrada de lápiz 252">
                  <a:extLst>
                    <a:ext uri="{FF2B5EF4-FFF2-40B4-BE49-F238E27FC236}">
                      <a16:creationId xmlns:a16="http://schemas.microsoft.com/office/drawing/2014/main" id="{1D684B80-F4DC-F86E-5100-AEF354B36386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3455875" y="3917927"/>
                  <a:ext cx="1364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54" name="Entrada de lápiz 253">
                  <a:extLst>
                    <a:ext uri="{FF2B5EF4-FFF2-40B4-BE49-F238E27FC236}">
                      <a16:creationId xmlns:a16="http://schemas.microsoft.com/office/drawing/2014/main" id="{DEC8FD82-E05D-2571-AB0A-3F462F9CDBF4}"/>
                    </a:ext>
                  </a:extLst>
                </p14:cNvPr>
                <p14:cNvContentPartPr/>
                <p14:nvPr/>
              </p14:nvContentPartPr>
              <p14:xfrm>
                <a:off x="3635155" y="3897767"/>
                <a:ext cx="77400" cy="220320"/>
              </p14:xfrm>
            </p:contentPart>
          </mc:Choice>
          <mc:Fallback>
            <p:pic>
              <p:nvPicPr>
                <p:cNvPr id="254" name="Entrada de lápiz 253">
                  <a:extLst>
                    <a:ext uri="{FF2B5EF4-FFF2-40B4-BE49-F238E27FC236}">
                      <a16:creationId xmlns:a16="http://schemas.microsoft.com/office/drawing/2014/main" id="{DEC8FD82-E05D-2571-AB0A-3F462F9CDBF4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3629035" y="3891647"/>
                  <a:ext cx="896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55" name="Entrada de lápiz 254">
                  <a:extLst>
                    <a:ext uri="{FF2B5EF4-FFF2-40B4-BE49-F238E27FC236}">
                      <a16:creationId xmlns:a16="http://schemas.microsoft.com/office/drawing/2014/main" id="{D75ECB14-4C26-F584-690D-06A7644AD6E3}"/>
                    </a:ext>
                  </a:extLst>
                </p14:cNvPr>
                <p14:cNvContentPartPr/>
                <p14:nvPr/>
              </p14:nvContentPartPr>
              <p14:xfrm>
                <a:off x="3735955" y="3932327"/>
                <a:ext cx="172800" cy="157680"/>
              </p14:xfrm>
            </p:contentPart>
          </mc:Choice>
          <mc:Fallback>
            <p:pic>
              <p:nvPicPr>
                <p:cNvPr id="255" name="Entrada de lápiz 254">
                  <a:extLst>
                    <a:ext uri="{FF2B5EF4-FFF2-40B4-BE49-F238E27FC236}">
                      <a16:creationId xmlns:a16="http://schemas.microsoft.com/office/drawing/2014/main" id="{D75ECB14-4C26-F584-690D-06A7644AD6E3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3729835" y="3926207"/>
                  <a:ext cx="1850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56" name="Entrada de lápiz 255">
                  <a:extLst>
                    <a:ext uri="{FF2B5EF4-FFF2-40B4-BE49-F238E27FC236}">
                      <a16:creationId xmlns:a16="http://schemas.microsoft.com/office/drawing/2014/main" id="{05D95D12-1C78-2338-DA6E-F663A9929B74}"/>
                    </a:ext>
                  </a:extLst>
                </p14:cNvPr>
                <p14:cNvContentPartPr/>
                <p14:nvPr/>
              </p14:nvContentPartPr>
              <p14:xfrm>
                <a:off x="3927115" y="3809567"/>
                <a:ext cx="30600" cy="245160"/>
              </p14:xfrm>
            </p:contentPart>
          </mc:Choice>
          <mc:Fallback>
            <p:pic>
              <p:nvPicPr>
                <p:cNvPr id="256" name="Entrada de lápiz 255">
                  <a:extLst>
                    <a:ext uri="{FF2B5EF4-FFF2-40B4-BE49-F238E27FC236}">
                      <a16:creationId xmlns:a16="http://schemas.microsoft.com/office/drawing/2014/main" id="{05D95D12-1C78-2338-DA6E-F663A9929B74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3920995" y="3803447"/>
                  <a:ext cx="428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57" name="Entrada de lápiz 256">
                  <a:extLst>
                    <a:ext uri="{FF2B5EF4-FFF2-40B4-BE49-F238E27FC236}">
                      <a16:creationId xmlns:a16="http://schemas.microsoft.com/office/drawing/2014/main" id="{112F8264-26C7-B63A-6DC5-EDF100CBAAE3}"/>
                    </a:ext>
                  </a:extLst>
                </p14:cNvPr>
                <p14:cNvContentPartPr/>
                <p14:nvPr/>
              </p14:nvContentPartPr>
              <p14:xfrm>
                <a:off x="3987955" y="3935567"/>
                <a:ext cx="116280" cy="157680"/>
              </p14:xfrm>
            </p:contentPart>
          </mc:Choice>
          <mc:Fallback>
            <p:pic>
              <p:nvPicPr>
                <p:cNvPr id="257" name="Entrada de lápiz 256">
                  <a:extLst>
                    <a:ext uri="{FF2B5EF4-FFF2-40B4-BE49-F238E27FC236}">
                      <a16:creationId xmlns:a16="http://schemas.microsoft.com/office/drawing/2014/main" id="{112F8264-26C7-B63A-6DC5-EDF100CBAAE3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3981835" y="3929447"/>
                  <a:ext cx="1285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58" name="Entrada de lápiz 257">
                  <a:extLst>
                    <a:ext uri="{FF2B5EF4-FFF2-40B4-BE49-F238E27FC236}">
                      <a16:creationId xmlns:a16="http://schemas.microsoft.com/office/drawing/2014/main" id="{0C7991BD-A669-7AC6-2F6E-5E9CABA8059D}"/>
                    </a:ext>
                  </a:extLst>
                </p14:cNvPr>
                <p14:cNvContentPartPr/>
                <p14:nvPr/>
              </p14:nvContentPartPr>
              <p14:xfrm>
                <a:off x="4107115" y="3917927"/>
                <a:ext cx="141840" cy="182880"/>
              </p14:xfrm>
            </p:contentPart>
          </mc:Choice>
          <mc:Fallback>
            <p:pic>
              <p:nvPicPr>
                <p:cNvPr id="258" name="Entrada de lápiz 257">
                  <a:extLst>
                    <a:ext uri="{FF2B5EF4-FFF2-40B4-BE49-F238E27FC236}">
                      <a16:creationId xmlns:a16="http://schemas.microsoft.com/office/drawing/2014/main" id="{0C7991BD-A669-7AC6-2F6E-5E9CABA8059D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4100995" y="3911807"/>
                  <a:ext cx="1540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60" name="Entrada de lápiz 259">
                  <a:extLst>
                    <a:ext uri="{FF2B5EF4-FFF2-40B4-BE49-F238E27FC236}">
                      <a16:creationId xmlns:a16="http://schemas.microsoft.com/office/drawing/2014/main" id="{F09FC7DA-1278-FE11-CC3C-9A0CE0F9D572}"/>
                    </a:ext>
                  </a:extLst>
                </p14:cNvPr>
                <p14:cNvContentPartPr/>
                <p14:nvPr/>
              </p14:nvContentPartPr>
              <p14:xfrm>
                <a:off x="4275955" y="3695447"/>
                <a:ext cx="196920" cy="555840"/>
              </p14:xfrm>
            </p:contentPart>
          </mc:Choice>
          <mc:Fallback>
            <p:pic>
              <p:nvPicPr>
                <p:cNvPr id="260" name="Entrada de lápiz 259">
                  <a:extLst>
                    <a:ext uri="{FF2B5EF4-FFF2-40B4-BE49-F238E27FC236}">
                      <a16:creationId xmlns:a16="http://schemas.microsoft.com/office/drawing/2014/main" id="{F09FC7DA-1278-FE11-CC3C-9A0CE0F9D572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4269835" y="3689327"/>
                  <a:ext cx="20916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61" name="Entrada de lápiz 260">
                  <a:extLst>
                    <a:ext uri="{FF2B5EF4-FFF2-40B4-BE49-F238E27FC236}">
                      <a16:creationId xmlns:a16="http://schemas.microsoft.com/office/drawing/2014/main" id="{6B23527A-FE5F-4AFE-62BE-9965DA14FA3D}"/>
                    </a:ext>
                  </a:extLst>
                </p14:cNvPr>
                <p14:cNvContentPartPr/>
                <p14:nvPr/>
              </p14:nvContentPartPr>
              <p14:xfrm>
                <a:off x="4515715" y="3829367"/>
                <a:ext cx="180720" cy="204840"/>
              </p14:xfrm>
            </p:contentPart>
          </mc:Choice>
          <mc:Fallback>
            <p:pic>
              <p:nvPicPr>
                <p:cNvPr id="261" name="Entrada de lápiz 260">
                  <a:extLst>
                    <a:ext uri="{FF2B5EF4-FFF2-40B4-BE49-F238E27FC236}">
                      <a16:creationId xmlns:a16="http://schemas.microsoft.com/office/drawing/2014/main" id="{6B23527A-FE5F-4AFE-62BE-9965DA14FA3D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509595" y="3823247"/>
                  <a:ext cx="1929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62" name="Entrada de lápiz 261">
                  <a:extLst>
                    <a:ext uri="{FF2B5EF4-FFF2-40B4-BE49-F238E27FC236}">
                      <a16:creationId xmlns:a16="http://schemas.microsoft.com/office/drawing/2014/main" id="{27018101-A222-76EF-A838-EC2E22FFDC87}"/>
                    </a:ext>
                  </a:extLst>
                </p14:cNvPr>
                <p14:cNvContentPartPr/>
                <p14:nvPr/>
              </p14:nvContentPartPr>
              <p14:xfrm>
                <a:off x="4713355" y="3873647"/>
                <a:ext cx="130680" cy="127080"/>
              </p14:xfrm>
            </p:contentPart>
          </mc:Choice>
          <mc:Fallback>
            <p:pic>
              <p:nvPicPr>
                <p:cNvPr id="262" name="Entrada de lápiz 261">
                  <a:extLst>
                    <a:ext uri="{FF2B5EF4-FFF2-40B4-BE49-F238E27FC236}">
                      <a16:creationId xmlns:a16="http://schemas.microsoft.com/office/drawing/2014/main" id="{27018101-A222-76EF-A838-EC2E22FFDC87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4707235" y="3867527"/>
                  <a:ext cx="1429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63" name="Entrada de lápiz 262">
                  <a:extLst>
                    <a:ext uri="{FF2B5EF4-FFF2-40B4-BE49-F238E27FC236}">
                      <a16:creationId xmlns:a16="http://schemas.microsoft.com/office/drawing/2014/main" id="{02A9C1CE-56D0-2FA4-B4B2-69CF0E430FE3}"/>
                    </a:ext>
                  </a:extLst>
                </p14:cNvPr>
                <p14:cNvContentPartPr/>
                <p14:nvPr/>
              </p14:nvContentPartPr>
              <p14:xfrm>
                <a:off x="4868875" y="3857807"/>
                <a:ext cx="59400" cy="131760"/>
              </p14:xfrm>
            </p:contentPart>
          </mc:Choice>
          <mc:Fallback>
            <p:pic>
              <p:nvPicPr>
                <p:cNvPr id="263" name="Entrada de lápiz 262">
                  <a:extLst>
                    <a:ext uri="{FF2B5EF4-FFF2-40B4-BE49-F238E27FC236}">
                      <a16:creationId xmlns:a16="http://schemas.microsoft.com/office/drawing/2014/main" id="{02A9C1CE-56D0-2FA4-B4B2-69CF0E430FE3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4862755" y="3851687"/>
                  <a:ext cx="716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64" name="Entrada de lápiz 263">
                  <a:extLst>
                    <a:ext uri="{FF2B5EF4-FFF2-40B4-BE49-F238E27FC236}">
                      <a16:creationId xmlns:a16="http://schemas.microsoft.com/office/drawing/2014/main" id="{D4EC0CD8-E386-14EE-756C-3093CFAED27D}"/>
                    </a:ext>
                  </a:extLst>
                </p14:cNvPr>
                <p14:cNvContentPartPr/>
                <p14:nvPr/>
              </p14:nvContentPartPr>
              <p14:xfrm>
                <a:off x="4826755" y="3744767"/>
                <a:ext cx="160560" cy="10440"/>
              </p14:xfrm>
            </p:contentPart>
          </mc:Choice>
          <mc:Fallback>
            <p:pic>
              <p:nvPicPr>
                <p:cNvPr id="264" name="Entrada de lápiz 263">
                  <a:extLst>
                    <a:ext uri="{FF2B5EF4-FFF2-40B4-BE49-F238E27FC236}">
                      <a16:creationId xmlns:a16="http://schemas.microsoft.com/office/drawing/2014/main" id="{D4EC0CD8-E386-14EE-756C-3093CFAED27D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4820635" y="3738647"/>
                  <a:ext cx="1728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174AA307-2511-5607-7E97-3EC33B0CEB1B}"/>
                    </a:ext>
                  </a:extLst>
                </p14:cNvPr>
                <p14:cNvContentPartPr/>
                <p14:nvPr/>
              </p14:nvContentPartPr>
              <p14:xfrm>
                <a:off x="4938715" y="3843767"/>
                <a:ext cx="138600" cy="154440"/>
              </p14:xfrm>
            </p:contentPart>
          </mc:Choice>
          <mc:Fallback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174AA307-2511-5607-7E97-3EC33B0CEB1B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4932595" y="3837647"/>
                  <a:ext cx="1508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8713ACC6-381E-C050-38EE-F2E1CFF077B3}"/>
                    </a:ext>
                  </a:extLst>
                </p14:cNvPr>
                <p14:cNvContentPartPr/>
                <p14:nvPr/>
              </p14:nvContentPartPr>
              <p14:xfrm>
                <a:off x="5086315" y="3750527"/>
                <a:ext cx="52920" cy="219960"/>
              </p14:xfrm>
            </p:contentPart>
          </mc:Choice>
          <mc:Fallback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8713ACC6-381E-C050-38EE-F2E1CFF077B3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5080195" y="3744407"/>
                  <a:ext cx="651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67" name="Entrada de lápiz 266">
                  <a:extLst>
                    <a:ext uri="{FF2B5EF4-FFF2-40B4-BE49-F238E27FC236}">
                      <a16:creationId xmlns:a16="http://schemas.microsoft.com/office/drawing/2014/main" id="{53375E19-B50A-06DB-6B1D-CFF6160E02E4}"/>
                    </a:ext>
                  </a:extLst>
                </p14:cNvPr>
                <p14:cNvContentPartPr/>
                <p14:nvPr/>
              </p14:nvContentPartPr>
              <p14:xfrm>
                <a:off x="5135275" y="3838727"/>
                <a:ext cx="128160" cy="100080"/>
              </p14:xfrm>
            </p:contentPart>
          </mc:Choice>
          <mc:Fallback>
            <p:pic>
              <p:nvPicPr>
                <p:cNvPr id="267" name="Entrada de lápiz 266">
                  <a:extLst>
                    <a:ext uri="{FF2B5EF4-FFF2-40B4-BE49-F238E27FC236}">
                      <a16:creationId xmlns:a16="http://schemas.microsoft.com/office/drawing/2014/main" id="{53375E19-B50A-06DB-6B1D-CFF6160E02E4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5129155" y="3832607"/>
                  <a:ext cx="140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68" name="Entrada de lápiz 267">
                  <a:extLst>
                    <a:ext uri="{FF2B5EF4-FFF2-40B4-BE49-F238E27FC236}">
                      <a16:creationId xmlns:a16="http://schemas.microsoft.com/office/drawing/2014/main" id="{42DD3DCE-363E-F242-1ADC-EA38C9853F90}"/>
                    </a:ext>
                  </a:extLst>
                </p14:cNvPr>
                <p14:cNvContentPartPr/>
                <p14:nvPr/>
              </p14:nvContentPartPr>
              <p14:xfrm>
                <a:off x="5263435" y="3819287"/>
                <a:ext cx="110880" cy="160560"/>
              </p14:xfrm>
            </p:contentPart>
          </mc:Choice>
          <mc:Fallback>
            <p:pic>
              <p:nvPicPr>
                <p:cNvPr id="268" name="Entrada de lápiz 267">
                  <a:extLst>
                    <a:ext uri="{FF2B5EF4-FFF2-40B4-BE49-F238E27FC236}">
                      <a16:creationId xmlns:a16="http://schemas.microsoft.com/office/drawing/2014/main" id="{42DD3DCE-363E-F242-1ADC-EA38C9853F90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5257315" y="3813167"/>
                  <a:ext cx="1231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0A0BF57E-3588-9894-B56C-A54E1FFE6E2B}"/>
                    </a:ext>
                  </a:extLst>
                </p14:cNvPr>
                <p14:cNvContentPartPr/>
                <p14:nvPr/>
              </p14:nvContentPartPr>
              <p14:xfrm>
                <a:off x="5460355" y="3681047"/>
                <a:ext cx="101880" cy="396720"/>
              </p14:xfrm>
            </p:contentPart>
          </mc:Choice>
          <mc:Fallback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0A0BF57E-3588-9894-B56C-A54E1FFE6E2B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5454235" y="3674927"/>
                  <a:ext cx="11412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70" name="Entrada de lápiz 269">
                  <a:extLst>
                    <a:ext uri="{FF2B5EF4-FFF2-40B4-BE49-F238E27FC236}">
                      <a16:creationId xmlns:a16="http://schemas.microsoft.com/office/drawing/2014/main" id="{13135F2A-1296-EB35-7ECF-980D877B0073}"/>
                    </a:ext>
                  </a:extLst>
                </p14:cNvPr>
                <p14:cNvContentPartPr/>
                <p14:nvPr/>
              </p14:nvContentPartPr>
              <p14:xfrm>
                <a:off x="5549275" y="3767807"/>
                <a:ext cx="256680" cy="48240"/>
              </p14:xfrm>
            </p:contentPart>
          </mc:Choice>
          <mc:Fallback>
            <p:pic>
              <p:nvPicPr>
                <p:cNvPr id="270" name="Entrada de lápiz 269">
                  <a:extLst>
                    <a:ext uri="{FF2B5EF4-FFF2-40B4-BE49-F238E27FC236}">
                      <a16:creationId xmlns:a16="http://schemas.microsoft.com/office/drawing/2014/main" id="{13135F2A-1296-EB35-7ECF-980D877B0073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5543155" y="3761687"/>
                  <a:ext cx="2689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71" name="Entrada de lápiz 270">
                  <a:extLst>
                    <a:ext uri="{FF2B5EF4-FFF2-40B4-BE49-F238E27FC236}">
                      <a16:creationId xmlns:a16="http://schemas.microsoft.com/office/drawing/2014/main" id="{C8D4BA6A-FDC6-B22F-2843-2AA3F4277D84}"/>
                    </a:ext>
                  </a:extLst>
                </p14:cNvPr>
                <p14:cNvContentPartPr/>
                <p14:nvPr/>
              </p14:nvContentPartPr>
              <p14:xfrm>
                <a:off x="5682835" y="3786527"/>
                <a:ext cx="55080" cy="227880"/>
              </p14:xfrm>
            </p:contentPart>
          </mc:Choice>
          <mc:Fallback>
            <p:pic>
              <p:nvPicPr>
                <p:cNvPr id="271" name="Entrada de lápiz 270">
                  <a:extLst>
                    <a:ext uri="{FF2B5EF4-FFF2-40B4-BE49-F238E27FC236}">
                      <a16:creationId xmlns:a16="http://schemas.microsoft.com/office/drawing/2014/main" id="{C8D4BA6A-FDC6-B22F-2843-2AA3F4277D84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5676715" y="3780407"/>
                  <a:ext cx="673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72" name="Entrada de lápiz 271">
                  <a:extLst>
                    <a:ext uri="{FF2B5EF4-FFF2-40B4-BE49-F238E27FC236}">
                      <a16:creationId xmlns:a16="http://schemas.microsoft.com/office/drawing/2014/main" id="{F766E5E4-AE2A-5857-2514-BA8AC6DBA42B}"/>
                    </a:ext>
                  </a:extLst>
                </p14:cNvPr>
                <p14:cNvContentPartPr/>
                <p14:nvPr/>
              </p14:nvContentPartPr>
              <p14:xfrm>
                <a:off x="5758795" y="3852047"/>
                <a:ext cx="167040" cy="109080"/>
              </p14:xfrm>
            </p:contentPart>
          </mc:Choice>
          <mc:Fallback>
            <p:pic>
              <p:nvPicPr>
                <p:cNvPr id="272" name="Entrada de lápiz 271">
                  <a:extLst>
                    <a:ext uri="{FF2B5EF4-FFF2-40B4-BE49-F238E27FC236}">
                      <a16:creationId xmlns:a16="http://schemas.microsoft.com/office/drawing/2014/main" id="{F766E5E4-AE2A-5857-2514-BA8AC6DBA42B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5752675" y="3845927"/>
                  <a:ext cx="1792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73" name="Entrada de lápiz 272">
                  <a:extLst>
                    <a:ext uri="{FF2B5EF4-FFF2-40B4-BE49-F238E27FC236}">
                      <a16:creationId xmlns:a16="http://schemas.microsoft.com/office/drawing/2014/main" id="{A8DD2B67-6298-902F-E140-E399B2B1D160}"/>
                    </a:ext>
                  </a:extLst>
                </p14:cNvPr>
                <p14:cNvContentPartPr/>
                <p14:nvPr/>
              </p14:nvContentPartPr>
              <p14:xfrm>
                <a:off x="5918995" y="3822527"/>
                <a:ext cx="176040" cy="124920"/>
              </p14:xfrm>
            </p:contentPart>
          </mc:Choice>
          <mc:Fallback>
            <p:pic>
              <p:nvPicPr>
                <p:cNvPr id="273" name="Entrada de lápiz 272">
                  <a:extLst>
                    <a:ext uri="{FF2B5EF4-FFF2-40B4-BE49-F238E27FC236}">
                      <a16:creationId xmlns:a16="http://schemas.microsoft.com/office/drawing/2014/main" id="{A8DD2B67-6298-902F-E140-E399B2B1D160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5912875" y="3816407"/>
                  <a:ext cx="1882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74" name="Entrada de lápiz 273">
                  <a:extLst>
                    <a:ext uri="{FF2B5EF4-FFF2-40B4-BE49-F238E27FC236}">
                      <a16:creationId xmlns:a16="http://schemas.microsoft.com/office/drawing/2014/main" id="{0C13CC75-0F26-3025-1900-A0D72306FD1C}"/>
                    </a:ext>
                  </a:extLst>
                </p14:cNvPr>
                <p14:cNvContentPartPr/>
                <p14:nvPr/>
              </p14:nvContentPartPr>
              <p14:xfrm>
                <a:off x="5981995" y="3822167"/>
                <a:ext cx="75240" cy="167400"/>
              </p14:xfrm>
            </p:contentPart>
          </mc:Choice>
          <mc:Fallback>
            <p:pic>
              <p:nvPicPr>
                <p:cNvPr id="274" name="Entrada de lápiz 273">
                  <a:extLst>
                    <a:ext uri="{FF2B5EF4-FFF2-40B4-BE49-F238E27FC236}">
                      <a16:creationId xmlns:a16="http://schemas.microsoft.com/office/drawing/2014/main" id="{0C13CC75-0F26-3025-1900-A0D72306FD1C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5975875" y="3816047"/>
                  <a:ext cx="874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75" name="Entrada de lápiz 274">
                  <a:extLst>
                    <a:ext uri="{FF2B5EF4-FFF2-40B4-BE49-F238E27FC236}">
                      <a16:creationId xmlns:a16="http://schemas.microsoft.com/office/drawing/2014/main" id="{CEDE4EAC-2E53-98B9-623D-EA2E584D33C3}"/>
                    </a:ext>
                  </a:extLst>
                </p14:cNvPr>
                <p14:cNvContentPartPr/>
                <p14:nvPr/>
              </p14:nvContentPartPr>
              <p14:xfrm>
                <a:off x="6100075" y="3699767"/>
                <a:ext cx="48960" cy="256680"/>
              </p14:xfrm>
            </p:contentPart>
          </mc:Choice>
          <mc:Fallback>
            <p:pic>
              <p:nvPicPr>
                <p:cNvPr id="275" name="Entrada de lápiz 274">
                  <a:extLst>
                    <a:ext uri="{FF2B5EF4-FFF2-40B4-BE49-F238E27FC236}">
                      <a16:creationId xmlns:a16="http://schemas.microsoft.com/office/drawing/2014/main" id="{CEDE4EAC-2E53-98B9-623D-EA2E584D33C3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6093955" y="3693647"/>
                  <a:ext cx="612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76" name="Entrada de lápiz 275">
                  <a:extLst>
                    <a:ext uri="{FF2B5EF4-FFF2-40B4-BE49-F238E27FC236}">
                      <a16:creationId xmlns:a16="http://schemas.microsoft.com/office/drawing/2014/main" id="{32A755B3-1CC1-EA29-C96B-76813EA475A9}"/>
                    </a:ext>
                  </a:extLst>
                </p14:cNvPr>
                <p14:cNvContentPartPr/>
                <p14:nvPr/>
              </p14:nvContentPartPr>
              <p14:xfrm>
                <a:off x="6048595" y="3809567"/>
                <a:ext cx="201960" cy="10800"/>
              </p14:xfrm>
            </p:contentPart>
          </mc:Choice>
          <mc:Fallback>
            <p:pic>
              <p:nvPicPr>
                <p:cNvPr id="276" name="Entrada de lápiz 275">
                  <a:extLst>
                    <a:ext uri="{FF2B5EF4-FFF2-40B4-BE49-F238E27FC236}">
                      <a16:creationId xmlns:a16="http://schemas.microsoft.com/office/drawing/2014/main" id="{32A755B3-1CC1-EA29-C96B-76813EA475A9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6042475" y="3803447"/>
                  <a:ext cx="2142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77" name="Entrada de lápiz 276">
                  <a:extLst>
                    <a:ext uri="{FF2B5EF4-FFF2-40B4-BE49-F238E27FC236}">
                      <a16:creationId xmlns:a16="http://schemas.microsoft.com/office/drawing/2014/main" id="{A4A75D0C-94F0-8BB1-9456-48060855F77C}"/>
                    </a:ext>
                  </a:extLst>
                </p14:cNvPr>
                <p14:cNvContentPartPr/>
                <p14:nvPr/>
              </p14:nvContentPartPr>
              <p14:xfrm>
                <a:off x="6168835" y="3818207"/>
                <a:ext cx="165600" cy="126000"/>
              </p14:xfrm>
            </p:contentPart>
          </mc:Choice>
          <mc:Fallback>
            <p:pic>
              <p:nvPicPr>
                <p:cNvPr id="277" name="Entrada de lápiz 276">
                  <a:extLst>
                    <a:ext uri="{FF2B5EF4-FFF2-40B4-BE49-F238E27FC236}">
                      <a16:creationId xmlns:a16="http://schemas.microsoft.com/office/drawing/2014/main" id="{A4A75D0C-94F0-8BB1-9456-48060855F77C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6162715" y="3812087"/>
                  <a:ext cx="1778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79" name="Entrada de lápiz 278">
                  <a:extLst>
                    <a:ext uri="{FF2B5EF4-FFF2-40B4-BE49-F238E27FC236}">
                      <a16:creationId xmlns:a16="http://schemas.microsoft.com/office/drawing/2014/main" id="{B5CE94A4-211D-3F3B-BFD0-E175295D16E6}"/>
                    </a:ext>
                  </a:extLst>
                </p14:cNvPr>
                <p14:cNvContentPartPr/>
                <p14:nvPr/>
              </p14:nvContentPartPr>
              <p14:xfrm>
                <a:off x="6408595" y="3663767"/>
                <a:ext cx="179640" cy="696240"/>
              </p14:xfrm>
            </p:contentPart>
          </mc:Choice>
          <mc:Fallback>
            <p:pic>
              <p:nvPicPr>
                <p:cNvPr id="279" name="Entrada de lápiz 278">
                  <a:extLst>
                    <a:ext uri="{FF2B5EF4-FFF2-40B4-BE49-F238E27FC236}">
                      <a16:creationId xmlns:a16="http://schemas.microsoft.com/office/drawing/2014/main" id="{B5CE94A4-211D-3F3B-BFD0-E175295D16E6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6402475" y="3657647"/>
                  <a:ext cx="191880" cy="70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81" name="Entrada de lápiz 280">
                  <a:extLst>
                    <a:ext uri="{FF2B5EF4-FFF2-40B4-BE49-F238E27FC236}">
                      <a16:creationId xmlns:a16="http://schemas.microsoft.com/office/drawing/2014/main" id="{2C6BE6EF-4C39-7E9C-3E8E-7F0C3A575283}"/>
                    </a:ext>
                  </a:extLst>
                </p14:cNvPr>
                <p14:cNvContentPartPr/>
                <p14:nvPr/>
              </p14:nvContentPartPr>
              <p14:xfrm>
                <a:off x="2904715" y="4181024"/>
                <a:ext cx="1209240" cy="68400"/>
              </p14:xfrm>
            </p:contentPart>
          </mc:Choice>
          <mc:Fallback>
            <p:pic>
              <p:nvPicPr>
                <p:cNvPr id="281" name="Entrada de lápiz 280">
                  <a:extLst>
                    <a:ext uri="{FF2B5EF4-FFF2-40B4-BE49-F238E27FC236}">
                      <a16:creationId xmlns:a16="http://schemas.microsoft.com/office/drawing/2014/main" id="{2C6BE6EF-4C39-7E9C-3E8E-7F0C3A575283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2898595" y="4174904"/>
                  <a:ext cx="122148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upo 290">
            <a:extLst>
              <a:ext uri="{FF2B5EF4-FFF2-40B4-BE49-F238E27FC236}">
                <a16:creationId xmlns:a16="http://schemas.microsoft.com/office/drawing/2014/main" id="{7E7AD918-27A9-20BC-5823-25C8DA1244F6}"/>
              </a:ext>
            </a:extLst>
          </p:cNvPr>
          <p:cNvGrpSpPr/>
          <p:nvPr/>
        </p:nvGrpSpPr>
        <p:grpSpPr>
          <a:xfrm>
            <a:off x="6763195" y="3570824"/>
            <a:ext cx="591120" cy="231480"/>
            <a:chOff x="6763195" y="3570824"/>
            <a:chExt cx="591120" cy="23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83" name="Entrada de lápiz 282">
                  <a:extLst>
                    <a:ext uri="{FF2B5EF4-FFF2-40B4-BE49-F238E27FC236}">
                      <a16:creationId xmlns:a16="http://schemas.microsoft.com/office/drawing/2014/main" id="{56DB762C-C106-5F63-3EA1-2C5799E230B9}"/>
                    </a:ext>
                  </a:extLst>
                </p14:cNvPr>
                <p14:cNvContentPartPr/>
                <p14:nvPr/>
              </p14:nvContentPartPr>
              <p14:xfrm>
                <a:off x="6894235" y="3801944"/>
                <a:ext cx="360" cy="360"/>
              </p14:xfrm>
            </p:contentPart>
          </mc:Choice>
          <mc:Fallback>
            <p:pic>
              <p:nvPicPr>
                <p:cNvPr id="283" name="Entrada de lápiz 282">
                  <a:extLst>
                    <a:ext uri="{FF2B5EF4-FFF2-40B4-BE49-F238E27FC236}">
                      <a16:creationId xmlns:a16="http://schemas.microsoft.com/office/drawing/2014/main" id="{56DB762C-C106-5F63-3EA1-2C5799E230B9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6888115" y="3795824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84" name="Entrada de lápiz 283">
                  <a:extLst>
                    <a:ext uri="{FF2B5EF4-FFF2-40B4-BE49-F238E27FC236}">
                      <a16:creationId xmlns:a16="http://schemas.microsoft.com/office/drawing/2014/main" id="{EB7275A6-1FB9-5F86-0847-79209DBFBD63}"/>
                    </a:ext>
                  </a:extLst>
                </p14:cNvPr>
                <p14:cNvContentPartPr/>
                <p14:nvPr/>
              </p14:nvContentPartPr>
              <p14:xfrm>
                <a:off x="6763195" y="3718424"/>
                <a:ext cx="417240" cy="42120"/>
              </p14:xfrm>
            </p:contentPart>
          </mc:Choice>
          <mc:Fallback>
            <p:pic>
              <p:nvPicPr>
                <p:cNvPr id="284" name="Entrada de lápiz 283">
                  <a:extLst>
                    <a:ext uri="{FF2B5EF4-FFF2-40B4-BE49-F238E27FC236}">
                      <a16:creationId xmlns:a16="http://schemas.microsoft.com/office/drawing/2014/main" id="{EB7275A6-1FB9-5F86-0847-79209DBFBD63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6757075" y="3712304"/>
                  <a:ext cx="4294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85" name="Entrada de lápiz 284">
                  <a:extLst>
                    <a:ext uri="{FF2B5EF4-FFF2-40B4-BE49-F238E27FC236}">
                      <a16:creationId xmlns:a16="http://schemas.microsoft.com/office/drawing/2014/main" id="{0D82772C-D2B7-42F9-B010-2851677D6FA4}"/>
                    </a:ext>
                  </a:extLst>
                </p14:cNvPr>
                <p14:cNvContentPartPr/>
                <p14:nvPr/>
              </p14:nvContentPartPr>
              <p14:xfrm>
                <a:off x="7104475" y="3570824"/>
                <a:ext cx="249840" cy="217080"/>
              </p14:xfrm>
            </p:contentPart>
          </mc:Choice>
          <mc:Fallback>
            <p:pic>
              <p:nvPicPr>
                <p:cNvPr id="285" name="Entrada de lápiz 284">
                  <a:extLst>
                    <a:ext uri="{FF2B5EF4-FFF2-40B4-BE49-F238E27FC236}">
                      <a16:creationId xmlns:a16="http://schemas.microsoft.com/office/drawing/2014/main" id="{0D82772C-D2B7-42F9-B010-2851677D6FA4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7098355" y="3564704"/>
                  <a:ext cx="262080" cy="22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Grupo 307">
            <a:extLst>
              <a:ext uri="{FF2B5EF4-FFF2-40B4-BE49-F238E27FC236}">
                <a16:creationId xmlns:a16="http://schemas.microsoft.com/office/drawing/2014/main" id="{0E934AC1-F06C-F471-CC2A-68DB4859086A}"/>
              </a:ext>
            </a:extLst>
          </p:cNvPr>
          <p:cNvGrpSpPr/>
          <p:nvPr/>
        </p:nvGrpSpPr>
        <p:grpSpPr>
          <a:xfrm>
            <a:off x="7615675" y="3454544"/>
            <a:ext cx="1376280" cy="260640"/>
            <a:chOff x="7615675" y="3454544"/>
            <a:chExt cx="1376280" cy="26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86" name="Entrada de lápiz 285">
                  <a:extLst>
                    <a:ext uri="{FF2B5EF4-FFF2-40B4-BE49-F238E27FC236}">
                      <a16:creationId xmlns:a16="http://schemas.microsoft.com/office/drawing/2014/main" id="{D315F801-A253-8371-14EF-301789BCF485}"/>
                    </a:ext>
                  </a:extLst>
                </p14:cNvPr>
                <p14:cNvContentPartPr/>
                <p14:nvPr/>
              </p14:nvContentPartPr>
              <p14:xfrm>
                <a:off x="7615675" y="3454544"/>
                <a:ext cx="231480" cy="253440"/>
              </p14:xfrm>
            </p:contentPart>
          </mc:Choice>
          <mc:Fallback>
            <p:pic>
              <p:nvPicPr>
                <p:cNvPr id="286" name="Entrada de lápiz 285">
                  <a:extLst>
                    <a:ext uri="{FF2B5EF4-FFF2-40B4-BE49-F238E27FC236}">
                      <a16:creationId xmlns:a16="http://schemas.microsoft.com/office/drawing/2014/main" id="{D315F801-A253-8371-14EF-301789BCF485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7609555" y="3448424"/>
                  <a:ext cx="2437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87" name="Entrada de lápiz 286">
                  <a:extLst>
                    <a:ext uri="{FF2B5EF4-FFF2-40B4-BE49-F238E27FC236}">
                      <a16:creationId xmlns:a16="http://schemas.microsoft.com/office/drawing/2014/main" id="{25988A2D-C230-A2E5-D209-2CB6965DA34B}"/>
                    </a:ext>
                  </a:extLst>
                </p14:cNvPr>
                <p14:cNvContentPartPr/>
                <p14:nvPr/>
              </p14:nvContentPartPr>
              <p14:xfrm>
                <a:off x="7861915" y="3537704"/>
                <a:ext cx="171720" cy="131400"/>
              </p14:xfrm>
            </p:contentPart>
          </mc:Choice>
          <mc:Fallback>
            <p:pic>
              <p:nvPicPr>
                <p:cNvPr id="287" name="Entrada de lápiz 286">
                  <a:extLst>
                    <a:ext uri="{FF2B5EF4-FFF2-40B4-BE49-F238E27FC236}">
                      <a16:creationId xmlns:a16="http://schemas.microsoft.com/office/drawing/2014/main" id="{25988A2D-C230-A2E5-D209-2CB6965DA34B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7855795" y="3531584"/>
                  <a:ext cx="1839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88" name="Entrada de lápiz 287">
                  <a:extLst>
                    <a:ext uri="{FF2B5EF4-FFF2-40B4-BE49-F238E27FC236}">
                      <a16:creationId xmlns:a16="http://schemas.microsoft.com/office/drawing/2014/main" id="{E68DAADB-ED66-80FF-3B8D-9692F441F1F1}"/>
                    </a:ext>
                  </a:extLst>
                </p14:cNvPr>
                <p14:cNvContentPartPr/>
                <p14:nvPr/>
              </p14:nvContentPartPr>
              <p14:xfrm>
                <a:off x="8086915" y="3534464"/>
                <a:ext cx="278640" cy="136440"/>
              </p14:xfrm>
            </p:contentPart>
          </mc:Choice>
          <mc:Fallback>
            <p:pic>
              <p:nvPicPr>
                <p:cNvPr id="288" name="Entrada de lápiz 287">
                  <a:extLst>
                    <a:ext uri="{FF2B5EF4-FFF2-40B4-BE49-F238E27FC236}">
                      <a16:creationId xmlns:a16="http://schemas.microsoft.com/office/drawing/2014/main" id="{E68DAADB-ED66-80FF-3B8D-9692F441F1F1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8080795" y="3528344"/>
                  <a:ext cx="2908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89" name="Entrada de lápiz 288">
                  <a:extLst>
                    <a:ext uri="{FF2B5EF4-FFF2-40B4-BE49-F238E27FC236}">
                      <a16:creationId xmlns:a16="http://schemas.microsoft.com/office/drawing/2014/main" id="{ACB19EE8-D613-42E2-588C-970993DDE1F1}"/>
                    </a:ext>
                  </a:extLst>
                </p14:cNvPr>
                <p14:cNvContentPartPr/>
                <p14:nvPr/>
              </p14:nvContentPartPr>
              <p14:xfrm>
                <a:off x="8436835" y="3531944"/>
                <a:ext cx="129600" cy="159120"/>
              </p14:xfrm>
            </p:contentPart>
          </mc:Choice>
          <mc:Fallback>
            <p:pic>
              <p:nvPicPr>
                <p:cNvPr id="289" name="Entrada de lápiz 288">
                  <a:extLst>
                    <a:ext uri="{FF2B5EF4-FFF2-40B4-BE49-F238E27FC236}">
                      <a16:creationId xmlns:a16="http://schemas.microsoft.com/office/drawing/2014/main" id="{ACB19EE8-D613-42E2-588C-970993DDE1F1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8430715" y="3525824"/>
                  <a:ext cx="1418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92" name="Entrada de lápiz 291">
                  <a:extLst>
                    <a:ext uri="{FF2B5EF4-FFF2-40B4-BE49-F238E27FC236}">
                      <a16:creationId xmlns:a16="http://schemas.microsoft.com/office/drawing/2014/main" id="{47EA29C9-C59A-2139-D0F9-CB6BBFD4D4C0}"/>
                    </a:ext>
                  </a:extLst>
                </p14:cNvPr>
                <p14:cNvContentPartPr/>
                <p14:nvPr/>
              </p14:nvContentPartPr>
              <p14:xfrm>
                <a:off x="8659315" y="3527264"/>
                <a:ext cx="144360" cy="166680"/>
              </p14:xfrm>
            </p:contentPart>
          </mc:Choice>
          <mc:Fallback>
            <p:pic>
              <p:nvPicPr>
                <p:cNvPr id="292" name="Entrada de lápiz 291">
                  <a:extLst>
                    <a:ext uri="{FF2B5EF4-FFF2-40B4-BE49-F238E27FC236}">
                      <a16:creationId xmlns:a16="http://schemas.microsoft.com/office/drawing/2014/main" id="{47EA29C9-C59A-2139-D0F9-CB6BBFD4D4C0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8653195" y="3521144"/>
                  <a:ext cx="1566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93" name="Entrada de lápiz 292">
                  <a:extLst>
                    <a:ext uri="{FF2B5EF4-FFF2-40B4-BE49-F238E27FC236}">
                      <a16:creationId xmlns:a16="http://schemas.microsoft.com/office/drawing/2014/main" id="{575628A9-354A-563F-5266-E7D05A0AE9F6}"/>
                    </a:ext>
                  </a:extLst>
                </p14:cNvPr>
                <p14:cNvContentPartPr/>
                <p14:nvPr/>
              </p14:nvContentPartPr>
              <p14:xfrm>
                <a:off x="8823835" y="3508184"/>
                <a:ext cx="168120" cy="207000"/>
              </p14:xfrm>
            </p:contentPart>
          </mc:Choice>
          <mc:Fallback>
            <p:pic>
              <p:nvPicPr>
                <p:cNvPr id="293" name="Entrada de lápiz 292">
                  <a:extLst>
                    <a:ext uri="{FF2B5EF4-FFF2-40B4-BE49-F238E27FC236}">
                      <a16:creationId xmlns:a16="http://schemas.microsoft.com/office/drawing/2014/main" id="{575628A9-354A-563F-5266-E7D05A0AE9F6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8817715" y="3502064"/>
                  <a:ext cx="180360" cy="21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7">
            <p14:nvContentPartPr>
              <p14:cNvPr id="294" name="Entrada de lápiz 293">
                <a:extLst>
                  <a:ext uri="{FF2B5EF4-FFF2-40B4-BE49-F238E27FC236}">
                    <a16:creationId xmlns:a16="http://schemas.microsoft.com/office/drawing/2014/main" id="{B63923F5-1FD2-B8FB-3744-2CF31F68D645}"/>
                  </a:ext>
                </a:extLst>
              </p14:cNvPr>
              <p14:cNvContentPartPr/>
              <p14:nvPr/>
            </p14:nvContentPartPr>
            <p14:xfrm>
              <a:off x="9290035" y="3440504"/>
              <a:ext cx="202320" cy="276840"/>
            </p14:xfrm>
          </p:contentPart>
        </mc:Choice>
        <mc:Fallback>
          <p:pic>
            <p:nvPicPr>
              <p:cNvPr id="294" name="Entrada de lápiz 293">
                <a:extLst>
                  <a:ext uri="{FF2B5EF4-FFF2-40B4-BE49-F238E27FC236}">
                    <a16:creationId xmlns:a16="http://schemas.microsoft.com/office/drawing/2014/main" id="{B63923F5-1FD2-B8FB-3744-2CF31F68D645}"/>
                  </a:ext>
                </a:extLst>
              </p:cNvPr>
              <p:cNvPicPr/>
              <p:nvPr/>
            </p:nvPicPr>
            <p:blipFill>
              <a:blip r:embed="rId468"/>
              <a:stretch>
                <a:fillRect/>
              </a:stretch>
            </p:blipFill>
            <p:spPr>
              <a:xfrm>
                <a:off x="9283915" y="3434384"/>
                <a:ext cx="214560" cy="28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7" name="Grupo 306">
            <a:extLst>
              <a:ext uri="{FF2B5EF4-FFF2-40B4-BE49-F238E27FC236}">
                <a16:creationId xmlns:a16="http://schemas.microsoft.com/office/drawing/2014/main" id="{715DD945-5F50-C329-533D-14E86715AA03}"/>
              </a:ext>
            </a:extLst>
          </p:cNvPr>
          <p:cNvGrpSpPr/>
          <p:nvPr/>
        </p:nvGrpSpPr>
        <p:grpSpPr>
          <a:xfrm>
            <a:off x="8139475" y="3933704"/>
            <a:ext cx="1127160" cy="340200"/>
            <a:chOff x="8139475" y="3933704"/>
            <a:chExt cx="1127160" cy="34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95" name="Entrada de lápiz 294">
                  <a:extLst>
                    <a:ext uri="{FF2B5EF4-FFF2-40B4-BE49-F238E27FC236}">
                      <a16:creationId xmlns:a16="http://schemas.microsoft.com/office/drawing/2014/main" id="{63E046DA-C15B-F03A-53B4-A7BB4F858F55}"/>
                    </a:ext>
                  </a:extLst>
                </p14:cNvPr>
                <p14:cNvContentPartPr/>
                <p14:nvPr/>
              </p14:nvContentPartPr>
              <p14:xfrm>
                <a:off x="8139475" y="3934064"/>
                <a:ext cx="414360" cy="46080"/>
              </p14:xfrm>
            </p:contentPart>
          </mc:Choice>
          <mc:Fallback>
            <p:pic>
              <p:nvPicPr>
                <p:cNvPr id="295" name="Entrada de lápiz 294">
                  <a:extLst>
                    <a:ext uri="{FF2B5EF4-FFF2-40B4-BE49-F238E27FC236}">
                      <a16:creationId xmlns:a16="http://schemas.microsoft.com/office/drawing/2014/main" id="{63E046DA-C15B-F03A-53B4-A7BB4F858F55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8133355" y="3927944"/>
                  <a:ext cx="4266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96" name="Entrada de lápiz 295">
                  <a:extLst>
                    <a:ext uri="{FF2B5EF4-FFF2-40B4-BE49-F238E27FC236}">
                      <a16:creationId xmlns:a16="http://schemas.microsoft.com/office/drawing/2014/main" id="{DA4C4B5D-BD94-C3BD-B060-90D8E9BB4170}"/>
                    </a:ext>
                  </a:extLst>
                </p14:cNvPr>
                <p14:cNvContentPartPr/>
                <p14:nvPr/>
              </p14:nvContentPartPr>
              <p14:xfrm>
                <a:off x="8382115" y="3935504"/>
                <a:ext cx="63360" cy="338400"/>
              </p14:xfrm>
            </p:contentPart>
          </mc:Choice>
          <mc:Fallback>
            <p:pic>
              <p:nvPicPr>
                <p:cNvPr id="296" name="Entrada de lápiz 295">
                  <a:extLst>
                    <a:ext uri="{FF2B5EF4-FFF2-40B4-BE49-F238E27FC236}">
                      <a16:creationId xmlns:a16="http://schemas.microsoft.com/office/drawing/2014/main" id="{DA4C4B5D-BD94-C3BD-B060-90D8E9BB4170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8375995" y="3929384"/>
                  <a:ext cx="7560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97" name="Entrada de lápiz 296">
                  <a:extLst>
                    <a:ext uri="{FF2B5EF4-FFF2-40B4-BE49-F238E27FC236}">
                      <a16:creationId xmlns:a16="http://schemas.microsoft.com/office/drawing/2014/main" id="{3D78CA61-509F-2179-ED3D-ED89D63C3B8D}"/>
                    </a:ext>
                  </a:extLst>
                </p14:cNvPr>
                <p14:cNvContentPartPr/>
                <p14:nvPr/>
              </p14:nvContentPartPr>
              <p14:xfrm>
                <a:off x="8505235" y="4043864"/>
                <a:ext cx="176760" cy="194040"/>
              </p14:xfrm>
            </p:contentPart>
          </mc:Choice>
          <mc:Fallback>
            <p:pic>
              <p:nvPicPr>
                <p:cNvPr id="297" name="Entrada de lápiz 296">
                  <a:extLst>
                    <a:ext uri="{FF2B5EF4-FFF2-40B4-BE49-F238E27FC236}">
                      <a16:creationId xmlns:a16="http://schemas.microsoft.com/office/drawing/2014/main" id="{3D78CA61-509F-2179-ED3D-ED89D63C3B8D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8499115" y="4037744"/>
                  <a:ext cx="1890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98" name="Entrada de lápiz 297">
                  <a:extLst>
                    <a:ext uri="{FF2B5EF4-FFF2-40B4-BE49-F238E27FC236}">
                      <a16:creationId xmlns:a16="http://schemas.microsoft.com/office/drawing/2014/main" id="{952262BA-3341-0780-7785-320B611645B4}"/>
                    </a:ext>
                  </a:extLst>
                </p14:cNvPr>
                <p14:cNvContentPartPr/>
                <p14:nvPr/>
              </p14:nvContentPartPr>
              <p14:xfrm>
                <a:off x="8710795" y="3933704"/>
                <a:ext cx="25920" cy="259200"/>
              </p14:xfrm>
            </p:contentPart>
          </mc:Choice>
          <mc:Fallback>
            <p:pic>
              <p:nvPicPr>
                <p:cNvPr id="298" name="Entrada de lápiz 297">
                  <a:extLst>
                    <a:ext uri="{FF2B5EF4-FFF2-40B4-BE49-F238E27FC236}">
                      <a16:creationId xmlns:a16="http://schemas.microsoft.com/office/drawing/2014/main" id="{952262BA-3341-0780-7785-320B611645B4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8704675" y="3927584"/>
                  <a:ext cx="381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99" name="Entrada de lápiz 298">
                  <a:extLst>
                    <a:ext uri="{FF2B5EF4-FFF2-40B4-BE49-F238E27FC236}">
                      <a16:creationId xmlns:a16="http://schemas.microsoft.com/office/drawing/2014/main" id="{BC6B306F-5962-DCFE-3036-23E38EC3B949}"/>
                    </a:ext>
                  </a:extLst>
                </p14:cNvPr>
                <p14:cNvContentPartPr/>
                <p14:nvPr/>
              </p14:nvContentPartPr>
              <p14:xfrm>
                <a:off x="8830675" y="3958544"/>
                <a:ext cx="14760" cy="264960"/>
              </p14:xfrm>
            </p:contentPart>
          </mc:Choice>
          <mc:Fallback>
            <p:pic>
              <p:nvPicPr>
                <p:cNvPr id="299" name="Entrada de lápiz 298">
                  <a:extLst>
                    <a:ext uri="{FF2B5EF4-FFF2-40B4-BE49-F238E27FC236}">
                      <a16:creationId xmlns:a16="http://schemas.microsoft.com/office/drawing/2014/main" id="{BC6B306F-5962-DCFE-3036-23E38EC3B949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8824555" y="3952424"/>
                  <a:ext cx="270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00" name="Entrada de lápiz 299">
                  <a:extLst>
                    <a:ext uri="{FF2B5EF4-FFF2-40B4-BE49-F238E27FC236}">
                      <a16:creationId xmlns:a16="http://schemas.microsoft.com/office/drawing/2014/main" id="{83B61D28-ACE7-9684-7F57-68EDAD5062E2}"/>
                    </a:ext>
                  </a:extLst>
                </p14:cNvPr>
                <p14:cNvContentPartPr/>
                <p14:nvPr/>
              </p14:nvContentPartPr>
              <p14:xfrm>
                <a:off x="8912395" y="4026584"/>
                <a:ext cx="121680" cy="166680"/>
              </p14:xfrm>
            </p:contentPart>
          </mc:Choice>
          <mc:Fallback>
            <p:pic>
              <p:nvPicPr>
                <p:cNvPr id="300" name="Entrada de lápiz 299">
                  <a:extLst>
                    <a:ext uri="{FF2B5EF4-FFF2-40B4-BE49-F238E27FC236}">
                      <a16:creationId xmlns:a16="http://schemas.microsoft.com/office/drawing/2014/main" id="{83B61D28-ACE7-9684-7F57-68EDAD5062E2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8906275" y="4020464"/>
                  <a:ext cx="1339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301" name="Entrada de lápiz 300">
                  <a:extLst>
                    <a:ext uri="{FF2B5EF4-FFF2-40B4-BE49-F238E27FC236}">
                      <a16:creationId xmlns:a16="http://schemas.microsoft.com/office/drawing/2014/main" id="{3A61C0E8-3931-90C6-B90E-0758D405590C}"/>
                    </a:ext>
                  </a:extLst>
                </p14:cNvPr>
                <p14:cNvContentPartPr/>
                <p14:nvPr/>
              </p14:nvContentPartPr>
              <p14:xfrm>
                <a:off x="9099595" y="3995984"/>
                <a:ext cx="14400" cy="204480"/>
              </p14:xfrm>
            </p:contentPart>
          </mc:Choice>
          <mc:Fallback>
            <p:pic>
              <p:nvPicPr>
                <p:cNvPr id="301" name="Entrada de lápiz 300">
                  <a:extLst>
                    <a:ext uri="{FF2B5EF4-FFF2-40B4-BE49-F238E27FC236}">
                      <a16:creationId xmlns:a16="http://schemas.microsoft.com/office/drawing/2014/main" id="{3A61C0E8-3931-90C6-B90E-0758D405590C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9093475" y="3989864"/>
                  <a:ext cx="266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02" name="Entrada de lápiz 301">
                  <a:extLst>
                    <a:ext uri="{FF2B5EF4-FFF2-40B4-BE49-F238E27FC236}">
                      <a16:creationId xmlns:a16="http://schemas.microsoft.com/office/drawing/2014/main" id="{017D0D1A-DE4C-642A-07A4-8B25BB1B12A5}"/>
                    </a:ext>
                  </a:extLst>
                </p14:cNvPr>
                <p14:cNvContentPartPr/>
                <p14:nvPr/>
              </p14:nvContentPartPr>
              <p14:xfrm>
                <a:off x="9079075" y="4061144"/>
                <a:ext cx="187560" cy="10440"/>
              </p14:xfrm>
            </p:contentPart>
          </mc:Choice>
          <mc:Fallback>
            <p:pic>
              <p:nvPicPr>
                <p:cNvPr id="302" name="Entrada de lápiz 301">
                  <a:extLst>
                    <a:ext uri="{FF2B5EF4-FFF2-40B4-BE49-F238E27FC236}">
                      <a16:creationId xmlns:a16="http://schemas.microsoft.com/office/drawing/2014/main" id="{017D0D1A-DE4C-642A-07A4-8B25BB1B12A5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9072955" y="4055024"/>
                  <a:ext cx="19980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3" name="Grupo 312">
            <a:extLst>
              <a:ext uri="{FF2B5EF4-FFF2-40B4-BE49-F238E27FC236}">
                <a16:creationId xmlns:a16="http://schemas.microsoft.com/office/drawing/2014/main" id="{A3DBE0D0-668E-C987-4DF5-95CB74FC188D}"/>
              </a:ext>
            </a:extLst>
          </p:cNvPr>
          <p:cNvGrpSpPr/>
          <p:nvPr/>
        </p:nvGrpSpPr>
        <p:grpSpPr>
          <a:xfrm>
            <a:off x="9562555" y="3659384"/>
            <a:ext cx="1014120" cy="347040"/>
            <a:chOff x="9562555" y="3659384"/>
            <a:chExt cx="1014120" cy="34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03" name="Entrada de lápiz 302">
                  <a:extLst>
                    <a:ext uri="{FF2B5EF4-FFF2-40B4-BE49-F238E27FC236}">
                      <a16:creationId xmlns:a16="http://schemas.microsoft.com/office/drawing/2014/main" id="{582E12E8-C805-C717-4BDC-BDA3D6A8367E}"/>
                    </a:ext>
                  </a:extLst>
                </p14:cNvPr>
                <p14:cNvContentPartPr/>
                <p14:nvPr/>
              </p14:nvContentPartPr>
              <p14:xfrm>
                <a:off x="9562555" y="3866024"/>
                <a:ext cx="270360" cy="10080"/>
              </p14:xfrm>
            </p:contentPart>
          </mc:Choice>
          <mc:Fallback>
            <p:pic>
              <p:nvPicPr>
                <p:cNvPr id="303" name="Entrada de lápiz 302">
                  <a:extLst>
                    <a:ext uri="{FF2B5EF4-FFF2-40B4-BE49-F238E27FC236}">
                      <a16:creationId xmlns:a16="http://schemas.microsoft.com/office/drawing/2014/main" id="{582E12E8-C805-C717-4BDC-BDA3D6A8367E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9556435" y="3859904"/>
                  <a:ext cx="282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04" name="Entrada de lápiz 303">
                  <a:extLst>
                    <a:ext uri="{FF2B5EF4-FFF2-40B4-BE49-F238E27FC236}">
                      <a16:creationId xmlns:a16="http://schemas.microsoft.com/office/drawing/2014/main" id="{E446CCEA-973C-C7F5-3E80-B3DB68C75A44}"/>
                    </a:ext>
                  </a:extLst>
                </p14:cNvPr>
                <p14:cNvContentPartPr/>
                <p14:nvPr/>
              </p14:nvContentPartPr>
              <p14:xfrm>
                <a:off x="9858835" y="3782864"/>
                <a:ext cx="181800" cy="149760"/>
              </p14:xfrm>
            </p:contentPart>
          </mc:Choice>
          <mc:Fallback>
            <p:pic>
              <p:nvPicPr>
                <p:cNvPr id="304" name="Entrada de lápiz 303">
                  <a:extLst>
                    <a:ext uri="{FF2B5EF4-FFF2-40B4-BE49-F238E27FC236}">
                      <a16:creationId xmlns:a16="http://schemas.microsoft.com/office/drawing/2014/main" id="{E446CCEA-973C-C7F5-3E80-B3DB68C75A44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9852715" y="3776744"/>
                  <a:ext cx="1940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05" name="Entrada de lápiz 304">
                  <a:extLst>
                    <a:ext uri="{FF2B5EF4-FFF2-40B4-BE49-F238E27FC236}">
                      <a16:creationId xmlns:a16="http://schemas.microsoft.com/office/drawing/2014/main" id="{28D8FFCC-6B85-CA59-74FF-7779F5DF6F67}"/>
                    </a:ext>
                  </a:extLst>
                </p14:cNvPr>
                <p14:cNvContentPartPr/>
                <p14:nvPr/>
              </p14:nvContentPartPr>
              <p14:xfrm>
                <a:off x="10157995" y="3669104"/>
                <a:ext cx="237600" cy="337320"/>
              </p14:xfrm>
            </p:contentPart>
          </mc:Choice>
          <mc:Fallback>
            <p:pic>
              <p:nvPicPr>
                <p:cNvPr id="305" name="Entrada de lápiz 304">
                  <a:extLst>
                    <a:ext uri="{FF2B5EF4-FFF2-40B4-BE49-F238E27FC236}">
                      <a16:creationId xmlns:a16="http://schemas.microsoft.com/office/drawing/2014/main" id="{28D8FFCC-6B85-CA59-74FF-7779F5DF6F67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0151875" y="3662984"/>
                  <a:ext cx="24984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09" name="Entrada de lápiz 308">
                  <a:extLst>
                    <a:ext uri="{FF2B5EF4-FFF2-40B4-BE49-F238E27FC236}">
                      <a16:creationId xmlns:a16="http://schemas.microsoft.com/office/drawing/2014/main" id="{14816620-5096-D54F-154B-D15846A289AC}"/>
                    </a:ext>
                  </a:extLst>
                </p14:cNvPr>
                <p14:cNvContentPartPr/>
                <p14:nvPr/>
              </p14:nvContentPartPr>
              <p14:xfrm>
                <a:off x="10143595" y="3722384"/>
                <a:ext cx="234360" cy="227880"/>
              </p14:xfrm>
            </p:contentPart>
          </mc:Choice>
          <mc:Fallback>
            <p:pic>
              <p:nvPicPr>
                <p:cNvPr id="309" name="Entrada de lápiz 308">
                  <a:extLst>
                    <a:ext uri="{FF2B5EF4-FFF2-40B4-BE49-F238E27FC236}">
                      <a16:creationId xmlns:a16="http://schemas.microsoft.com/office/drawing/2014/main" id="{14816620-5096-D54F-154B-D15846A289AC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0137475" y="3716264"/>
                  <a:ext cx="2466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10" name="Entrada de lápiz 309">
                  <a:extLst>
                    <a:ext uri="{FF2B5EF4-FFF2-40B4-BE49-F238E27FC236}">
                      <a16:creationId xmlns:a16="http://schemas.microsoft.com/office/drawing/2014/main" id="{95A2F9FA-5118-4D96-8440-D03D1C9C78CD}"/>
                    </a:ext>
                  </a:extLst>
                </p14:cNvPr>
                <p14:cNvContentPartPr/>
                <p14:nvPr/>
              </p14:nvContentPartPr>
              <p14:xfrm>
                <a:off x="10449235" y="3709424"/>
                <a:ext cx="39240" cy="236160"/>
              </p14:xfrm>
            </p:contentPart>
          </mc:Choice>
          <mc:Fallback>
            <p:pic>
              <p:nvPicPr>
                <p:cNvPr id="310" name="Entrada de lápiz 309">
                  <a:extLst>
                    <a:ext uri="{FF2B5EF4-FFF2-40B4-BE49-F238E27FC236}">
                      <a16:creationId xmlns:a16="http://schemas.microsoft.com/office/drawing/2014/main" id="{95A2F9FA-5118-4D96-8440-D03D1C9C78CD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0443115" y="3703304"/>
                  <a:ext cx="514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12" name="Entrada de lápiz 311">
                  <a:extLst>
                    <a:ext uri="{FF2B5EF4-FFF2-40B4-BE49-F238E27FC236}">
                      <a16:creationId xmlns:a16="http://schemas.microsoft.com/office/drawing/2014/main" id="{DA1222A9-F417-D9B4-AFBC-8A0B74920047}"/>
                    </a:ext>
                  </a:extLst>
                </p14:cNvPr>
                <p14:cNvContentPartPr/>
                <p14:nvPr/>
              </p14:nvContentPartPr>
              <p14:xfrm>
                <a:off x="10379755" y="3659384"/>
                <a:ext cx="196920" cy="213840"/>
              </p14:xfrm>
            </p:contentPart>
          </mc:Choice>
          <mc:Fallback>
            <p:pic>
              <p:nvPicPr>
                <p:cNvPr id="312" name="Entrada de lápiz 311">
                  <a:extLst>
                    <a:ext uri="{FF2B5EF4-FFF2-40B4-BE49-F238E27FC236}">
                      <a16:creationId xmlns:a16="http://schemas.microsoft.com/office/drawing/2014/main" id="{DA1222A9-F417-D9B4-AFBC-8A0B74920047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0373635" y="3653264"/>
                  <a:ext cx="209160" cy="22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5" name="Grupo 324">
            <a:extLst>
              <a:ext uri="{FF2B5EF4-FFF2-40B4-BE49-F238E27FC236}">
                <a16:creationId xmlns:a16="http://schemas.microsoft.com/office/drawing/2014/main" id="{D96240DD-A9D7-5D1D-08AD-14CAD6BD6C60}"/>
              </a:ext>
            </a:extLst>
          </p:cNvPr>
          <p:cNvGrpSpPr/>
          <p:nvPr/>
        </p:nvGrpSpPr>
        <p:grpSpPr>
          <a:xfrm>
            <a:off x="2699515" y="4785167"/>
            <a:ext cx="2546640" cy="497520"/>
            <a:chOff x="2699515" y="4785167"/>
            <a:chExt cx="2546640" cy="49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14" name="Entrada de lápiz 313">
                  <a:extLst>
                    <a:ext uri="{FF2B5EF4-FFF2-40B4-BE49-F238E27FC236}">
                      <a16:creationId xmlns:a16="http://schemas.microsoft.com/office/drawing/2014/main" id="{BB7B7F91-B4A2-5FD7-0EE2-B6372C3EB32B}"/>
                    </a:ext>
                  </a:extLst>
                </p14:cNvPr>
                <p14:cNvContentPartPr/>
                <p14:nvPr/>
              </p14:nvContentPartPr>
              <p14:xfrm>
                <a:off x="2699515" y="4789487"/>
                <a:ext cx="830880" cy="471960"/>
              </p14:xfrm>
            </p:contentPart>
          </mc:Choice>
          <mc:Fallback>
            <p:pic>
              <p:nvPicPr>
                <p:cNvPr id="314" name="Entrada de lápiz 313">
                  <a:extLst>
                    <a:ext uri="{FF2B5EF4-FFF2-40B4-BE49-F238E27FC236}">
                      <a16:creationId xmlns:a16="http://schemas.microsoft.com/office/drawing/2014/main" id="{BB7B7F91-B4A2-5FD7-0EE2-B6372C3EB32B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2693395" y="4783367"/>
                  <a:ext cx="84312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15" name="Entrada de lápiz 314">
                  <a:extLst>
                    <a:ext uri="{FF2B5EF4-FFF2-40B4-BE49-F238E27FC236}">
                      <a16:creationId xmlns:a16="http://schemas.microsoft.com/office/drawing/2014/main" id="{BFEF5549-59A6-E8E4-38FE-FC6479642A8E}"/>
                    </a:ext>
                  </a:extLst>
                </p14:cNvPr>
                <p14:cNvContentPartPr/>
                <p14:nvPr/>
              </p14:nvContentPartPr>
              <p14:xfrm>
                <a:off x="3554515" y="5038607"/>
                <a:ext cx="181440" cy="189360"/>
              </p14:xfrm>
            </p:contentPart>
          </mc:Choice>
          <mc:Fallback>
            <p:pic>
              <p:nvPicPr>
                <p:cNvPr id="315" name="Entrada de lápiz 314">
                  <a:extLst>
                    <a:ext uri="{FF2B5EF4-FFF2-40B4-BE49-F238E27FC236}">
                      <a16:creationId xmlns:a16="http://schemas.microsoft.com/office/drawing/2014/main" id="{BFEF5549-59A6-E8E4-38FE-FC6479642A8E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3548395" y="5032487"/>
                  <a:ext cx="1936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16" name="Entrada de lápiz 315">
                  <a:extLst>
                    <a:ext uri="{FF2B5EF4-FFF2-40B4-BE49-F238E27FC236}">
                      <a16:creationId xmlns:a16="http://schemas.microsoft.com/office/drawing/2014/main" id="{60757FD4-E671-8127-E7E8-6DF5F99708F1}"/>
                    </a:ext>
                  </a:extLst>
                </p14:cNvPr>
                <p14:cNvContentPartPr/>
                <p14:nvPr/>
              </p14:nvContentPartPr>
              <p14:xfrm>
                <a:off x="3824155" y="5050847"/>
                <a:ext cx="135360" cy="231840"/>
              </p14:xfrm>
            </p:contentPart>
          </mc:Choice>
          <mc:Fallback>
            <p:pic>
              <p:nvPicPr>
                <p:cNvPr id="316" name="Entrada de lápiz 315">
                  <a:extLst>
                    <a:ext uri="{FF2B5EF4-FFF2-40B4-BE49-F238E27FC236}">
                      <a16:creationId xmlns:a16="http://schemas.microsoft.com/office/drawing/2014/main" id="{60757FD4-E671-8127-E7E8-6DF5F99708F1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3818035" y="5044727"/>
                  <a:ext cx="1476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17" name="Entrada de lápiz 316">
                  <a:extLst>
                    <a:ext uri="{FF2B5EF4-FFF2-40B4-BE49-F238E27FC236}">
                      <a16:creationId xmlns:a16="http://schemas.microsoft.com/office/drawing/2014/main" id="{FBC43A32-6E22-68D3-2190-110E3480B2A5}"/>
                    </a:ext>
                  </a:extLst>
                </p14:cNvPr>
                <p14:cNvContentPartPr/>
                <p14:nvPr/>
              </p14:nvContentPartPr>
              <p14:xfrm>
                <a:off x="4043395" y="4785167"/>
                <a:ext cx="43920" cy="432000"/>
              </p14:xfrm>
            </p:contentPart>
          </mc:Choice>
          <mc:Fallback>
            <p:pic>
              <p:nvPicPr>
                <p:cNvPr id="317" name="Entrada de lápiz 316">
                  <a:extLst>
                    <a:ext uri="{FF2B5EF4-FFF2-40B4-BE49-F238E27FC236}">
                      <a16:creationId xmlns:a16="http://schemas.microsoft.com/office/drawing/2014/main" id="{FBC43A32-6E22-68D3-2190-110E3480B2A5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4037275" y="4779047"/>
                  <a:ext cx="5616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18" name="Entrada de lápiz 317">
                  <a:extLst>
                    <a:ext uri="{FF2B5EF4-FFF2-40B4-BE49-F238E27FC236}">
                      <a16:creationId xmlns:a16="http://schemas.microsoft.com/office/drawing/2014/main" id="{95ED514B-7BD7-F3D3-594A-E38C63D3AF84}"/>
                    </a:ext>
                  </a:extLst>
                </p14:cNvPr>
                <p14:cNvContentPartPr/>
                <p14:nvPr/>
              </p14:nvContentPartPr>
              <p14:xfrm>
                <a:off x="4012795" y="5051207"/>
                <a:ext cx="208800" cy="31680"/>
              </p14:xfrm>
            </p:contentPart>
          </mc:Choice>
          <mc:Fallback>
            <p:pic>
              <p:nvPicPr>
                <p:cNvPr id="318" name="Entrada de lápiz 317">
                  <a:extLst>
                    <a:ext uri="{FF2B5EF4-FFF2-40B4-BE49-F238E27FC236}">
                      <a16:creationId xmlns:a16="http://schemas.microsoft.com/office/drawing/2014/main" id="{95ED514B-7BD7-F3D3-594A-E38C63D3AF84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4006675" y="5045087"/>
                  <a:ext cx="2210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19" name="Entrada de lápiz 318">
                  <a:extLst>
                    <a:ext uri="{FF2B5EF4-FFF2-40B4-BE49-F238E27FC236}">
                      <a16:creationId xmlns:a16="http://schemas.microsoft.com/office/drawing/2014/main" id="{3CA9FE12-69B4-3F9E-D957-804064FE8926}"/>
                    </a:ext>
                  </a:extLst>
                </p14:cNvPr>
                <p14:cNvContentPartPr/>
                <p14:nvPr/>
              </p14:nvContentPartPr>
              <p14:xfrm>
                <a:off x="4221235" y="5042207"/>
                <a:ext cx="147240" cy="177840"/>
              </p14:xfrm>
            </p:contentPart>
          </mc:Choice>
          <mc:Fallback>
            <p:pic>
              <p:nvPicPr>
                <p:cNvPr id="319" name="Entrada de lápiz 318">
                  <a:extLst>
                    <a:ext uri="{FF2B5EF4-FFF2-40B4-BE49-F238E27FC236}">
                      <a16:creationId xmlns:a16="http://schemas.microsoft.com/office/drawing/2014/main" id="{3CA9FE12-69B4-3F9E-D957-804064FE8926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4215115" y="5036087"/>
                  <a:ext cx="1594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20" name="Entrada de lápiz 319">
                  <a:extLst>
                    <a:ext uri="{FF2B5EF4-FFF2-40B4-BE49-F238E27FC236}">
                      <a16:creationId xmlns:a16="http://schemas.microsoft.com/office/drawing/2014/main" id="{5688E56C-C896-582D-DFFD-EC1D8FD944F2}"/>
                    </a:ext>
                  </a:extLst>
                </p14:cNvPr>
                <p14:cNvContentPartPr/>
                <p14:nvPr/>
              </p14:nvContentPartPr>
              <p14:xfrm>
                <a:off x="4443715" y="5033207"/>
                <a:ext cx="207000" cy="232920"/>
              </p14:xfrm>
            </p:contentPart>
          </mc:Choice>
          <mc:Fallback>
            <p:pic>
              <p:nvPicPr>
                <p:cNvPr id="320" name="Entrada de lápiz 319">
                  <a:extLst>
                    <a:ext uri="{FF2B5EF4-FFF2-40B4-BE49-F238E27FC236}">
                      <a16:creationId xmlns:a16="http://schemas.microsoft.com/office/drawing/2014/main" id="{5688E56C-C896-582D-DFFD-EC1D8FD944F2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4437595" y="5027087"/>
                  <a:ext cx="2192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21" name="Entrada de lápiz 320">
                  <a:extLst>
                    <a:ext uri="{FF2B5EF4-FFF2-40B4-BE49-F238E27FC236}">
                      <a16:creationId xmlns:a16="http://schemas.microsoft.com/office/drawing/2014/main" id="{83C551AB-9E8B-0C53-2FD4-36D100700CF3}"/>
                    </a:ext>
                  </a:extLst>
                </p14:cNvPr>
                <p14:cNvContentPartPr/>
                <p14:nvPr/>
              </p14:nvContentPartPr>
              <p14:xfrm>
                <a:off x="4697875" y="5159567"/>
                <a:ext cx="7560" cy="71280"/>
              </p14:xfrm>
            </p:contentPart>
          </mc:Choice>
          <mc:Fallback>
            <p:pic>
              <p:nvPicPr>
                <p:cNvPr id="321" name="Entrada de lápiz 320">
                  <a:extLst>
                    <a:ext uri="{FF2B5EF4-FFF2-40B4-BE49-F238E27FC236}">
                      <a16:creationId xmlns:a16="http://schemas.microsoft.com/office/drawing/2014/main" id="{83C551AB-9E8B-0C53-2FD4-36D100700CF3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4691755" y="5153447"/>
                  <a:ext cx="198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22" name="Entrada de lápiz 321">
                  <a:extLst>
                    <a:ext uri="{FF2B5EF4-FFF2-40B4-BE49-F238E27FC236}">
                      <a16:creationId xmlns:a16="http://schemas.microsoft.com/office/drawing/2014/main" id="{65BDA7B7-0CB1-6527-96C5-068795E22362}"/>
                    </a:ext>
                  </a:extLst>
                </p14:cNvPr>
                <p14:cNvContentPartPr/>
                <p14:nvPr/>
              </p14:nvContentPartPr>
              <p14:xfrm>
                <a:off x="4732435" y="4910807"/>
                <a:ext cx="10800" cy="52560"/>
              </p14:xfrm>
            </p:contentPart>
          </mc:Choice>
          <mc:Fallback>
            <p:pic>
              <p:nvPicPr>
                <p:cNvPr id="322" name="Entrada de lápiz 321">
                  <a:extLst>
                    <a:ext uri="{FF2B5EF4-FFF2-40B4-BE49-F238E27FC236}">
                      <a16:creationId xmlns:a16="http://schemas.microsoft.com/office/drawing/2014/main" id="{65BDA7B7-0CB1-6527-96C5-068795E22362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4726315" y="4904687"/>
                  <a:ext cx="230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23" name="Entrada de lápiz 322">
                  <a:extLst>
                    <a:ext uri="{FF2B5EF4-FFF2-40B4-BE49-F238E27FC236}">
                      <a16:creationId xmlns:a16="http://schemas.microsoft.com/office/drawing/2014/main" id="{AADF7F77-4EB6-7CFB-5CDF-3B517823D4C1}"/>
                    </a:ext>
                  </a:extLst>
                </p14:cNvPr>
                <p14:cNvContentPartPr/>
                <p14:nvPr/>
              </p14:nvContentPartPr>
              <p14:xfrm>
                <a:off x="4807675" y="4846727"/>
                <a:ext cx="135720" cy="402840"/>
              </p14:xfrm>
            </p:contentPart>
          </mc:Choice>
          <mc:Fallback>
            <p:pic>
              <p:nvPicPr>
                <p:cNvPr id="323" name="Entrada de lápiz 322">
                  <a:extLst>
                    <a:ext uri="{FF2B5EF4-FFF2-40B4-BE49-F238E27FC236}">
                      <a16:creationId xmlns:a16="http://schemas.microsoft.com/office/drawing/2014/main" id="{AADF7F77-4EB6-7CFB-5CDF-3B517823D4C1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4801555" y="4840607"/>
                  <a:ext cx="14796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24" name="Entrada de lápiz 323">
                  <a:extLst>
                    <a:ext uri="{FF2B5EF4-FFF2-40B4-BE49-F238E27FC236}">
                      <a16:creationId xmlns:a16="http://schemas.microsoft.com/office/drawing/2014/main" id="{833A5D02-EBCB-F214-ED7C-E14EB92DA4D9}"/>
                    </a:ext>
                  </a:extLst>
                </p14:cNvPr>
                <p14:cNvContentPartPr/>
                <p14:nvPr/>
              </p14:nvContentPartPr>
              <p14:xfrm>
                <a:off x="4967155" y="5038247"/>
                <a:ext cx="279000" cy="224640"/>
              </p14:xfrm>
            </p:contentPart>
          </mc:Choice>
          <mc:Fallback>
            <p:pic>
              <p:nvPicPr>
                <p:cNvPr id="324" name="Entrada de lápiz 323">
                  <a:extLst>
                    <a:ext uri="{FF2B5EF4-FFF2-40B4-BE49-F238E27FC236}">
                      <a16:creationId xmlns:a16="http://schemas.microsoft.com/office/drawing/2014/main" id="{833A5D02-EBCB-F214-ED7C-E14EB92DA4D9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4961035" y="5032127"/>
                  <a:ext cx="291240" cy="23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9">
            <p14:nvContentPartPr>
              <p14:cNvPr id="326" name="Entrada de lápiz 325">
                <a:extLst>
                  <a:ext uri="{FF2B5EF4-FFF2-40B4-BE49-F238E27FC236}">
                    <a16:creationId xmlns:a16="http://schemas.microsoft.com/office/drawing/2014/main" id="{A426C659-2BF5-EF08-CF13-34591F95C7FF}"/>
                  </a:ext>
                </a:extLst>
              </p14:cNvPr>
              <p14:cNvContentPartPr/>
              <p14:nvPr/>
            </p14:nvContentPartPr>
            <p14:xfrm>
              <a:off x="7325515" y="4552247"/>
              <a:ext cx="118800" cy="820440"/>
            </p14:xfrm>
          </p:contentPart>
        </mc:Choice>
        <mc:Fallback>
          <p:pic>
            <p:nvPicPr>
              <p:cNvPr id="326" name="Entrada de lápiz 325">
                <a:extLst>
                  <a:ext uri="{FF2B5EF4-FFF2-40B4-BE49-F238E27FC236}">
                    <a16:creationId xmlns:a16="http://schemas.microsoft.com/office/drawing/2014/main" id="{A426C659-2BF5-EF08-CF13-34591F95C7FF}"/>
                  </a:ext>
                </a:extLst>
              </p:cNvPr>
              <p:cNvPicPr/>
              <p:nvPr/>
            </p:nvPicPr>
            <p:blipFill>
              <a:blip r:embed="rId520"/>
              <a:stretch>
                <a:fillRect/>
              </a:stretch>
            </p:blipFill>
            <p:spPr>
              <a:xfrm>
                <a:off x="7319395" y="4546127"/>
                <a:ext cx="131040" cy="83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40" name="Grupo 339">
            <a:extLst>
              <a:ext uri="{FF2B5EF4-FFF2-40B4-BE49-F238E27FC236}">
                <a16:creationId xmlns:a16="http://schemas.microsoft.com/office/drawing/2014/main" id="{E8AEC4B3-AF70-796C-52A8-8C743AEBBE1D}"/>
              </a:ext>
            </a:extLst>
          </p:cNvPr>
          <p:cNvGrpSpPr/>
          <p:nvPr/>
        </p:nvGrpSpPr>
        <p:grpSpPr>
          <a:xfrm>
            <a:off x="8234875" y="4628567"/>
            <a:ext cx="2064240" cy="538560"/>
            <a:chOff x="8234875" y="4628567"/>
            <a:chExt cx="2064240" cy="53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27" name="Entrada de lápiz 326">
                  <a:extLst>
                    <a:ext uri="{FF2B5EF4-FFF2-40B4-BE49-F238E27FC236}">
                      <a16:creationId xmlns:a16="http://schemas.microsoft.com/office/drawing/2014/main" id="{7EA2F264-F678-EF20-CCF5-EA4060E71A01}"/>
                    </a:ext>
                  </a:extLst>
                </p14:cNvPr>
                <p14:cNvContentPartPr/>
                <p14:nvPr/>
              </p14:nvContentPartPr>
              <p14:xfrm>
                <a:off x="8289235" y="4787687"/>
                <a:ext cx="297000" cy="374400"/>
              </p14:xfrm>
            </p:contentPart>
          </mc:Choice>
          <mc:Fallback>
            <p:pic>
              <p:nvPicPr>
                <p:cNvPr id="327" name="Entrada de lápiz 326">
                  <a:extLst>
                    <a:ext uri="{FF2B5EF4-FFF2-40B4-BE49-F238E27FC236}">
                      <a16:creationId xmlns:a16="http://schemas.microsoft.com/office/drawing/2014/main" id="{7EA2F264-F678-EF20-CCF5-EA4060E71A01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8283115" y="4781567"/>
                  <a:ext cx="30924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28" name="Entrada de lápiz 327">
                  <a:extLst>
                    <a:ext uri="{FF2B5EF4-FFF2-40B4-BE49-F238E27FC236}">
                      <a16:creationId xmlns:a16="http://schemas.microsoft.com/office/drawing/2014/main" id="{731A96AB-5B48-4EA4-2095-446B0DDF8B42}"/>
                    </a:ext>
                  </a:extLst>
                </p14:cNvPr>
                <p14:cNvContentPartPr/>
                <p14:nvPr/>
              </p14:nvContentPartPr>
              <p14:xfrm>
                <a:off x="8289595" y="4960127"/>
                <a:ext cx="234360" cy="28080"/>
              </p14:xfrm>
            </p:contentPart>
          </mc:Choice>
          <mc:Fallback>
            <p:pic>
              <p:nvPicPr>
                <p:cNvPr id="328" name="Entrada de lápiz 327">
                  <a:extLst>
                    <a:ext uri="{FF2B5EF4-FFF2-40B4-BE49-F238E27FC236}">
                      <a16:creationId xmlns:a16="http://schemas.microsoft.com/office/drawing/2014/main" id="{731A96AB-5B48-4EA4-2095-446B0DDF8B42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8283475" y="4954007"/>
                  <a:ext cx="2466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29" name="Entrada de lápiz 328">
                  <a:extLst>
                    <a:ext uri="{FF2B5EF4-FFF2-40B4-BE49-F238E27FC236}">
                      <a16:creationId xmlns:a16="http://schemas.microsoft.com/office/drawing/2014/main" id="{98E5681B-740C-5080-146D-C876F21BCD61}"/>
                    </a:ext>
                  </a:extLst>
                </p14:cNvPr>
                <p14:cNvContentPartPr/>
                <p14:nvPr/>
              </p14:nvContentPartPr>
              <p14:xfrm>
                <a:off x="8234875" y="5119607"/>
                <a:ext cx="393480" cy="18720"/>
              </p14:xfrm>
            </p:contentPart>
          </mc:Choice>
          <mc:Fallback>
            <p:pic>
              <p:nvPicPr>
                <p:cNvPr id="329" name="Entrada de lápiz 328">
                  <a:extLst>
                    <a:ext uri="{FF2B5EF4-FFF2-40B4-BE49-F238E27FC236}">
                      <a16:creationId xmlns:a16="http://schemas.microsoft.com/office/drawing/2014/main" id="{98E5681B-740C-5080-146D-C876F21BCD61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8228755" y="5113487"/>
                  <a:ext cx="4057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30" name="Entrada de lápiz 329">
                  <a:extLst>
                    <a:ext uri="{FF2B5EF4-FFF2-40B4-BE49-F238E27FC236}">
                      <a16:creationId xmlns:a16="http://schemas.microsoft.com/office/drawing/2014/main" id="{F6FB8971-559F-DFF3-5094-4A43848520F1}"/>
                    </a:ext>
                  </a:extLst>
                </p14:cNvPr>
                <p14:cNvContentPartPr/>
                <p14:nvPr/>
              </p14:nvContentPartPr>
              <p14:xfrm>
                <a:off x="8680195" y="4868687"/>
                <a:ext cx="165960" cy="243720"/>
              </p14:xfrm>
            </p:contentPart>
          </mc:Choice>
          <mc:Fallback>
            <p:pic>
              <p:nvPicPr>
                <p:cNvPr id="330" name="Entrada de lápiz 329">
                  <a:extLst>
                    <a:ext uri="{FF2B5EF4-FFF2-40B4-BE49-F238E27FC236}">
                      <a16:creationId xmlns:a16="http://schemas.microsoft.com/office/drawing/2014/main" id="{F6FB8971-559F-DFF3-5094-4A43848520F1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8674075" y="4862567"/>
                  <a:ext cx="1782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31" name="Entrada de lápiz 330">
                  <a:extLst>
                    <a:ext uri="{FF2B5EF4-FFF2-40B4-BE49-F238E27FC236}">
                      <a16:creationId xmlns:a16="http://schemas.microsoft.com/office/drawing/2014/main" id="{DFAE7121-F7EB-2010-DFBC-70BC8CC67260}"/>
                    </a:ext>
                  </a:extLst>
                </p14:cNvPr>
                <p14:cNvContentPartPr/>
                <p14:nvPr/>
              </p14:nvContentPartPr>
              <p14:xfrm>
                <a:off x="8895835" y="4941047"/>
                <a:ext cx="183600" cy="194760"/>
              </p14:xfrm>
            </p:contentPart>
          </mc:Choice>
          <mc:Fallback>
            <p:pic>
              <p:nvPicPr>
                <p:cNvPr id="331" name="Entrada de lápiz 330">
                  <a:extLst>
                    <a:ext uri="{FF2B5EF4-FFF2-40B4-BE49-F238E27FC236}">
                      <a16:creationId xmlns:a16="http://schemas.microsoft.com/office/drawing/2014/main" id="{DFAE7121-F7EB-2010-DFBC-70BC8CC67260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8889715" y="4934927"/>
                  <a:ext cx="1958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32" name="Entrada de lápiz 331">
                  <a:extLst>
                    <a:ext uri="{FF2B5EF4-FFF2-40B4-BE49-F238E27FC236}">
                      <a16:creationId xmlns:a16="http://schemas.microsoft.com/office/drawing/2014/main" id="{9CFF3D1C-EE03-B486-2D56-449EFF5BC4B7}"/>
                    </a:ext>
                  </a:extLst>
                </p14:cNvPr>
                <p14:cNvContentPartPr/>
                <p14:nvPr/>
              </p14:nvContentPartPr>
              <p14:xfrm>
                <a:off x="9131635" y="4707047"/>
                <a:ext cx="24120" cy="416880"/>
              </p14:xfrm>
            </p:contentPart>
          </mc:Choice>
          <mc:Fallback>
            <p:pic>
              <p:nvPicPr>
                <p:cNvPr id="332" name="Entrada de lápiz 331">
                  <a:extLst>
                    <a:ext uri="{FF2B5EF4-FFF2-40B4-BE49-F238E27FC236}">
                      <a16:creationId xmlns:a16="http://schemas.microsoft.com/office/drawing/2014/main" id="{9CFF3D1C-EE03-B486-2D56-449EFF5BC4B7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9125515" y="4700927"/>
                  <a:ext cx="3636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33" name="Entrada de lápiz 332">
                  <a:extLst>
                    <a:ext uri="{FF2B5EF4-FFF2-40B4-BE49-F238E27FC236}">
                      <a16:creationId xmlns:a16="http://schemas.microsoft.com/office/drawing/2014/main" id="{888A42D4-8B5D-BA7F-FE26-068F9B83E80E}"/>
                    </a:ext>
                  </a:extLst>
                </p14:cNvPr>
                <p14:cNvContentPartPr/>
                <p14:nvPr/>
              </p14:nvContentPartPr>
              <p14:xfrm>
                <a:off x="9200395" y="4885967"/>
                <a:ext cx="131760" cy="214920"/>
              </p14:xfrm>
            </p:contentPart>
          </mc:Choice>
          <mc:Fallback>
            <p:pic>
              <p:nvPicPr>
                <p:cNvPr id="333" name="Entrada de lápiz 332">
                  <a:extLst>
                    <a:ext uri="{FF2B5EF4-FFF2-40B4-BE49-F238E27FC236}">
                      <a16:creationId xmlns:a16="http://schemas.microsoft.com/office/drawing/2014/main" id="{888A42D4-8B5D-BA7F-FE26-068F9B83E80E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9194275" y="4879847"/>
                  <a:ext cx="1440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34" name="Entrada de lápiz 333">
                  <a:extLst>
                    <a:ext uri="{FF2B5EF4-FFF2-40B4-BE49-F238E27FC236}">
                      <a16:creationId xmlns:a16="http://schemas.microsoft.com/office/drawing/2014/main" id="{664A0AF9-CDE2-FFDB-A8B8-06534AB4CE0C}"/>
                    </a:ext>
                  </a:extLst>
                </p14:cNvPr>
                <p14:cNvContentPartPr/>
                <p14:nvPr/>
              </p14:nvContentPartPr>
              <p14:xfrm>
                <a:off x="9435475" y="4908287"/>
                <a:ext cx="174960" cy="258840"/>
              </p14:xfrm>
            </p:contentPart>
          </mc:Choice>
          <mc:Fallback>
            <p:pic>
              <p:nvPicPr>
                <p:cNvPr id="334" name="Entrada de lápiz 333">
                  <a:extLst>
                    <a:ext uri="{FF2B5EF4-FFF2-40B4-BE49-F238E27FC236}">
                      <a16:creationId xmlns:a16="http://schemas.microsoft.com/office/drawing/2014/main" id="{664A0AF9-CDE2-FFDB-A8B8-06534AB4CE0C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9429355" y="4902167"/>
                  <a:ext cx="1872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35" name="Entrada de lápiz 334">
                  <a:extLst>
                    <a:ext uri="{FF2B5EF4-FFF2-40B4-BE49-F238E27FC236}">
                      <a16:creationId xmlns:a16="http://schemas.microsoft.com/office/drawing/2014/main" id="{8B047418-FDB6-7A69-E2D7-591B148F24F2}"/>
                    </a:ext>
                  </a:extLst>
                </p14:cNvPr>
                <p14:cNvContentPartPr/>
                <p14:nvPr/>
              </p14:nvContentPartPr>
              <p14:xfrm>
                <a:off x="9639955" y="4900007"/>
                <a:ext cx="249480" cy="235080"/>
              </p14:xfrm>
            </p:contentPart>
          </mc:Choice>
          <mc:Fallback>
            <p:pic>
              <p:nvPicPr>
                <p:cNvPr id="335" name="Entrada de lápiz 334">
                  <a:extLst>
                    <a:ext uri="{FF2B5EF4-FFF2-40B4-BE49-F238E27FC236}">
                      <a16:creationId xmlns:a16="http://schemas.microsoft.com/office/drawing/2014/main" id="{8B047418-FDB6-7A69-E2D7-591B148F24F2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9633835" y="4893887"/>
                  <a:ext cx="2617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336" name="Entrada de lápiz 335">
                  <a:extLst>
                    <a:ext uri="{FF2B5EF4-FFF2-40B4-BE49-F238E27FC236}">
                      <a16:creationId xmlns:a16="http://schemas.microsoft.com/office/drawing/2014/main" id="{F8A892FA-DA63-641C-241E-0DE17A90FE2E}"/>
                    </a:ext>
                  </a:extLst>
                </p14:cNvPr>
                <p14:cNvContentPartPr/>
                <p14:nvPr/>
              </p14:nvContentPartPr>
              <p14:xfrm>
                <a:off x="9862075" y="4791647"/>
                <a:ext cx="25920" cy="42840"/>
              </p14:xfrm>
            </p:contentPart>
          </mc:Choice>
          <mc:Fallback>
            <p:pic>
              <p:nvPicPr>
                <p:cNvPr id="336" name="Entrada de lápiz 335">
                  <a:extLst>
                    <a:ext uri="{FF2B5EF4-FFF2-40B4-BE49-F238E27FC236}">
                      <a16:creationId xmlns:a16="http://schemas.microsoft.com/office/drawing/2014/main" id="{F8A892FA-DA63-641C-241E-0DE17A90FE2E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9855955" y="4785527"/>
                  <a:ext cx="381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337" name="Entrada de lápiz 336">
                  <a:extLst>
                    <a:ext uri="{FF2B5EF4-FFF2-40B4-BE49-F238E27FC236}">
                      <a16:creationId xmlns:a16="http://schemas.microsoft.com/office/drawing/2014/main" id="{09800551-3504-EFAA-8083-CC70D71755BB}"/>
                    </a:ext>
                  </a:extLst>
                </p14:cNvPr>
                <p14:cNvContentPartPr/>
                <p14:nvPr/>
              </p14:nvContentPartPr>
              <p14:xfrm>
                <a:off x="9957835" y="4879847"/>
                <a:ext cx="154080" cy="212400"/>
              </p14:xfrm>
            </p:contentPart>
          </mc:Choice>
          <mc:Fallback>
            <p:pic>
              <p:nvPicPr>
                <p:cNvPr id="337" name="Entrada de lápiz 336">
                  <a:extLst>
                    <a:ext uri="{FF2B5EF4-FFF2-40B4-BE49-F238E27FC236}">
                      <a16:creationId xmlns:a16="http://schemas.microsoft.com/office/drawing/2014/main" id="{09800551-3504-EFAA-8083-CC70D71755BB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9951715" y="4873727"/>
                  <a:ext cx="1663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38" name="Entrada de lápiz 337">
                  <a:extLst>
                    <a:ext uri="{FF2B5EF4-FFF2-40B4-BE49-F238E27FC236}">
                      <a16:creationId xmlns:a16="http://schemas.microsoft.com/office/drawing/2014/main" id="{BB208694-FC6E-EBA9-77C9-00F30DB48E36}"/>
                    </a:ext>
                  </a:extLst>
                </p14:cNvPr>
                <p14:cNvContentPartPr/>
                <p14:nvPr/>
              </p14:nvContentPartPr>
              <p14:xfrm>
                <a:off x="10148275" y="4889927"/>
                <a:ext cx="150840" cy="187560"/>
              </p14:xfrm>
            </p:contentPart>
          </mc:Choice>
          <mc:Fallback>
            <p:pic>
              <p:nvPicPr>
                <p:cNvPr id="338" name="Entrada de lápiz 337">
                  <a:extLst>
                    <a:ext uri="{FF2B5EF4-FFF2-40B4-BE49-F238E27FC236}">
                      <a16:creationId xmlns:a16="http://schemas.microsoft.com/office/drawing/2014/main" id="{BB208694-FC6E-EBA9-77C9-00F30DB48E36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10142155" y="4883807"/>
                  <a:ext cx="1630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39" name="Entrada de lápiz 338">
                  <a:extLst>
                    <a:ext uri="{FF2B5EF4-FFF2-40B4-BE49-F238E27FC236}">
                      <a16:creationId xmlns:a16="http://schemas.microsoft.com/office/drawing/2014/main" id="{727EB7FA-2DE1-3DC4-40CB-2B56664992AB}"/>
                    </a:ext>
                  </a:extLst>
                </p14:cNvPr>
                <p14:cNvContentPartPr/>
                <p14:nvPr/>
              </p14:nvContentPartPr>
              <p14:xfrm>
                <a:off x="10107955" y="4628567"/>
                <a:ext cx="120240" cy="155520"/>
              </p14:xfrm>
            </p:contentPart>
          </mc:Choice>
          <mc:Fallback>
            <p:pic>
              <p:nvPicPr>
                <p:cNvPr id="339" name="Entrada de lápiz 338">
                  <a:extLst>
                    <a:ext uri="{FF2B5EF4-FFF2-40B4-BE49-F238E27FC236}">
                      <a16:creationId xmlns:a16="http://schemas.microsoft.com/office/drawing/2014/main" id="{727EB7FA-2DE1-3DC4-40CB-2B56664992AB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10101835" y="4622447"/>
                  <a:ext cx="132480" cy="16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3" name="Grupo 342">
            <a:extLst>
              <a:ext uri="{FF2B5EF4-FFF2-40B4-BE49-F238E27FC236}">
                <a16:creationId xmlns:a16="http://schemas.microsoft.com/office/drawing/2014/main" id="{2CC0922A-B2E5-F17C-0326-51F9FBBC0B12}"/>
              </a:ext>
            </a:extLst>
          </p:cNvPr>
          <p:cNvGrpSpPr/>
          <p:nvPr/>
        </p:nvGrpSpPr>
        <p:grpSpPr>
          <a:xfrm>
            <a:off x="539155" y="183944"/>
            <a:ext cx="564120" cy="1445400"/>
            <a:chOff x="539155" y="183944"/>
            <a:chExt cx="564120" cy="144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41" name="Entrada de lápiz 340">
                  <a:extLst>
                    <a:ext uri="{FF2B5EF4-FFF2-40B4-BE49-F238E27FC236}">
                      <a16:creationId xmlns:a16="http://schemas.microsoft.com/office/drawing/2014/main" id="{18153032-4147-4EEC-DB0E-58DCB989FB65}"/>
                    </a:ext>
                  </a:extLst>
                </p14:cNvPr>
                <p14:cNvContentPartPr/>
                <p14:nvPr/>
              </p14:nvContentPartPr>
              <p14:xfrm>
                <a:off x="997435" y="203384"/>
                <a:ext cx="360" cy="360"/>
              </p14:xfrm>
            </p:contentPart>
          </mc:Choice>
          <mc:Fallback>
            <p:pic>
              <p:nvPicPr>
                <p:cNvPr id="341" name="Entrada de lápiz 340">
                  <a:extLst>
                    <a:ext uri="{FF2B5EF4-FFF2-40B4-BE49-F238E27FC236}">
                      <a16:creationId xmlns:a16="http://schemas.microsoft.com/office/drawing/2014/main" id="{18153032-4147-4EEC-DB0E-58DCB989FB65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991315" y="197264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42" name="Entrada de lápiz 341">
                  <a:extLst>
                    <a:ext uri="{FF2B5EF4-FFF2-40B4-BE49-F238E27FC236}">
                      <a16:creationId xmlns:a16="http://schemas.microsoft.com/office/drawing/2014/main" id="{8BE3F1DD-43EC-FAD8-0BD9-21CB9B8A3D0F}"/>
                    </a:ext>
                  </a:extLst>
                </p14:cNvPr>
                <p14:cNvContentPartPr/>
                <p14:nvPr/>
              </p14:nvContentPartPr>
              <p14:xfrm>
                <a:off x="539155" y="183944"/>
                <a:ext cx="564120" cy="1445400"/>
              </p14:xfrm>
            </p:contentPart>
          </mc:Choice>
          <mc:Fallback>
            <p:pic>
              <p:nvPicPr>
                <p:cNvPr id="342" name="Entrada de lápiz 341">
                  <a:extLst>
                    <a:ext uri="{FF2B5EF4-FFF2-40B4-BE49-F238E27FC236}">
                      <a16:creationId xmlns:a16="http://schemas.microsoft.com/office/drawing/2014/main" id="{8BE3F1DD-43EC-FAD8-0BD9-21CB9B8A3D0F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533035" y="177824"/>
                  <a:ext cx="576360" cy="145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6" name="Grupo 345">
            <a:extLst>
              <a:ext uri="{FF2B5EF4-FFF2-40B4-BE49-F238E27FC236}">
                <a16:creationId xmlns:a16="http://schemas.microsoft.com/office/drawing/2014/main" id="{15DB0588-F11A-EF06-9953-8C1AD3FD1C00}"/>
              </a:ext>
            </a:extLst>
          </p:cNvPr>
          <p:cNvGrpSpPr/>
          <p:nvPr/>
        </p:nvGrpSpPr>
        <p:grpSpPr>
          <a:xfrm>
            <a:off x="160435" y="775424"/>
            <a:ext cx="224280" cy="587520"/>
            <a:chOff x="160435" y="775424"/>
            <a:chExt cx="224280" cy="58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44" name="Entrada de lápiz 343">
                  <a:extLst>
                    <a:ext uri="{FF2B5EF4-FFF2-40B4-BE49-F238E27FC236}">
                      <a16:creationId xmlns:a16="http://schemas.microsoft.com/office/drawing/2014/main" id="{C511F9F2-FA01-020A-C982-AA42B4875FBA}"/>
                    </a:ext>
                  </a:extLst>
                </p14:cNvPr>
                <p14:cNvContentPartPr/>
                <p14:nvPr/>
              </p14:nvContentPartPr>
              <p14:xfrm>
                <a:off x="160435" y="1118144"/>
                <a:ext cx="224280" cy="244800"/>
              </p14:xfrm>
            </p:contentPart>
          </mc:Choice>
          <mc:Fallback>
            <p:pic>
              <p:nvPicPr>
                <p:cNvPr id="344" name="Entrada de lápiz 343">
                  <a:extLst>
                    <a:ext uri="{FF2B5EF4-FFF2-40B4-BE49-F238E27FC236}">
                      <a16:creationId xmlns:a16="http://schemas.microsoft.com/office/drawing/2014/main" id="{C511F9F2-FA01-020A-C982-AA42B4875FBA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154315" y="1112024"/>
                  <a:ext cx="2365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45" name="Entrada de lápiz 344">
                  <a:extLst>
                    <a:ext uri="{FF2B5EF4-FFF2-40B4-BE49-F238E27FC236}">
                      <a16:creationId xmlns:a16="http://schemas.microsoft.com/office/drawing/2014/main" id="{387DCCA9-B718-7869-8A80-B6887599DD7E}"/>
                    </a:ext>
                  </a:extLst>
                </p14:cNvPr>
                <p14:cNvContentPartPr/>
                <p14:nvPr/>
              </p14:nvContentPartPr>
              <p14:xfrm>
                <a:off x="169075" y="775424"/>
                <a:ext cx="212760" cy="231120"/>
              </p14:xfrm>
            </p:contentPart>
          </mc:Choice>
          <mc:Fallback>
            <p:pic>
              <p:nvPicPr>
                <p:cNvPr id="345" name="Entrada de lápiz 344">
                  <a:extLst>
                    <a:ext uri="{FF2B5EF4-FFF2-40B4-BE49-F238E27FC236}">
                      <a16:creationId xmlns:a16="http://schemas.microsoft.com/office/drawing/2014/main" id="{387DCCA9-B718-7869-8A80-B6887599DD7E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162955" y="769304"/>
                  <a:ext cx="225000" cy="24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5">
            <p14:nvContentPartPr>
              <p14:cNvPr id="347" name="Entrada de lápiz 346">
                <a:extLst>
                  <a:ext uri="{FF2B5EF4-FFF2-40B4-BE49-F238E27FC236}">
                    <a16:creationId xmlns:a16="http://schemas.microsoft.com/office/drawing/2014/main" id="{E4C79935-4C95-4193-A997-A72E7C3B43B1}"/>
                  </a:ext>
                </a:extLst>
              </p14:cNvPr>
              <p14:cNvContentPartPr/>
              <p14:nvPr/>
            </p14:nvContentPartPr>
            <p14:xfrm>
              <a:off x="598195" y="1811144"/>
              <a:ext cx="528480" cy="2361600"/>
            </p14:xfrm>
          </p:contentPart>
        </mc:Choice>
        <mc:Fallback>
          <p:pic>
            <p:nvPicPr>
              <p:cNvPr id="347" name="Entrada de lápiz 346">
                <a:extLst>
                  <a:ext uri="{FF2B5EF4-FFF2-40B4-BE49-F238E27FC236}">
                    <a16:creationId xmlns:a16="http://schemas.microsoft.com/office/drawing/2014/main" id="{E4C79935-4C95-4193-A997-A72E7C3B43B1}"/>
                  </a:ext>
                </a:extLst>
              </p:cNvPr>
              <p:cNvPicPr/>
              <p:nvPr/>
            </p:nvPicPr>
            <p:blipFill>
              <a:blip r:embed="rId556"/>
              <a:stretch>
                <a:fillRect/>
              </a:stretch>
            </p:blipFill>
            <p:spPr>
              <a:xfrm>
                <a:off x="592075" y="1805024"/>
                <a:ext cx="540720" cy="237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51" name="Grupo 350">
            <a:extLst>
              <a:ext uri="{FF2B5EF4-FFF2-40B4-BE49-F238E27FC236}">
                <a16:creationId xmlns:a16="http://schemas.microsoft.com/office/drawing/2014/main" id="{0D406FA1-4AE9-6991-7708-230637EFD2AB}"/>
              </a:ext>
            </a:extLst>
          </p:cNvPr>
          <p:cNvGrpSpPr/>
          <p:nvPr/>
        </p:nvGrpSpPr>
        <p:grpSpPr>
          <a:xfrm>
            <a:off x="187795" y="2730944"/>
            <a:ext cx="324000" cy="414720"/>
            <a:chOff x="187795" y="2730944"/>
            <a:chExt cx="324000" cy="41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48" name="Entrada de lápiz 347">
                  <a:extLst>
                    <a:ext uri="{FF2B5EF4-FFF2-40B4-BE49-F238E27FC236}">
                      <a16:creationId xmlns:a16="http://schemas.microsoft.com/office/drawing/2014/main" id="{142F7E20-7AD0-993E-2DD0-D834ED653E6E}"/>
                    </a:ext>
                  </a:extLst>
                </p14:cNvPr>
                <p14:cNvContentPartPr/>
                <p14:nvPr/>
              </p14:nvContentPartPr>
              <p14:xfrm>
                <a:off x="281395" y="3113624"/>
                <a:ext cx="200160" cy="17640"/>
              </p14:xfrm>
            </p:contentPart>
          </mc:Choice>
          <mc:Fallback>
            <p:pic>
              <p:nvPicPr>
                <p:cNvPr id="348" name="Entrada de lápiz 347">
                  <a:extLst>
                    <a:ext uri="{FF2B5EF4-FFF2-40B4-BE49-F238E27FC236}">
                      <a16:creationId xmlns:a16="http://schemas.microsoft.com/office/drawing/2014/main" id="{142F7E20-7AD0-993E-2DD0-D834ED653E6E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275275" y="3107504"/>
                  <a:ext cx="2124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349" name="Entrada de lápiz 348">
                  <a:extLst>
                    <a:ext uri="{FF2B5EF4-FFF2-40B4-BE49-F238E27FC236}">
                      <a16:creationId xmlns:a16="http://schemas.microsoft.com/office/drawing/2014/main" id="{03A5F062-6084-50FA-D1DF-05CC1C497CFB}"/>
                    </a:ext>
                  </a:extLst>
                </p14:cNvPr>
                <p14:cNvContentPartPr/>
                <p14:nvPr/>
              </p14:nvContentPartPr>
              <p14:xfrm>
                <a:off x="187795" y="2927504"/>
                <a:ext cx="232920" cy="218160"/>
              </p14:xfrm>
            </p:contentPart>
          </mc:Choice>
          <mc:Fallback>
            <p:pic>
              <p:nvPicPr>
                <p:cNvPr id="349" name="Entrada de lápiz 348">
                  <a:extLst>
                    <a:ext uri="{FF2B5EF4-FFF2-40B4-BE49-F238E27FC236}">
                      <a16:creationId xmlns:a16="http://schemas.microsoft.com/office/drawing/2014/main" id="{03A5F062-6084-50FA-D1DF-05CC1C497CFB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181675" y="2921384"/>
                  <a:ext cx="2451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350" name="Entrada de lápiz 349">
                  <a:extLst>
                    <a:ext uri="{FF2B5EF4-FFF2-40B4-BE49-F238E27FC236}">
                      <a16:creationId xmlns:a16="http://schemas.microsoft.com/office/drawing/2014/main" id="{4F3ACF10-986C-41A6-2F7F-40D9E732E0F0}"/>
                    </a:ext>
                  </a:extLst>
                </p14:cNvPr>
                <p14:cNvContentPartPr/>
                <p14:nvPr/>
              </p14:nvContentPartPr>
              <p14:xfrm>
                <a:off x="238195" y="2730944"/>
                <a:ext cx="273600" cy="93960"/>
              </p14:xfrm>
            </p:contentPart>
          </mc:Choice>
          <mc:Fallback>
            <p:pic>
              <p:nvPicPr>
                <p:cNvPr id="350" name="Entrada de lápiz 349">
                  <a:extLst>
                    <a:ext uri="{FF2B5EF4-FFF2-40B4-BE49-F238E27FC236}">
                      <a16:creationId xmlns:a16="http://schemas.microsoft.com/office/drawing/2014/main" id="{4F3ACF10-986C-41A6-2F7F-40D9E732E0F0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232075" y="2724824"/>
                  <a:ext cx="285840" cy="106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5440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5734D808-26DE-8247-D2BB-8242FD65E75D}"/>
              </a:ext>
            </a:extLst>
          </p:cNvPr>
          <p:cNvCxnSpPr/>
          <p:nvPr/>
        </p:nvCxnSpPr>
        <p:spPr>
          <a:xfrm>
            <a:off x="1421296" y="954157"/>
            <a:ext cx="0" cy="4084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E2D06D52-9F62-C612-7977-53AADECEF4E7}"/>
              </a:ext>
            </a:extLst>
          </p:cNvPr>
          <p:cNvCxnSpPr/>
          <p:nvPr/>
        </p:nvCxnSpPr>
        <p:spPr>
          <a:xfrm>
            <a:off x="1421296" y="4909930"/>
            <a:ext cx="55758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A39C57BB-5563-B49E-2596-6BE54CEE7B8F}"/>
                  </a:ext>
                </a:extLst>
              </p14:cNvPr>
              <p14:cNvContentPartPr/>
              <p14:nvPr/>
            </p14:nvContentPartPr>
            <p14:xfrm>
              <a:off x="5250115" y="1229087"/>
              <a:ext cx="202320" cy="21852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A39C57BB-5563-B49E-2596-6BE54CEE7B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43995" y="1222967"/>
                <a:ext cx="21456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E20EFDC7-8C0A-AC4A-9F08-BF49E26AD112}"/>
                  </a:ext>
                </a:extLst>
              </p14:cNvPr>
              <p14:cNvContentPartPr/>
              <p14:nvPr/>
            </p14:nvContentPartPr>
            <p14:xfrm>
              <a:off x="5210875" y="1676927"/>
              <a:ext cx="204120" cy="201240"/>
            </p14:xfrm>
          </p:contentPart>
        </mc:Choice>
        <mc:Fallback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E20EFDC7-8C0A-AC4A-9F08-BF49E26AD11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04755" y="1670807"/>
                <a:ext cx="21636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BD65A33A-05C7-300A-CEFD-959BDBF3CEA3}"/>
                  </a:ext>
                </a:extLst>
              </p14:cNvPr>
              <p14:cNvContentPartPr/>
              <p14:nvPr/>
            </p14:nvContentPartPr>
            <p14:xfrm>
              <a:off x="5283235" y="2044487"/>
              <a:ext cx="250920" cy="181080"/>
            </p14:xfrm>
          </p:contentPart>
        </mc:Choice>
        <mc:Fallback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BD65A33A-05C7-300A-CEFD-959BDBF3CEA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77115" y="2038367"/>
                <a:ext cx="26316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66B275AD-24ED-A191-C6E3-8010EE5E0F00}"/>
                  </a:ext>
                </a:extLst>
              </p14:cNvPr>
              <p14:cNvContentPartPr/>
              <p14:nvPr/>
            </p14:nvContentPartPr>
            <p14:xfrm>
              <a:off x="5531995" y="2413487"/>
              <a:ext cx="242640" cy="168840"/>
            </p14:xfrm>
          </p:contentPart>
        </mc:Choice>
        <mc:Fallback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66B275AD-24ED-A191-C6E3-8010EE5E0F0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25875" y="2407367"/>
                <a:ext cx="25488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206C7A44-618E-1BE9-4623-7CEFFB049BF0}"/>
                  </a:ext>
                </a:extLst>
              </p14:cNvPr>
              <p14:cNvContentPartPr/>
              <p14:nvPr/>
            </p14:nvContentPartPr>
            <p14:xfrm>
              <a:off x="4759795" y="2287487"/>
              <a:ext cx="266040" cy="218520"/>
            </p14:xfrm>
          </p:contentPart>
        </mc:Choice>
        <mc:Fallback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206C7A44-618E-1BE9-4623-7CEFFB049BF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753675" y="2281367"/>
                <a:ext cx="27828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D1278131-972F-4DB4-F976-C559510DDF63}"/>
                  </a:ext>
                </a:extLst>
              </p14:cNvPr>
              <p14:cNvContentPartPr/>
              <p14:nvPr/>
            </p14:nvContentPartPr>
            <p14:xfrm>
              <a:off x="5706955" y="1626527"/>
              <a:ext cx="355320" cy="205560"/>
            </p14:xfrm>
          </p:contentPart>
        </mc:Choice>
        <mc:Fallback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D1278131-972F-4DB4-F976-C559510DDF6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700835" y="1620407"/>
                <a:ext cx="36756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4" name="Entrada de lápiz 33">
                <a:extLst>
                  <a:ext uri="{FF2B5EF4-FFF2-40B4-BE49-F238E27FC236}">
                    <a16:creationId xmlns:a16="http://schemas.microsoft.com/office/drawing/2014/main" id="{9A1EFC2D-7EC7-0050-73C8-136A589D0016}"/>
                  </a:ext>
                </a:extLst>
              </p14:cNvPr>
              <p14:cNvContentPartPr/>
              <p14:nvPr/>
            </p14:nvContentPartPr>
            <p14:xfrm>
              <a:off x="4748275" y="1271207"/>
              <a:ext cx="364320" cy="213840"/>
            </p14:xfrm>
          </p:contentPart>
        </mc:Choice>
        <mc:Fallback>
          <p:pic>
            <p:nvPicPr>
              <p:cNvPr id="34" name="Entrada de lápiz 33">
                <a:extLst>
                  <a:ext uri="{FF2B5EF4-FFF2-40B4-BE49-F238E27FC236}">
                    <a16:creationId xmlns:a16="http://schemas.microsoft.com/office/drawing/2014/main" id="{9A1EFC2D-7EC7-0050-73C8-136A589D001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742155" y="1265087"/>
                <a:ext cx="37656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E4611A03-15B3-D09F-0CDA-831097564526}"/>
                  </a:ext>
                </a:extLst>
              </p14:cNvPr>
              <p14:cNvContentPartPr/>
              <p14:nvPr/>
            </p14:nvContentPartPr>
            <p14:xfrm>
              <a:off x="5614435" y="1135127"/>
              <a:ext cx="315360" cy="163440"/>
            </p14:xfrm>
          </p:contentPart>
        </mc:Choice>
        <mc:Fallback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E4611A03-15B3-D09F-0CDA-83109756452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608315" y="1129007"/>
                <a:ext cx="327600" cy="17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upo 49">
            <a:extLst>
              <a:ext uri="{FF2B5EF4-FFF2-40B4-BE49-F238E27FC236}">
                <a16:creationId xmlns:a16="http://schemas.microsoft.com/office/drawing/2014/main" id="{464FFBE8-D304-98EB-1E27-79B35CD31ABA}"/>
              </a:ext>
            </a:extLst>
          </p:cNvPr>
          <p:cNvGrpSpPr/>
          <p:nvPr/>
        </p:nvGrpSpPr>
        <p:grpSpPr>
          <a:xfrm>
            <a:off x="6781915" y="596207"/>
            <a:ext cx="2086560" cy="363600"/>
            <a:chOff x="6781915" y="596207"/>
            <a:chExt cx="2086560" cy="36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ECB4DF99-E2F4-FABA-8C37-90115890A810}"/>
                    </a:ext>
                  </a:extLst>
                </p14:cNvPr>
                <p14:cNvContentPartPr/>
                <p14:nvPr/>
              </p14:nvContentPartPr>
              <p14:xfrm>
                <a:off x="6781915" y="641207"/>
                <a:ext cx="348840" cy="26640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ECB4DF99-E2F4-FABA-8C37-90115890A81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75795" y="635087"/>
                  <a:ext cx="3610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61A23315-3243-DE23-7621-4325FA7ED879}"/>
                    </a:ext>
                  </a:extLst>
                </p14:cNvPr>
                <p14:cNvContentPartPr/>
                <p14:nvPr/>
              </p14:nvContentPartPr>
              <p14:xfrm>
                <a:off x="7295275" y="729407"/>
                <a:ext cx="208440" cy="1476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61A23315-3243-DE23-7621-4325FA7ED87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89155" y="723287"/>
                  <a:ext cx="2206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3006D62C-D37E-1026-D942-591E205A148D}"/>
                    </a:ext>
                  </a:extLst>
                </p14:cNvPr>
                <p14:cNvContentPartPr/>
                <p14:nvPr/>
              </p14:nvContentPartPr>
              <p14:xfrm>
                <a:off x="7652395" y="596207"/>
                <a:ext cx="201600" cy="2592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3006D62C-D37E-1026-D942-591E205A148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646275" y="590087"/>
                  <a:ext cx="2138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E3C12986-699D-F94D-69D8-22A7E11D11C8}"/>
                    </a:ext>
                  </a:extLst>
                </p14:cNvPr>
                <p14:cNvContentPartPr/>
                <p14:nvPr/>
              </p14:nvContentPartPr>
              <p14:xfrm>
                <a:off x="7730155" y="607727"/>
                <a:ext cx="22320" cy="24804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E3C12986-699D-F94D-69D8-22A7E11D11C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724035" y="601607"/>
                  <a:ext cx="345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BE20F239-22E8-9958-CD71-E08A49445BE9}"/>
                    </a:ext>
                  </a:extLst>
                </p14:cNvPr>
                <p14:cNvContentPartPr/>
                <p14:nvPr/>
              </p14:nvContentPartPr>
              <p14:xfrm>
                <a:off x="7642315" y="873767"/>
                <a:ext cx="263160" cy="900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BE20F239-22E8-9958-CD71-E08A49445BE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636195" y="867647"/>
                  <a:ext cx="2754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0BD284FF-8D97-7A2D-D7EF-3EAAA8DE3784}"/>
                    </a:ext>
                  </a:extLst>
                </p14:cNvPr>
                <p14:cNvContentPartPr/>
                <p14:nvPr/>
              </p14:nvContentPartPr>
              <p14:xfrm>
                <a:off x="7988995" y="785567"/>
                <a:ext cx="106200" cy="12780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0BD284FF-8D97-7A2D-D7EF-3EAAA8DE378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982875" y="779447"/>
                  <a:ext cx="1184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08B0134A-44D0-77A0-EF54-B44FE5B181A6}"/>
                    </a:ext>
                  </a:extLst>
                </p14:cNvPr>
                <p14:cNvContentPartPr/>
                <p14:nvPr/>
              </p14:nvContentPartPr>
              <p14:xfrm>
                <a:off x="8161075" y="706367"/>
                <a:ext cx="122040" cy="19692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08B0134A-44D0-77A0-EF54-B44FE5B181A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54955" y="700247"/>
                  <a:ext cx="1342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D959FD4E-30D7-2C2B-0CA2-1B605B045792}"/>
                    </a:ext>
                  </a:extLst>
                </p14:cNvPr>
                <p14:cNvContentPartPr/>
                <p14:nvPr/>
              </p14:nvContentPartPr>
              <p14:xfrm>
                <a:off x="8104915" y="806087"/>
                <a:ext cx="175320" cy="4068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D959FD4E-30D7-2C2B-0CA2-1B605B04579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098795" y="799967"/>
                  <a:ext cx="1875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1958779C-FDCA-0300-0F47-33F44CA8DCA0}"/>
                    </a:ext>
                  </a:extLst>
                </p14:cNvPr>
                <p14:cNvContentPartPr/>
                <p14:nvPr/>
              </p14:nvContentPartPr>
              <p14:xfrm>
                <a:off x="8314795" y="820487"/>
                <a:ext cx="96480" cy="11448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1958779C-FDCA-0300-0F47-33F44CA8DCA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308675" y="814367"/>
                  <a:ext cx="1087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BF08EB1F-B24F-5542-9E7C-5345FB9D48D9}"/>
                    </a:ext>
                  </a:extLst>
                </p14:cNvPr>
                <p14:cNvContentPartPr/>
                <p14:nvPr/>
              </p14:nvContentPartPr>
              <p14:xfrm>
                <a:off x="8426395" y="803567"/>
                <a:ext cx="61560" cy="15624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BF08EB1F-B24F-5542-9E7C-5345FB9D48D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420275" y="797447"/>
                  <a:ext cx="738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39D073F7-E1C2-F8E5-5AC2-0805405841E9}"/>
                    </a:ext>
                  </a:extLst>
                </p14:cNvPr>
                <p14:cNvContentPartPr/>
                <p14:nvPr/>
              </p14:nvContentPartPr>
              <p14:xfrm>
                <a:off x="8440435" y="853967"/>
                <a:ext cx="103320" cy="2232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39D073F7-E1C2-F8E5-5AC2-0805405841E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434315" y="847847"/>
                  <a:ext cx="1155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E0DFC3E4-CD2D-EB1C-32ED-9A5EBA942533}"/>
                    </a:ext>
                  </a:extLst>
                </p14:cNvPr>
                <p14:cNvContentPartPr/>
                <p14:nvPr/>
              </p14:nvContentPartPr>
              <p14:xfrm>
                <a:off x="8624035" y="708887"/>
                <a:ext cx="22320" cy="20880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E0DFC3E4-CD2D-EB1C-32ED-9A5EBA94253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617915" y="702767"/>
                  <a:ext cx="345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0BBF08E5-5AFB-3AA0-92A0-4B7D4FC2DF4B}"/>
                    </a:ext>
                  </a:extLst>
                </p14:cNvPr>
                <p14:cNvContentPartPr/>
                <p14:nvPr/>
              </p14:nvContentPartPr>
              <p14:xfrm>
                <a:off x="8579035" y="774407"/>
                <a:ext cx="143640" cy="1908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0BBF08E5-5AFB-3AA0-92A0-4B7D4FC2DF4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572915" y="768287"/>
                  <a:ext cx="1558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3ED348CF-E5FE-0C34-5CF6-39597DBE04BB}"/>
                    </a:ext>
                  </a:extLst>
                </p14:cNvPr>
                <p14:cNvContentPartPr/>
                <p14:nvPr/>
              </p14:nvContentPartPr>
              <p14:xfrm>
                <a:off x="8724835" y="810047"/>
                <a:ext cx="143640" cy="12420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3ED348CF-E5FE-0C34-5CF6-39597DBE04B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18715" y="803927"/>
                  <a:ext cx="155880" cy="13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50CB1979-9CB5-9E3A-763F-F4EED6334A09}"/>
                  </a:ext>
                </a:extLst>
              </p14:cNvPr>
              <p14:cNvContentPartPr/>
              <p14:nvPr/>
            </p14:nvContentPartPr>
            <p14:xfrm>
              <a:off x="2099395" y="2817407"/>
              <a:ext cx="245880" cy="276120"/>
            </p14:xfrm>
          </p:contentPart>
        </mc:Choice>
        <mc:Fallback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50CB1979-9CB5-9E3A-763F-F4EED6334A0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093275" y="2811287"/>
                <a:ext cx="25812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3" name="Entrada de lápiz 52">
                <a:extLst>
                  <a:ext uri="{FF2B5EF4-FFF2-40B4-BE49-F238E27FC236}">
                    <a16:creationId xmlns:a16="http://schemas.microsoft.com/office/drawing/2014/main" id="{C35171B6-A615-A060-D625-F979DF280767}"/>
                  </a:ext>
                </a:extLst>
              </p14:cNvPr>
              <p14:cNvContentPartPr/>
              <p14:nvPr/>
            </p14:nvContentPartPr>
            <p14:xfrm>
              <a:off x="2333395" y="3957887"/>
              <a:ext cx="306360" cy="406800"/>
            </p14:xfrm>
          </p:contentPart>
        </mc:Choice>
        <mc:Fallback>
          <p:pic>
            <p:nvPicPr>
              <p:cNvPr id="53" name="Entrada de lápiz 52">
                <a:extLst>
                  <a:ext uri="{FF2B5EF4-FFF2-40B4-BE49-F238E27FC236}">
                    <a16:creationId xmlns:a16="http://schemas.microsoft.com/office/drawing/2014/main" id="{C35171B6-A615-A060-D625-F979DF28076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327275" y="3951767"/>
                <a:ext cx="31860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55" name="Entrada de lápiz 54">
                <a:extLst>
                  <a:ext uri="{FF2B5EF4-FFF2-40B4-BE49-F238E27FC236}">
                    <a16:creationId xmlns:a16="http://schemas.microsoft.com/office/drawing/2014/main" id="{8E3CEB72-1A29-DC09-DC7B-BB4F9DCEE591}"/>
                  </a:ext>
                </a:extLst>
              </p14:cNvPr>
              <p14:cNvContentPartPr/>
              <p14:nvPr/>
            </p14:nvContentPartPr>
            <p14:xfrm>
              <a:off x="2712835" y="2706887"/>
              <a:ext cx="325440" cy="332640"/>
            </p14:xfrm>
          </p:contentPart>
        </mc:Choice>
        <mc:Fallback>
          <p:pic>
            <p:nvPicPr>
              <p:cNvPr id="55" name="Entrada de lápiz 54">
                <a:extLst>
                  <a:ext uri="{FF2B5EF4-FFF2-40B4-BE49-F238E27FC236}">
                    <a16:creationId xmlns:a16="http://schemas.microsoft.com/office/drawing/2014/main" id="{8E3CEB72-1A29-DC09-DC7B-BB4F9DCEE59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706715" y="2700767"/>
                <a:ext cx="337680" cy="34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upo 57">
            <a:extLst>
              <a:ext uri="{FF2B5EF4-FFF2-40B4-BE49-F238E27FC236}">
                <a16:creationId xmlns:a16="http://schemas.microsoft.com/office/drawing/2014/main" id="{493261B1-E810-929A-F1C2-85C45F8E7E9D}"/>
              </a:ext>
            </a:extLst>
          </p:cNvPr>
          <p:cNvGrpSpPr/>
          <p:nvPr/>
        </p:nvGrpSpPr>
        <p:grpSpPr>
          <a:xfrm>
            <a:off x="2169235" y="3260927"/>
            <a:ext cx="1212480" cy="420120"/>
            <a:chOff x="2169235" y="3260927"/>
            <a:chExt cx="1212480" cy="42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248301A2-BBCA-B150-76BB-0B91969599C5}"/>
                    </a:ext>
                  </a:extLst>
                </p14:cNvPr>
                <p14:cNvContentPartPr/>
                <p14:nvPr/>
              </p14:nvContentPartPr>
              <p14:xfrm>
                <a:off x="2169235" y="3401327"/>
                <a:ext cx="315720" cy="27900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248301A2-BBCA-B150-76BB-0B91969599C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63115" y="3395207"/>
                  <a:ext cx="3279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6C152974-4C7D-13A1-6E90-15581762BC50}"/>
                    </a:ext>
                  </a:extLst>
                </p14:cNvPr>
                <p14:cNvContentPartPr/>
                <p14:nvPr/>
              </p14:nvContentPartPr>
              <p14:xfrm>
                <a:off x="2702035" y="3260927"/>
                <a:ext cx="272520" cy="30564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6C152974-4C7D-13A1-6E90-15581762BC5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695915" y="3254807"/>
                  <a:ext cx="2847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2F286AD4-1092-83CF-4AC1-A33AD7A60AFE}"/>
                    </a:ext>
                  </a:extLst>
                </p14:cNvPr>
                <p14:cNvContentPartPr/>
                <p14:nvPr/>
              </p14:nvContentPartPr>
              <p14:xfrm>
                <a:off x="3109555" y="3328967"/>
                <a:ext cx="272160" cy="35208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2F286AD4-1092-83CF-4AC1-A33AD7A60AF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103435" y="3322847"/>
                  <a:ext cx="284400" cy="36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57" name="Entrada de lápiz 56">
                <a:extLst>
                  <a:ext uri="{FF2B5EF4-FFF2-40B4-BE49-F238E27FC236}">
                    <a16:creationId xmlns:a16="http://schemas.microsoft.com/office/drawing/2014/main" id="{19A1B06F-2C87-93CB-A131-2BA7B66E151D}"/>
                  </a:ext>
                </a:extLst>
              </p14:cNvPr>
              <p14:cNvContentPartPr/>
              <p14:nvPr/>
            </p14:nvContentPartPr>
            <p14:xfrm>
              <a:off x="2868355" y="3824327"/>
              <a:ext cx="321480" cy="320400"/>
            </p14:xfrm>
          </p:contentPart>
        </mc:Choice>
        <mc:Fallback>
          <p:pic>
            <p:nvPicPr>
              <p:cNvPr id="57" name="Entrada de lápiz 56">
                <a:extLst>
                  <a:ext uri="{FF2B5EF4-FFF2-40B4-BE49-F238E27FC236}">
                    <a16:creationId xmlns:a16="http://schemas.microsoft.com/office/drawing/2014/main" id="{19A1B06F-2C87-93CB-A131-2BA7B66E151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862235" y="3818207"/>
                <a:ext cx="33372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59" name="Entrada de lápiz 58">
                <a:extLst>
                  <a:ext uri="{FF2B5EF4-FFF2-40B4-BE49-F238E27FC236}">
                    <a16:creationId xmlns:a16="http://schemas.microsoft.com/office/drawing/2014/main" id="{ED9F51D3-3C6E-4497-0D12-72673B82EB49}"/>
                  </a:ext>
                </a:extLst>
              </p14:cNvPr>
              <p14:cNvContentPartPr/>
              <p14:nvPr/>
            </p14:nvContentPartPr>
            <p14:xfrm>
              <a:off x="6839155" y="1158887"/>
              <a:ext cx="222480" cy="256680"/>
            </p14:xfrm>
          </p:contentPart>
        </mc:Choice>
        <mc:Fallback>
          <p:pic>
            <p:nvPicPr>
              <p:cNvPr id="59" name="Entrada de lápiz 58">
                <a:extLst>
                  <a:ext uri="{FF2B5EF4-FFF2-40B4-BE49-F238E27FC236}">
                    <a16:creationId xmlns:a16="http://schemas.microsoft.com/office/drawing/2014/main" id="{ED9F51D3-3C6E-4497-0D12-72673B82EB4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833035" y="1152767"/>
                <a:ext cx="234720" cy="26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upo 66">
            <a:extLst>
              <a:ext uri="{FF2B5EF4-FFF2-40B4-BE49-F238E27FC236}">
                <a16:creationId xmlns:a16="http://schemas.microsoft.com/office/drawing/2014/main" id="{EA510AC6-466E-A037-BC38-2B3E7B889753}"/>
              </a:ext>
            </a:extLst>
          </p:cNvPr>
          <p:cNvGrpSpPr/>
          <p:nvPr/>
        </p:nvGrpSpPr>
        <p:grpSpPr>
          <a:xfrm>
            <a:off x="7290595" y="1176887"/>
            <a:ext cx="1170000" cy="332640"/>
            <a:chOff x="7290595" y="1176887"/>
            <a:chExt cx="1170000" cy="33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43DF3B4D-7148-CB6C-E837-88693E30EB1C}"/>
                    </a:ext>
                  </a:extLst>
                </p14:cNvPr>
                <p14:cNvContentPartPr/>
                <p14:nvPr/>
              </p14:nvContentPartPr>
              <p14:xfrm>
                <a:off x="7290595" y="1296407"/>
                <a:ext cx="239040" cy="324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43DF3B4D-7148-CB6C-E837-88693E30EB1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84475" y="1290287"/>
                  <a:ext cx="25128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B7ADF35A-FC6D-949A-C960-E118E8F9B354}"/>
                    </a:ext>
                  </a:extLst>
                </p14:cNvPr>
                <p14:cNvContentPartPr/>
                <p14:nvPr/>
              </p14:nvContentPartPr>
              <p14:xfrm>
                <a:off x="7673635" y="1176887"/>
                <a:ext cx="173880" cy="22716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B7ADF35A-FC6D-949A-C960-E118E8F9B35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67515" y="1170767"/>
                  <a:ext cx="1861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C8EC8BF1-2B18-2898-4DA1-546A2AEAF833}"/>
                    </a:ext>
                  </a:extLst>
                </p14:cNvPr>
                <p14:cNvContentPartPr/>
                <p14:nvPr/>
              </p14:nvContentPartPr>
              <p14:xfrm>
                <a:off x="7918795" y="1306127"/>
                <a:ext cx="73080" cy="11016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C8EC8BF1-2B18-2898-4DA1-546A2AEAF83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912675" y="1300007"/>
                  <a:ext cx="853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E32937DE-3A3B-8FBD-E640-8E8A89623BE5}"/>
                    </a:ext>
                  </a:extLst>
                </p14:cNvPr>
                <p14:cNvContentPartPr/>
                <p14:nvPr/>
              </p14:nvContentPartPr>
              <p14:xfrm>
                <a:off x="8004115" y="1297847"/>
                <a:ext cx="18360" cy="13932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E32937DE-3A3B-8FBD-E640-8E8A89623BE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997995" y="1291727"/>
                  <a:ext cx="306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40F4EAC4-E52C-914C-BC39-1E3AEE4E9C10}"/>
                    </a:ext>
                  </a:extLst>
                </p14:cNvPr>
                <p14:cNvContentPartPr/>
                <p14:nvPr/>
              </p14:nvContentPartPr>
              <p14:xfrm>
                <a:off x="8079715" y="1285247"/>
                <a:ext cx="100440" cy="14076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40F4EAC4-E52C-914C-BC39-1E3AEE4E9C1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073595" y="1279127"/>
                  <a:ext cx="1126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D4195A11-69B1-D25F-F417-DEB815067691}"/>
                    </a:ext>
                  </a:extLst>
                </p14:cNvPr>
                <p14:cNvContentPartPr/>
                <p14:nvPr/>
              </p14:nvContentPartPr>
              <p14:xfrm>
                <a:off x="8206435" y="1302167"/>
                <a:ext cx="86040" cy="10512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D4195A11-69B1-D25F-F417-DEB81506769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200315" y="1296047"/>
                  <a:ext cx="982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6288AA40-9BD7-F69C-A6BE-03D02F22173B}"/>
                    </a:ext>
                  </a:extLst>
                </p14:cNvPr>
                <p14:cNvContentPartPr/>
                <p14:nvPr/>
              </p14:nvContentPartPr>
              <p14:xfrm>
                <a:off x="8289595" y="1292087"/>
                <a:ext cx="171000" cy="21744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6288AA40-9BD7-F69C-A6BE-03D02F22173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283475" y="1285967"/>
                  <a:ext cx="183240" cy="22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upo 71">
            <a:extLst>
              <a:ext uri="{FF2B5EF4-FFF2-40B4-BE49-F238E27FC236}">
                <a16:creationId xmlns:a16="http://schemas.microsoft.com/office/drawing/2014/main" id="{059D9E49-6828-3C51-166E-7EB44A5E1D0B}"/>
              </a:ext>
            </a:extLst>
          </p:cNvPr>
          <p:cNvGrpSpPr/>
          <p:nvPr/>
        </p:nvGrpSpPr>
        <p:grpSpPr>
          <a:xfrm>
            <a:off x="8563195" y="1183727"/>
            <a:ext cx="416160" cy="417240"/>
            <a:chOff x="8563195" y="1183727"/>
            <a:chExt cx="416160" cy="41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6CB0F09D-F63B-BDDD-EAEF-9F258D85E40D}"/>
                    </a:ext>
                  </a:extLst>
                </p14:cNvPr>
                <p14:cNvContentPartPr/>
                <p14:nvPr/>
              </p14:nvContentPartPr>
              <p14:xfrm>
                <a:off x="8563195" y="1241687"/>
                <a:ext cx="73800" cy="30564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6CB0F09D-F63B-BDDD-EAEF-9F258D85E40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557075" y="1235567"/>
                  <a:ext cx="860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FC83199D-ECEB-8F7D-1483-31F934D56431}"/>
                    </a:ext>
                  </a:extLst>
                </p14:cNvPr>
                <p14:cNvContentPartPr/>
                <p14:nvPr/>
              </p14:nvContentPartPr>
              <p14:xfrm>
                <a:off x="8712235" y="1341407"/>
                <a:ext cx="144360" cy="19620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FC83199D-ECEB-8F7D-1483-31F934D5643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706115" y="1335287"/>
                  <a:ext cx="1566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C565BB8A-363D-6BA6-9E49-7613A693630C}"/>
                    </a:ext>
                  </a:extLst>
                </p14:cNvPr>
                <p14:cNvContentPartPr/>
                <p14:nvPr/>
              </p14:nvContentPartPr>
              <p14:xfrm>
                <a:off x="8904475" y="1183727"/>
                <a:ext cx="74880" cy="41724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C565BB8A-363D-6BA6-9E49-7613A693630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898355" y="1177607"/>
                  <a:ext cx="87120" cy="42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upo 75">
            <a:extLst>
              <a:ext uri="{FF2B5EF4-FFF2-40B4-BE49-F238E27FC236}">
                <a16:creationId xmlns:a16="http://schemas.microsoft.com/office/drawing/2014/main" id="{BE016839-6455-49B1-D223-549C0852AE20}"/>
              </a:ext>
            </a:extLst>
          </p:cNvPr>
          <p:cNvGrpSpPr/>
          <p:nvPr/>
        </p:nvGrpSpPr>
        <p:grpSpPr>
          <a:xfrm>
            <a:off x="8955235" y="442847"/>
            <a:ext cx="466920" cy="543240"/>
            <a:chOff x="8955235" y="442847"/>
            <a:chExt cx="466920" cy="54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D5FDAAFD-214C-31C1-7136-A452607A7521}"/>
                    </a:ext>
                  </a:extLst>
                </p14:cNvPr>
                <p14:cNvContentPartPr/>
                <p14:nvPr/>
              </p14:nvContentPartPr>
              <p14:xfrm>
                <a:off x="8955235" y="515207"/>
                <a:ext cx="98640" cy="43272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D5FDAAFD-214C-31C1-7136-A452607A752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949115" y="509087"/>
                  <a:ext cx="11088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15DC900D-C082-6846-392E-F7CE6D68183F}"/>
                    </a:ext>
                  </a:extLst>
                </p14:cNvPr>
                <p14:cNvContentPartPr/>
                <p14:nvPr/>
              </p14:nvContentPartPr>
              <p14:xfrm>
                <a:off x="9096715" y="577847"/>
                <a:ext cx="154080" cy="25020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15DC900D-C082-6846-392E-F7CE6D68183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090595" y="571727"/>
                  <a:ext cx="1663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40970ACE-9F95-2130-B10E-D1C4B66AB4E9}"/>
                    </a:ext>
                  </a:extLst>
                </p14:cNvPr>
                <p14:cNvContentPartPr/>
                <p14:nvPr/>
              </p14:nvContentPartPr>
              <p14:xfrm>
                <a:off x="9307315" y="442847"/>
                <a:ext cx="114840" cy="54324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40970ACE-9F95-2130-B10E-D1C4B66AB4E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301195" y="436727"/>
                  <a:ext cx="127080" cy="55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20226057-F89C-1A23-21A4-AFADCEA47597}"/>
              </a:ext>
            </a:extLst>
          </p:cNvPr>
          <p:cNvGrpSpPr/>
          <p:nvPr/>
        </p:nvGrpSpPr>
        <p:grpSpPr>
          <a:xfrm>
            <a:off x="7608475" y="1946207"/>
            <a:ext cx="2645640" cy="519480"/>
            <a:chOff x="7608475" y="1946207"/>
            <a:chExt cx="2645640" cy="51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BD07DB8C-6F00-3D1C-A9B7-94D1F0FEC205}"/>
                    </a:ext>
                  </a:extLst>
                </p14:cNvPr>
                <p14:cNvContentPartPr/>
                <p14:nvPr/>
              </p14:nvContentPartPr>
              <p14:xfrm>
                <a:off x="7611355" y="2019287"/>
                <a:ext cx="257760" cy="38160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BD07DB8C-6F00-3D1C-A9B7-94D1F0FEC20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605235" y="2013167"/>
                  <a:ext cx="27000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43AAC6AA-94F3-BA2F-D5DA-161DADD28BB9}"/>
                    </a:ext>
                  </a:extLst>
                </p14:cNvPr>
                <p14:cNvContentPartPr/>
                <p14:nvPr/>
              </p14:nvContentPartPr>
              <p14:xfrm>
                <a:off x="7608475" y="2159327"/>
                <a:ext cx="249840" cy="1584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43AAC6AA-94F3-BA2F-D5DA-161DADD28BB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602355" y="2153207"/>
                  <a:ext cx="2620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139B8F8F-BFAD-1F3F-05FD-19E71A9E8AE5}"/>
                    </a:ext>
                  </a:extLst>
                </p14:cNvPr>
                <p14:cNvContentPartPr/>
                <p14:nvPr/>
              </p14:nvContentPartPr>
              <p14:xfrm>
                <a:off x="8069635" y="2134127"/>
                <a:ext cx="190800" cy="1188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139B8F8F-BFAD-1F3F-05FD-19E71A9E8AE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063515" y="2128007"/>
                  <a:ext cx="2030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C5B55F63-A16B-0BC4-6668-297E5D92D278}"/>
                    </a:ext>
                  </a:extLst>
                </p14:cNvPr>
                <p14:cNvContentPartPr/>
                <p14:nvPr/>
              </p14:nvContentPartPr>
              <p14:xfrm>
                <a:off x="7997635" y="2283167"/>
                <a:ext cx="223200" cy="1368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C5B55F63-A16B-0BC4-6668-297E5D92D27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991515" y="2277047"/>
                  <a:ext cx="2354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D5043EF9-D95D-B270-73DD-8C5F3A51CAA7}"/>
                    </a:ext>
                  </a:extLst>
                </p14:cNvPr>
                <p14:cNvContentPartPr/>
                <p14:nvPr/>
              </p14:nvContentPartPr>
              <p14:xfrm>
                <a:off x="8386795" y="1946207"/>
                <a:ext cx="411120" cy="36180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D5043EF9-D95D-B270-73DD-8C5F3A51CAA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80675" y="1940087"/>
                  <a:ext cx="42336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D2733317-394B-F6B9-9BDE-CC6D3D2E81A1}"/>
                    </a:ext>
                  </a:extLst>
                </p14:cNvPr>
                <p14:cNvContentPartPr/>
                <p14:nvPr/>
              </p14:nvContentPartPr>
              <p14:xfrm>
                <a:off x="8803315" y="2186687"/>
                <a:ext cx="110160" cy="27900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D2733317-394B-F6B9-9BDE-CC6D3D2E81A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797195" y="2180567"/>
                  <a:ext cx="1224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F84216F4-B555-4283-65EE-0C2A5837A1C9}"/>
                    </a:ext>
                  </a:extLst>
                </p14:cNvPr>
                <p14:cNvContentPartPr/>
                <p14:nvPr/>
              </p14:nvContentPartPr>
              <p14:xfrm>
                <a:off x="9080875" y="1985447"/>
                <a:ext cx="197280" cy="576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F84216F4-B555-4283-65EE-0C2A5837A1C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074755" y="1979327"/>
                  <a:ext cx="209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465C5FB6-B06F-23DB-6CA7-CE6730A59FE2}"/>
                    </a:ext>
                  </a:extLst>
                </p14:cNvPr>
                <p14:cNvContentPartPr/>
                <p14:nvPr/>
              </p14:nvContentPartPr>
              <p14:xfrm>
                <a:off x="9189235" y="1949087"/>
                <a:ext cx="11520" cy="27360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465C5FB6-B06F-23DB-6CA7-CE6730A59F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183115" y="1942967"/>
                  <a:ext cx="237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00F9DA77-2102-FDC0-5109-5862AD04F84A}"/>
                    </a:ext>
                  </a:extLst>
                </p14:cNvPr>
                <p14:cNvContentPartPr/>
                <p14:nvPr/>
              </p14:nvContentPartPr>
              <p14:xfrm>
                <a:off x="9079075" y="2251487"/>
                <a:ext cx="233280" cy="2808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00F9DA77-2102-FDC0-5109-5862AD04F84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072955" y="2245367"/>
                  <a:ext cx="245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21078BA7-706A-0EF4-F37D-B4F07BCAAE79}"/>
                    </a:ext>
                  </a:extLst>
                </p14:cNvPr>
                <p14:cNvContentPartPr/>
                <p14:nvPr/>
              </p14:nvContentPartPr>
              <p14:xfrm>
                <a:off x="9408115" y="1997327"/>
                <a:ext cx="182520" cy="28080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21078BA7-706A-0EF4-F37D-B4F07BCAAE7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401995" y="1991207"/>
                  <a:ext cx="19476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B2F238F3-2404-CD04-7FCF-0ED3F809C687}"/>
                    </a:ext>
                  </a:extLst>
                </p14:cNvPr>
                <p14:cNvContentPartPr/>
                <p14:nvPr/>
              </p14:nvContentPartPr>
              <p14:xfrm>
                <a:off x="9624835" y="1996607"/>
                <a:ext cx="225720" cy="22968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B2F238F3-2404-CD04-7FCF-0ED3F809C68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618715" y="1990487"/>
                  <a:ext cx="2379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B591277F-FA41-BA16-4F58-BBC6976F1F03}"/>
                    </a:ext>
                  </a:extLst>
                </p14:cNvPr>
                <p14:cNvContentPartPr/>
                <p14:nvPr/>
              </p14:nvContentPartPr>
              <p14:xfrm>
                <a:off x="10108675" y="1972487"/>
                <a:ext cx="21240" cy="21852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B591277F-FA41-BA16-4F58-BBC6976F1F0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102555" y="1966367"/>
                  <a:ext cx="334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D8728EE1-798E-C43A-EAED-C53B0C96DA5A}"/>
                    </a:ext>
                  </a:extLst>
                </p14:cNvPr>
                <p14:cNvContentPartPr/>
                <p14:nvPr/>
              </p14:nvContentPartPr>
              <p14:xfrm>
                <a:off x="10040995" y="2073287"/>
                <a:ext cx="213120" cy="1080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D8728EE1-798E-C43A-EAED-C53B0C96DA5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034875" y="2067167"/>
                  <a:ext cx="22536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upo 221">
            <a:extLst>
              <a:ext uri="{FF2B5EF4-FFF2-40B4-BE49-F238E27FC236}">
                <a16:creationId xmlns:a16="http://schemas.microsoft.com/office/drawing/2014/main" id="{0409E09E-E0CB-6227-F561-1E933AFD25EA}"/>
              </a:ext>
            </a:extLst>
          </p:cNvPr>
          <p:cNvGrpSpPr/>
          <p:nvPr/>
        </p:nvGrpSpPr>
        <p:grpSpPr>
          <a:xfrm>
            <a:off x="1149715" y="5324807"/>
            <a:ext cx="4582800" cy="742680"/>
            <a:chOff x="1149715" y="5324807"/>
            <a:chExt cx="4582800" cy="74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8E6AA842-9C44-1DAD-BD29-8639C344D01B}"/>
                    </a:ext>
                  </a:extLst>
                </p14:cNvPr>
                <p14:cNvContentPartPr/>
                <p14:nvPr/>
              </p14:nvContentPartPr>
              <p14:xfrm>
                <a:off x="1149715" y="5627207"/>
                <a:ext cx="396360" cy="37620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8E6AA842-9C44-1DAD-BD29-8639C344D01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43595" y="5621087"/>
                  <a:ext cx="40860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7525B512-7E2D-8C02-A49A-13091EAA2756}"/>
                    </a:ext>
                  </a:extLst>
                </p14:cNvPr>
                <p14:cNvContentPartPr/>
                <p14:nvPr/>
              </p14:nvContentPartPr>
              <p14:xfrm>
                <a:off x="1578835" y="5751767"/>
                <a:ext cx="90360" cy="31572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7525B512-7E2D-8C02-A49A-13091EAA275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572715" y="5745647"/>
                  <a:ext cx="1026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5DF3C576-DD69-FE7D-C186-38C5EF005204}"/>
                    </a:ext>
                  </a:extLst>
                </p14:cNvPr>
                <p14:cNvContentPartPr/>
                <p14:nvPr/>
              </p14:nvContentPartPr>
              <p14:xfrm>
                <a:off x="1691875" y="5655287"/>
                <a:ext cx="218880" cy="2016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5DF3C576-DD69-FE7D-C186-38C5EF00520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685755" y="5649167"/>
                  <a:ext cx="2311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816B45F4-4030-4DAC-4453-B94B55AAA506}"/>
                    </a:ext>
                  </a:extLst>
                </p14:cNvPr>
                <p14:cNvContentPartPr/>
                <p14:nvPr/>
              </p14:nvContentPartPr>
              <p14:xfrm>
                <a:off x="1797355" y="5628647"/>
                <a:ext cx="18360" cy="384120"/>
              </p14:xfrm>
            </p:contentPart>
          </mc:Choice>
          <mc:Fallback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816B45F4-4030-4DAC-4453-B94B55AAA50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791235" y="5622527"/>
                  <a:ext cx="3060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85D856F7-DA2E-C07A-1C29-DA8D64340C52}"/>
                    </a:ext>
                  </a:extLst>
                </p14:cNvPr>
                <p14:cNvContentPartPr/>
                <p14:nvPr/>
              </p14:nvContentPartPr>
              <p14:xfrm>
                <a:off x="1717435" y="5910887"/>
                <a:ext cx="246240" cy="17280"/>
              </p14:xfrm>
            </p:contentPart>
          </mc:Choice>
          <mc:Fallback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85D856F7-DA2E-C07A-1C29-DA8D64340C5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711315" y="5904767"/>
                  <a:ext cx="2584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FC46F406-81EC-A3D3-2BDE-D7FC83A920CB}"/>
                    </a:ext>
                  </a:extLst>
                </p14:cNvPr>
                <p14:cNvContentPartPr/>
                <p14:nvPr/>
              </p14:nvContentPartPr>
              <p14:xfrm>
                <a:off x="1985275" y="5705687"/>
                <a:ext cx="221040" cy="31824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FC46F406-81EC-A3D3-2BDE-D7FC83A920C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979155" y="5699567"/>
                  <a:ext cx="23328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A76358D0-54EB-6FEF-67BC-3BA114C11ABA}"/>
                    </a:ext>
                  </a:extLst>
                </p14:cNvPr>
                <p14:cNvContentPartPr/>
                <p14:nvPr/>
              </p14:nvContentPartPr>
              <p14:xfrm>
                <a:off x="2216755" y="5671847"/>
                <a:ext cx="212760" cy="28836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A76358D0-54EB-6FEF-67BC-3BA114C11AB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210635" y="5665727"/>
                  <a:ext cx="2250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6D197226-EB7C-5B52-D91E-6C7ED9F6F5E5}"/>
                    </a:ext>
                  </a:extLst>
                </p14:cNvPr>
                <p14:cNvContentPartPr/>
                <p14:nvPr/>
              </p14:nvContentPartPr>
              <p14:xfrm>
                <a:off x="2560555" y="5690567"/>
                <a:ext cx="23040" cy="23904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6D197226-EB7C-5B52-D91E-6C7ED9F6F5E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554435" y="5684447"/>
                  <a:ext cx="352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5D46DB5F-3659-B220-F903-81474B15ECE7}"/>
                    </a:ext>
                  </a:extLst>
                </p14:cNvPr>
                <p14:cNvContentPartPr/>
                <p14:nvPr/>
              </p14:nvContentPartPr>
              <p14:xfrm>
                <a:off x="2466235" y="5820887"/>
                <a:ext cx="212040" cy="2484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5D46DB5F-3659-B220-F903-81474B15ECE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460115" y="5814767"/>
                  <a:ext cx="2242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F5DCD9A5-43B7-3B55-00E9-555835632213}"/>
                    </a:ext>
                  </a:extLst>
                </p14:cNvPr>
                <p14:cNvContentPartPr/>
                <p14:nvPr/>
              </p14:nvContentPartPr>
              <p14:xfrm>
                <a:off x="2738395" y="5566367"/>
                <a:ext cx="318600" cy="37188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F5DCD9A5-43B7-3B55-00E9-55583563221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732275" y="5560247"/>
                  <a:ext cx="33084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371085EF-DA95-882A-8A8B-44CF41B94473}"/>
                    </a:ext>
                  </a:extLst>
                </p14:cNvPr>
                <p14:cNvContentPartPr/>
                <p14:nvPr/>
              </p14:nvContentPartPr>
              <p14:xfrm>
                <a:off x="3037555" y="5918447"/>
                <a:ext cx="360" cy="360"/>
              </p14:xfrm>
            </p:contentPart>
          </mc:Choice>
          <mc:Fallback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371085EF-DA95-882A-8A8B-44CF41B9447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031435" y="591232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BB4B810E-E48E-DD8D-344C-E46AAE85B501}"/>
                    </a:ext>
                  </a:extLst>
                </p14:cNvPr>
                <p14:cNvContentPartPr/>
                <p14:nvPr/>
              </p14:nvContentPartPr>
              <p14:xfrm>
                <a:off x="3056635" y="5783807"/>
                <a:ext cx="187920" cy="17460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BB4B810E-E48E-DD8D-344C-E46AAE85B50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050515" y="5777687"/>
                  <a:ext cx="2001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84B462C2-E4B7-73D5-1498-B1EC68CD488E}"/>
                    </a:ext>
                  </a:extLst>
                </p14:cNvPr>
                <p14:cNvContentPartPr/>
                <p14:nvPr/>
              </p14:nvContentPartPr>
              <p14:xfrm>
                <a:off x="3195235" y="5519927"/>
                <a:ext cx="97920" cy="39852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84B462C2-E4B7-73D5-1498-B1EC68CD488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189115" y="5513807"/>
                  <a:ext cx="11016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BFBFC505-EA42-6C9D-1301-E1BF67E57140}"/>
                    </a:ext>
                  </a:extLst>
                </p14:cNvPr>
                <p14:cNvContentPartPr/>
                <p14:nvPr/>
              </p14:nvContentPartPr>
              <p14:xfrm>
                <a:off x="3164995" y="5477807"/>
                <a:ext cx="187560" cy="211320"/>
              </p14:xfrm>
            </p:contentPart>
          </mc:Choice>
          <mc:Fallback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BFBFC505-EA42-6C9D-1301-E1BF67E5714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158875" y="5471687"/>
                  <a:ext cx="199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06A85484-8008-0369-1148-6C170BC472F8}"/>
                    </a:ext>
                  </a:extLst>
                </p14:cNvPr>
                <p14:cNvContentPartPr/>
                <p14:nvPr/>
              </p14:nvContentPartPr>
              <p14:xfrm>
                <a:off x="3388915" y="5527847"/>
                <a:ext cx="208800" cy="33300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06A85484-8008-0369-1148-6C170BC472F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382795" y="5521727"/>
                  <a:ext cx="22104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4909D0C2-B648-20C1-28DA-001AD7EC61D4}"/>
                    </a:ext>
                  </a:extLst>
                </p14:cNvPr>
                <p14:cNvContentPartPr/>
                <p14:nvPr/>
              </p14:nvContentPartPr>
              <p14:xfrm>
                <a:off x="3326995" y="5636567"/>
                <a:ext cx="266400" cy="22680"/>
              </p14:xfrm>
            </p:contentPart>
          </mc:Choice>
          <mc:Fallback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4909D0C2-B648-20C1-28DA-001AD7EC61D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320875" y="5630447"/>
                  <a:ext cx="2786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7AA7A355-C8D7-A75F-1BEA-59CF58F35371}"/>
                    </a:ext>
                  </a:extLst>
                </p14:cNvPr>
                <p14:cNvContentPartPr/>
                <p14:nvPr/>
              </p14:nvContentPartPr>
              <p14:xfrm>
                <a:off x="3825235" y="5569607"/>
                <a:ext cx="15120" cy="219960"/>
              </p14:xfrm>
            </p:contentPart>
          </mc:Choice>
          <mc:Fallback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7AA7A355-C8D7-A75F-1BEA-59CF58F3537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819115" y="5563487"/>
                  <a:ext cx="273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4ED76598-C5FC-7424-B98D-49B84171EDCA}"/>
                    </a:ext>
                  </a:extLst>
                </p14:cNvPr>
                <p14:cNvContentPartPr/>
                <p14:nvPr/>
              </p14:nvContentPartPr>
              <p14:xfrm>
                <a:off x="3743515" y="5703167"/>
                <a:ext cx="229320" cy="35640"/>
              </p14:xfrm>
            </p:contentPart>
          </mc:Choice>
          <mc:Fallback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4ED76598-C5FC-7424-B98D-49B84171EDC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737395" y="5697047"/>
                  <a:ext cx="2415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A87E6C42-38B4-5B25-C5FD-CF04FA9A81FB}"/>
                    </a:ext>
                  </a:extLst>
                </p14:cNvPr>
                <p14:cNvContentPartPr/>
                <p14:nvPr/>
              </p14:nvContentPartPr>
              <p14:xfrm>
                <a:off x="4092355" y="5689127"/>
                <a:ext cx="146520" cy="187920"/>
              </p14:xfrm>
            </p:contentPart>
          </mc:Choice>
          <mc:Fallback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A87E6C42-38B4-5B25-C5FD-CF04FA9A81F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086235" y="5683007"/>
                  <a:ext cx="1587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3ABE4B0A-B360-4A32-4738-366A2942C37F}"/>
                    </a:ext>
                  </a:extLst>
                </p14:cNvPr>
                <p14:cNvContentPartPr/>
                <p14:nvPr/>
              </p14:nvContentPartPr>
              <p14:xfrm>
                <a:off x="4021795" y="5324807"/>
                <a:ext cx="46080" cy="497160"/>
              </p14:xfrm>
            </p:contentPart>
          </mc:Choice>
          <mc:Fallback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3ABE4B0A-B360-4A32-4738-366A2942C37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015675" y="5318687"/>
                  <a:ext cx="5832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2AF08693-240E-EA8C-025D-5B5D155347FD}"/>
                    </a:ext>
                  </a:extLst>
                </p14:cNvPr>
                <p14:cNvContentPartPr/>
                <p14:nvPr/>
              </p14:nvContentPartPr>
              <p14:xfrm>
                <a:off x="4382515" y="5645927"/>
                <a:ext cx="196920" cy="39240"/>
              </p14:xfrm>
            </p:contentPart>
          </mc:Choice>
          <mc:Fallback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2AF08693-240E-EA8C-025D-5B5D155347F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376395" y="5639807"/>
                  <a:ext cx="2091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C5F503DA-BB0F-DCE7-85AF-14EAF7E555AD}"/>
                    </a:ext>
                  </a:extLst>
                </p14:cNvPr>
                <p14:cNvContentPartPr/>
                <p14:nvPr/>
              </p14:nvContentPartPr>
              <p14:xfrm>
                <a:off x="4346875" y="5731967"/>
                <a:ext cx="228600" cy="21600"/>
              </p14:xfrm>
            </p:contentPart>
          </mc:Choice>
          <mc:Fallback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C5F503DA-BB0F-DCE7-85AF-14EAF7E555A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340755" y="5725847"/>
                  <a:ext cx="2408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921792C2-83DA-E09C-F40B-DF7BE8C1809D}"/>
                    </a:ext>
                  </a:extLst>
                </p14:cNvPr>
                <p14:cNvContentPartPr/>
                <p14:nvPr/>
              </p14:nvContentPartPr>
              <p14:xfrm>
                <a:off x="4685995" y="5522807"/>
                <a:ext cx="258840" cy="313560"/>
              </p14:xfrm>
            </p:contentPart>
          </mc:Choice>
          <mc:Fallback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921792C2-83DA-E09C-F40B-DF7BE8C1809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679875" y="5516687"/>
                  <a:ext cx="2710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56D931F6-FAFF-2AF5-6D52-F55BE2ECC93F}"/>
                    </a:ext>
                  </a:extLst>
                </p14:cNvPr>
                <p14:cNvContentPartPr/>
                <p14:nvPr/>
              </p14:nvContentPartPr>
              <p14:xfrm>
                <a:off x="5096755" y="5653127"/>
                <a:ext cx="448560" cy="22320"/>
              </p14:xfrm>
            </p:contentPart>
          </mc:Choice>
          <mc:Fallback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56D931F6-FAFF-2AF5-6D52-F55BE2ECC93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090635" y="5647007"/>
                  <a:ext cx="460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DFA360F6-2913-5CD0-07A7-047BC985C3FF}"/>
                    </a:ext>
                  </a:extLst>
                </p14:cNvPr>
                <p14:cNvContentPartPr/>
                <p14:nvPr/>
              </p14:nvContentPartPr>
              <p14:xfrm>
                <a:off x="5490595" y="5524247"/>
                <a:ext cx="241920" cy="228960"/>
              </p14:xfrm>
            </p:contentPart>
          </mc:Choice>
          <mc:Fallback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DFA360F6-2913-5CD0-07A7-047BC985C3F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484475" y="5518127"/>
                  <a:ext cx="254160" cy="24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upo 225">
            <a:extLst>
              <a:ext uri="{FF2B5EF4-FFF2-40B4-BE49-F238E27FC236}">
                <a16:creationId xmlns:a16="http://schemas.microsoft.com/office/drawing/2014/main" id="{30B79B82-C272-A030-0D71-9556A5C716E4}"/>
              </a:ext>
            </a:extLst>
          </p:cNvPr>
          <p:cNvGrpSpPr/>
          <p:nvPr/>
        </p:nvGrpSpPr>
        <p:grpSpPr>
          <a:xfrm>
            <a:off x="696835" y="765047"/>
            <a:ext cx="6535800" cy="4948920"/>
            <a:chOff x="696835" y="765047"/>
            <a:chExt cx="6535800" cy="494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73CE2A0B-206E-4C3F-0010-1B1B77A8C33C}"/>
                    </a:ext>
                  </a:extLst>
                </p14:cNvPr>
                <p14:cNvContentPartPr/>
                <p14:nvPr/>
              </p14:nvContentPartPr>
              <p14:xfrm>
                <a:off x="6497155" y="5026727"/>
                <a:ext cx="248760" cy="1800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73CE2A0B-206E-4C3F-0010-1B1B77A8C33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491035" y="5020607"/>
                  <a:ext cx="2610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058A6F5B-3E60-F1B7-2E13-DF8BD681F64D}"/>
                    </a:ext>
                  </a:extLst>
                </p14:cNvPr>
                <p14:cNvContentPartPr/>
                <p14:nvPr/>
              </p14:nvContentPartPr>
              <p14:xfrm>
                <a:off x="6594355" y="4997927"/>
                <a:ext cx="17280" cy="22716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058A6F5B-3E60-F1B7-2E13-DF8BD681F64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588235" y="4991807"/>
                  <a:ext cx="29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3558E264-F715-BDD1-B1EB-3E2E5662DB93}"/>
                    </a:ext>
                  </a:extLst>
                </p14:cNvPr>
                <p14:cNvContentPartPr/>
                <p14:nvPr/>
              </p14:nvContentPartPr>
              <p14:xfrm>
                <a:off x="6470875" y="5231927"/>
                <a:ext cx="225720" cy="1116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3558E264-F715-BDD1-B1EB-3E2E5662DB9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464755" y="5225807"/>
                  <a:ext cx="2379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EE3A43C7-527F-A399-31A0-4B9BAE615F99}"/>
                    </a:ext>
                  </a:extLst>
                </p14:cNvPr>
                <p14:cNvContentPartPr/>
                <p14:nvPr/>
              </p14:nvContentPartPr>
              <p14:xfrm>
                <a:off x="6771475" y="5022407"/>
                <a:ext cx="181080" cy="24804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EE3A43C7-527F-A399-31A0-4B9BAE615F9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765355" y="5016287"/>
                  <a:ext cx="1933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7D6597FB-4DF4-A21F-319C-185DD917E8BA}"/>
                    </a:ext>
                  </a:extLst>
                </p14:cNvPr>
                <p14:cNvContentPartPr/>
                <p14:nvPr/>
              </p14:nvContentPartPr>
              <p14:xfrm>
                <a:off x="7024195" y="5024567"/>
                <a:ext cx="208440" cy="24300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7D6597FB-4DF4-A21F-319C-185DD917E8B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018075" y="5018447"/>
                  <a:ext cx="2206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0A1CD84D-EDD0-8CB7-F6D1-A0CA991FAD78}"/>
                    </a:ext>
                  </a:extLst>
                </p14:cNvPr>
                <p14:cNvContentPartPr/>
                <p14:nvPr/>
              </p14:nvContentPartPr>
              <p14:xfrm>
                <a:off x="742555" y="855407"/>
                <a:ext cx="17640" cy="21276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0A1CD84D-EDD0-8CB7-F6D1-A0CA991FAD7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36435" y="849287"/>
                  <a:ext cx="298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3B71BB7B-C038-AE42-ABEA-8634A34C34A1}"/>
                    </a:ext>
                  </a:extLst>
                </p14:cNvPr>
                <p14:cNvContentPartPr/>
                <p14:nvPr/>
              </p14:nvContentPartPr>
              <p14:xfrm>
                <a:off x="733915" y="765047"/>
                <a:ext cx="172440" cy="22932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3B71BB7B-C038-AE42-ABEA-8634A34C34A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27795" y="758927"/>
                  <a:ext cx="1846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0202EBEC-56DA-AA28-029B-3B7D5A658847}"/>
                    </a:ext>
                  </a:extLst>
                </p14:cNvPr>
                <p14:cNvContentPartPr/>
                <p14:nvPr/>
              </p14:nvContentPartPr>
              <p14:xfrm>
                <a:off x="869995" y="1062407"/>
                <a:ext cx="19440" cy="1008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0202EBEC-56DA-AA28-029B-3B7D5A65884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63875" y="1056287"/>
                  <a:ext cx="316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28D62292-241E-EBC7-94CD-AF9B510F5BDE}"/>
                    </a:ext>
                  </a:extLst>
                </p14:cNvPr>
                <p14:cNvContentPartPr/>
                <p14:nvPr/>
              </p14:nvContentPartPr>
              <p14:xfrm>
                <a:off x="1000315" y="819047"/>
                <a:ext cx="161640" cy="26964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28D62292-241E-EBC7-94CD-AF9B510F5BD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94195" y="812927"/>
                  <a:ext cx="1738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8CAB2984-8BA2-AD1D-4190-647959DAE0AC}"/>
                    </a:ext>
                  </a:extLst>
                </p14:cNvPr>
                <p14:cNvContentPartPr/>
                <p14:nvPr/>
              </p14:nvContentPartPr>
              <p14:xfrm>
                <a:off x="1003195" y="940727"/>
                <a:ext cx="179280" cy="4320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8CAB2984-8BA2-AD1D-4190-647959DAE0A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97075" y="934607"/>
                  <a:ext cx="1915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DA95D48A-03D6-BA42-512B-2B265E708ACC}"/>
                    </a:ext>
                  </a:extLst>
                </p14:cNvPr>
                <p14:cNvContentPartPr/>
                <p14:nvPr/>
              </p14:nvContentPartPr>
              <p14:xfrm>
                <a:off x="696835" y="2226647"/>
                <a:ext cx="1114920" cy="3487320"/>
              </p14:xfrm>
            </p:contentPart>
          </mc:Choice>
          <mc:Fallback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DA95D48A-03D6-BA42-512B-2B265E708AC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90715" y="2220527"/>
                  <a:ext cx="1127160" cy="349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38DC6731-6B77-DF6F-FA39-17163FB6DB12}"/>
                    </a:ext>
                  </a:extLst>
                </p14:cNvPr>
                <p14:cNvContentPartPr/>
                <p14:nvPr/>
              </p14:nvContentPartPr>
              <p14:xfrm>
                <a:off x="1765315" y="2098127"/>
                <a:ext cx="160200" cy="131040"/>
              </p14:xfrm>
            </p:contentPart>
          </mc:Choice>
          <mc:Fallback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38DC6731-6B77-DF6F-FA39-17163FB6DB1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759195" y="2092007"/>
                  <a:ext cx="1724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26DA9130-5F99-A974-1D61-EB82CB9A37AF}"/>
                    </a:ext>
                  </a:extLst>
                </p14:cNvPr>
                <p14:cNvContentPartPr/>
                <p14:nvPr/>
              </p14:nvContentPartPr>
              <p14:xfrm>
                <a:off x="1679275" y="897167"/>
                <a:ext cx="4611240" cy="3849120"/>
              </p14:xfrm>
            </p:contentPart>
          </mc:Choice>
          <mc:Fallback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26DA9130-5F99-A974-1D61-EB82CB9A37A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673155" y="891047"/>
                  <a:ext cx="4623480" cy="386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upo 256">
            <a:extLst>
              <a:ext uri="{FF2B5EF4-FFF2-40B4-BE49-F238E27FC236}">
                <a16:creationId xmlns:a16="http://schemas.microsoft.com/office/drawing/2014/main" id="{5183AE27-8AD7-7816-AA20-224975322990}"/>
              </a:ext>
            </a:extLst>
          </p:cNvPr>
          <p:cNvGrpSpPr/>
          <p:nvPr/>
        </p:nvGrpSpPr>
        <p:grpSpPr>
          <a:xfrm>
            <a:off x="2680435" y="81344"/>
            <a:ext cx="2374200" cy="1236600"/>
            <a:chOff x="2680435" y="81344"/>
            <a:chExt cx="2374200" cy="123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F437801C-940A-152D-CA88-C38FC6354B84}"/>
                    </a:ext>
                  </a:extLst>
                </p14:cNvPr>
                <p14:cNvContentPartPr/>
                <p14:nvPr/>
              </p14:nvContentPartPr>
              <p14:xfrm>
                <a:off x="2680435" y="993584"/>
                <a:ext cx="304560" cy="324360"/>
              </p14:xfrm>
            </p:contentPart>
          </mc:Choice>
          <mc:Fallback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F437801C-940A-152D-CA88-C38FC6354B8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674315" y="987464"/>
                  <a:ext cx="31680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46975331-7366-354A-992A-69B01F89BE47}"/>
                    </a:ext>
                  </a:extLst>
                </p14:cNvPr>
                <p14:cNvContentPartPr/>
                <p14:nvPr/>
              </p14:nvContentPartPr>
              <p14:xfrm>
                <a:off x="2921635" y="875144"/>
                <a:ext cx="194400" cy="166680"/>
              </p14:xfrm>
            </p:contentPart>
          </mc:Choice>
          <mc:Fallback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46975331-7366-354A-992A-69B01F89BE4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915515" y="869024"/>
                  <a:ext cx="2066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86F34DB2-9F7A-F327-F2A2-88B7D25B1823}"/>
                    </a:ext>
                  </a:extLst>
                </p14:cNvPr>
                <p14:cNvContentPartPr/>
                <p14:nvPr/>
              </p14:nvContentPartPr>
              <p14:xfrm>
                <a:off x="2883835" y="81344"/>
                <a:ext cx="109440" cy="360720"/>
              </p14:xfrm>
            </p:contentPart>
          </mc:Choice>
          <mc:Fallback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86F34DB2-9F7A-F327-F2A2-88B7D25B182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877715" y="75224"/>
                  <a:ext cx="1216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D16BA46C-7F4D-B78B-115E-89F70A0D35A5}"/>
                    </a:ext>
                  </a:extLst>
                </p14:cNvPr>
                <p14:cNvContentPartPr/>
                <p14:nvPr/>
              </p14:nvContentPartPr>
              <p14:xfrm>
                <a:off x="3128995" y="200864"/>
                <a:ext cx="48240" cy="202680"/>
              </p14:xfrm>
            </p:contentPart>
          </mc:Choice>
          <mc:Fallback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D16BA46C-7F4D-B78B-115E-89F70A0D35A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122875" y="194744"/>
                  <a:ext cx="604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32" name="Entrada de lápiz 231">
                  <a:extLst>
                    <a:ext uri="{FF2B5EF4-FFF2-40B4-BE49-F238E27FC236}">
                      <a16:creationId xmlns:a16="http://schemas.microsoft.com/office/drawing/2014/main" id="{A4D6C8C6-6E9D-3ADA-9925-7E68E6C25E60}"/>
                    </a:ext>
                  </a:extLst>
                </p14:cNvPr>
                <p14:cNvContentPartPr/>
                <p14:nvPr/>
              </p14:nvContentPartPr>
              <p14:xfrm>
                <a:off x="3234475" y="231104"/>
                <a:ext cx="128880" cy="176760"/>
              </p14:xfrm>
            </p:contentPart>
          </mc:Choice>
          <mc:Fallback>
            <p:pic>
              <p:nvPicPr>
                <p:cNvPr id="232" name="Entrada de lápiz 231">
                  <a:extLst>
                    <a:ext uri="{FF2B5EF4-FFF2-40B4-BE49-F238E27FC236}">
                      <a16:creationId xmlns:a16="http://schemas.microsoft.com/office/drawing/2014/main" id="{A4D6C8C6-6E9D-3ADA-9925-7E68E6C25E6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228355" y="224984"/>
                  <a:ext cx="1411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63F2AE52-01DE-2989-CA26-107202366C51}"/>
                    </a:ext>
                  </a:extLst>
                </p14:cNvPr>
                <p14:cNvContentPartPr/>
                <p14:nvPr/>
              </p14:nvContentPartPr>
              <p14:xfrm>
                <a:off x="3407275" y="250184"/>
                <a:ext cx="94680" cy="154800"/>
              </p14:xfrm>
            </p:contentPart>
          </mc:Choice>
          <mc:Fallback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63F2AE52-01DE-2989-CA26-107202366C5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401155" y="244064"/>
                  <a:ext cx="1069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A9CC64A9-F898-6115-65BC-3664F3E454B7}"/>
                    </a:ext>
                  </a:extLst>
                </p14:cNvPr>
                <p14:cNvContentPartPr/>
                <p14:nvPr/>
              </p14:nvContentPartPr>
              <p14:xfrm>
                <a:off x="3584755" y="240464"/>
                <a:ext cx="114480" cy="18360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A9CC64A9-F898-6115-65BC-3664F3E454B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578635" y="234344"/>
                  <a:ext cx="1267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D3EFD796-9CAD-0D46-59D3-3960179F07BA}"/>
                    </a:ext>
                  </a:extLst>
                </p14:cNvPr>
                <p14:cNvContentPartPr/>
                <p14:nvPr/>
              </p14:nvContentPartPr>
              <p14:xfrm>
                <a:off x="4086595" y="193304"/>
                <a:ext cx="40320" cy="209880"/>
              </p14:xfrm>
            </p:contentPart>
          </mc:Choice>
          <mc:Fallback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D3EFD796-9CAD-0D46-59D3-3960179F07B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080475" y="187184"/>
                  <a:ext cx="525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9FD3D76D-8F59-6942-DD7A-684E33B0CC12}"/>
                    </a:ext>
                  </a:extLst>
                </p14:cNvPr>
                <p14:cNvContentPartPr/>
                <p14:nvPr/>
              </p14:nvContentPartPr>
              <p14:xfrm>
                <a:off x="4041235" y="151544"/>
                <a:ext cx="183240" cy="205560"/>
              </p14:xfrm>
            </p:contentPart>
          </mc:Choice>
          <mc:Fallback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9FD3D76D-8F59-6942-DD7A-684E33B0CC1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035115" y="145424"/>
                  <a:ext cx="1954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37" name="Entrada de lápiz 236">
                  <a:extLst>
                    <a:ext uri="{FF2B5EF4-FFF2-40B4-BE49-F238E27FC236}">
                      <a16:creationId xmlns:a16="http://schemas.microsoft.com/office/drawing/2014/main" id="{FC7DE815-1407-B7F2-FF8E-17163F980F0F}"/>
                    </a:ext>
                  </a:extLst>
                </p14:cNvPr>
                <p14:cNvContentPartPr/>
                <p14:nvPr/>
              </p14:nvContentPartPr>
              <p14:xfrm>
                <a:off x="4305835" y="242624"/>
                <a:ext cx="125640" cy="133920"/>
              </p14:xfrm>
            </p:contentPart>
          </mc:Choice>
          <mc:Fallback>
            <p:pic>
              <p:nvPicPr>
                <p:cNvPr id="237" name="Entrada de lápiz 236">
                  <a:extLst>
                    <a:ext uri="{FF2B5EF4-FFF2-40B4-BE49-F238E27FC236}">
                      <a16:creationId xmlns:a16="http://schemas.microsoft.com/office/drawing/2014/main" id="{FC7DE815-1407-B7F2-FF8E-17163F980F0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299715" y="236504"/>
                  <a:ext cx="1378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38" name="Entrada de lápiz 237">
                  <a:extLst>
                    <a:ext uri="{FF2B5EF4-FFF2-40B4-BE49-F238E27FC236}">
                      <a16:creationId xmlns:a16="http://schemas.microsoft.com/office/drawing/2014/main" id="{950B4710-D845-63A4-E759-31DEAAFD85CF}"/>
                    </a:ext>
                  </a:extLst>
                </p14:cNvPr>
                <p14:cNvContentPartPr/>
                <p14:nvPr/>
              </p14:nvContentPartPr>
              <p14:xfrm>
                <a:off x="4471795" y="251984"/>
                <a:ext cx="112680" cy="128520"/>
              </p14:xfrm>
            </p:contentPart>
          </mc:Choice>
          <mc:Fallback>
            <p:pic>
              <p:nvPicPr>
                <p:cNvPr id="238" name="Entrada de lápiz 237">
                  <a:extLst>
                    <a:ext uri="{FF2B5EF4-FFF2-40B4-BE49-F238E27FC236}">
                      <a16:creationId xmlns:a16="http://schemas.microsoft.com/office/drawing/2014/main" id="{950B4710-D845-63A4-E759-31DEAAFD85C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465675" y="245864"/>
                  <a:ext cx="1249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6C00C773-1AA4-445C-903A-81403AAAEE12}"/>
                    </a:ext>
                  </a:extLst>
                </p14:cNvPr>
                <p14:cNvContentPartPr/>
                <p14:nvPr/>
              </p14:nvContentPartPr>
              <p14:xfrm>
                <a:off x="4650355" y="152984"/>
                <a:ext cx="39600" cy="218880"/>
              </p14:xfrm>
            </p:contentPart>
          </mc:Choice>
          <mc:Fallback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6C00C773-1AA4-445C-903A-81403AAAEE1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644235" y="146864"/>
                  <a:ext cx="518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0D544D58-E9FB-0B9F-9725-C5654419B586}"/>
                    </a:ext>
                  </a:extLst>
                </p14:cNvPr>
                <p14:cNvContentPartPr/>
                <p14:nvPr/>
              </p14:nvContentPartPr>
              <p14:xfrm>
                <a:off x="4621195" y="256664"/>
                <a:ext cx="104400" cy="12600"/>
              </p14:xfrm>
            </p:contentPart>
          </mc:Choice>
          <mc:Fallback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0D544D58-E9FB-0B9F-9725-C5654419B58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615075" y="250544"/>
                  <a:ext cx="1166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B6661D8E-2A5E-3799-7A51-A4F41B71FB3E}"/>
                    </a:ext>
                  </a:extLst>
                </p14:cNvPr>
                <p14:cNvContentPartPr/>
                <p14:nvPr/>
              </p14:nvContentPartPr>
              <p14:xfrm>
                <a:off x="4754035" y="249104"/>
                <a:ext cx="100440" cy="129960"/>
              </p14:xfrm>
            </p:contentPart>
          </mc:Choice>
          <mc:Fallback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B6661D8E-2A5E-3799-7A51-A4F41B71FB3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747915" y="242984"/>
                  <a:ext cx="1126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92BAD841-D8DF-12B2-874C-060125CC9B5C}"/>
                    </a:ext>
                  </a:extLst>
                </p14:cNvPr>
                <p14:cNvContentPartPr/>
                <p14:nvPr/>
              </p14:nvContentPartPr>
              <p14:xfrm>
                <a:off x="3111715" y="473744"/>
                <a:ext cx="124200" cy="291240"/>
              </p14:xfrm>
            </p:contentPart>
          </mc:Choice>
          <mc:Fallback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92BAD841-D8DF-12B2-874C-060125CC9B5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105595" y="467624"/>
                  <a:ext cx="1364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42114CA9-FCB5-433D-BB4F-FABF8A1EF568}"/>
                    </a:ext>
                  </a:extLst>
                </p14:cNvPr>
                <p14:cNvContentPartPr/>
                <p14:nvPr/>
              </p14:nvContentPartPr>
              <p14:xfrm>
                <a:off x="3083995" y="618824"/>
                <a:ext cx="166320" cy="39240"/>
              </p14:xfrm>
            </p:contentPart>
          </mc:Choice>
          <mc:Fallback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42114CA9-FCB5-433D-BB4F-FABF8A1EF56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077875" y="612704"/>
                  <a:ext cx="1785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44" name="Entrada de lápiz 243">
                  <a:extLst>
                    <a:ext uri="{FF2B5EF4-FFF2-40B4-BE49-F238E27FC236}">
                      <a16:creationId xmlns:a16="http://schemas.microsoft.com/office/drawing/2014/main" id="{2629C43A-1161-1E5C-3A3A-DF68060BDBDC}"/>
                    </a:ext>
                  </a:extLst>
                </p14:cNvPr>
                <p14:cNvContentPartPr/>
                <p14:nvPr/>
              </p14:nvContentPartPr>
              <p14:xfrm>
                <a:off x="3263635" y="634664"/>
                <a:ext cx="87120" cy="132120"/>
              </p14:xfrm>
            </p:contentPart>
          </mc:Choice>
          <mc:Fallback>
            <p:pic>
              <p:nvPicPr>
                <p:cNvPr id="244" name="Entrada de lápiz 243">
                  <a:extLst>
                    <a:ext uri="{FF2B5EF4-FFF2-40B4-BE49-F238E27FC236}">
                      <a16:creationId xmlns:a16="http://schemas.microsoft.com/office/drawing/2014/main" id="{2629C43A-1161-1E5C-3A3A-DF68060BDBD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257515" y="628544"/>
                  <a:ext cx="993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58BA77D4-4400-6513-4BA9-2D598CC3C0DB}"/>
                    </a:ext>
                  </a:extLst>
                </p14:cNvPr>
                <p14:cNvContentPartPr/>
                <p14:nvPr/>
              </p14:nvContentPartPr>
              <p14:xfrm>
                <a:off x="3419515" y="615584"/>
                <a:ext cx="79920" cy="165960"/>
              </p14:xfrm>
            </p:contentPart>
          </mc:Choice>
          <mc:Fallback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58BA77D4-4400-6513-4BA9-2D598CC3C0D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413395" y="609464"/>
                  <a:ext cx="921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46" name="Entrada de lápiz 245">
                  <a:extLst>
                    <a:ext uri="{FF2B5EF4-FFF2-40B4-BE49-F238E27FC236}">
                      <a16:creationId xmlns:a16="http://schemas.microsoft.com/office/drawing/2014/main" id="{1ADDAB93-8AB0-D84C-2F4F-FA468B0EA9E8}"/>
                    </a:ext>
                  </a:extLst>
                </p14:cNvPr>
                <p14:cNvContentPartPr/>
                <p14:nvPr/>
              </p14:nvContentPartPr>
              <p14:xfrm>
                <a:off x="3523915" y="635384"/>
                <a:ext cx="129960" cy="125640"/>
              </p14:xfrm>
            </p:contentPart>
          </mc:Choice>
          <mc:Fallback>
            <p:pic>
              <p:nvPicPr>
                <p:cNvPr id="246" name="Entrada de lápiz 245">
                  <a:extLst>
                    <a:ext uri="{FF2B5EF4-FFF2-40B4-BE49-F238E27FC236}">
                      <a16:creationId xmlns:a16="http://schemas.microsoft.com/office/drawing/2014/main" id="{1ADDAB93-8AB0-D84C-2F4F-FA468B0EA9E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517795" y="629264"/>
                  <a:ext cx="1422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47" name="Entrada de lápiz 246">
                  <a:extLst>
                    <a:ext uri="{FF2B5EF4-FFF2-40B4-BE49-F238E27FC236}">
                      <a16:creationId xmlns:a16="http://schemas.microsoft.com/office/drawing/2014/main" id="{CD446256-5067-B48D-5B47-0D78FD1D2841}"/>
                    </a:ext>
                  </a:extLst>
                </p14:cNvPr>
                <p14:cNvContentPartPr/>
                <p14:nvPr/>
              </p14:nvContentPartPr>
              <p14:xfrm>
                <a:off x="3700315" y="570944"/>
                <a:ext cx="30240" cy="192960"/>
              </p14:xfrm>
            </p:contentPart>
          </mc:Choice>
          <mc:Fallback>
            <p:pic>
              <p:nvPicPr>
                <p:cNvPr id="247" name="Entrada de lápiz 246">
                  <a:extLst>
                    <a:ext uri="{FF2B5EF4-FFF2-40B4-BE49-F238E27FC236}">
                      <a16:creationId xmlns:a16="http://schemas.microsoft.com/office/drawing/2014/main" id="{CD446256-5067-B48D-5B47-0D78FD1D284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694195" y="564824"/>
                  <a:ext cx="424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48" name="Entrada de lápiz 247">
                  <a:extLst>
                    <a:ext uri="{FF2B5EF4-FFF2-40B4-BE49-F238E27FC236}">
                      <a16:creationId xmlns:a16="http://schemas.microsoft.com/office/drawing/2014/main" id="{2DA6CB46-376A-66C3-FEFF-D40DC6CB0709}"/>
                    </a:ext>
                  </a:extLst>
                </p14:cNvPr>
                <p14:cNvContentPartPr/>
                <p14:nvPr/>
              </p14:nvContentPartPr>
              <p14:xfrm>
                <a:off x="3777715" y="593624"/>
                <a:ext cx="93960" cy="137880"/>
              </p14:xfrm>
            </p:contentPart>
          </mc:Choice>
          <mc:Fallback>
            <p:pic>
              <p:nvPicPr>
                <p:cNvPr id="248" name="Entrada de lápiz 247">
                  <a:extLst>
                    <a:ext uri="{FF2B5EF4-FFF2-40B4-BE49-F238E27FC236}">
                      <a16:creationId xmlns:a16="http://schemas.microsoft.com/office/drawing/2014/main" id="{2DA6CB46-376A-66C3-FEFF-D40DC6CB070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771595" y="587504"/>
                  <a:ext cx="1062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49" name="Entrada de lápiz 248">
                  <a:extLst>
                    <a:ext uri="{FF2B5EF4-FFF2-40B4-BE49-F238E27FC236}">
                      <a16:creationId xmlns:a16="http://schemas.microsoft.com/office/drawing/2014/main" id="{51C02F00-B49E-9EB1-40D3-F3FE782D8BFF}"/>
                    </a:ext>
                  </a:extLst>
                </p14:cNvPr>
                <p14:cNvContentPartPr/>
                <p14:nvPr/>
              </p14:nvContentPartPr>
              <p14:xfrm>
                <a:off x="3920275" y="570944"/>
                <a:ext cx="142920" cy="165600"/>
              </p14:xfrm>
            </p:contentPart>
          </mc:Choice>
          <mc:Fallback>
            <p:pic>
              <p:nvPicPr>
                <p:cNvPr id="249" name="Entrada de lápiz 248">
                  <a:extLst>
                    <a:ext uri="{FF2B5EF4-FFF2-40B4-BE49-F238E27FC236}">
                      <a16:creationId xmlns:a16="http://schemas.microsoft.com/office/drawing/2014/main" id="{51C02F00-B49E-9EB1-40D3-F3FE782D8BF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914155" y="564824"/>
                  <a:ext cx="1551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50" name="Entrada de lápiz 249">
                  <a:extLst>
                    <a:ext uri="{FF2B5EF4-FFF2-40B4-BE49-F238E27FC236}">
                      <a16:creationId xmlns:a16="http://schemas.microsoft.com/office/drawing/2014/main" id="{9E574CDA-9ED8-4E99-B72C-1E0B94D4D76F}"/>
                    </a:ext>
                  </a:extLst>
                </p14:cNvPr>
                <p14:cNvContentPartPr/>
                <p14:nvPr/>
              </p14:nvContentPartPr>
              <p14:xfrm>
                <a:off x="4202515" y="529184"/>
                <a:ext cx="164520" cy="222480"/>
              </p14:xfrm>
            </p:contentPart>
          </mc:Choice>
          <mc:Fallback>
            <p:pic>
              <p:nvPicPr>
                <p:cNvPr id="250" name="Entrada de lápiz 249">
                  <a:extLst>
                    <a:ext uri="{FF2B5EF4-FFF2-40B4-BE49-F238E27FC236}">
                      <a16:creationId xmlns:a16="http://schemas.microsoft.com/office/drawing/2014/main" id="{9E574CDA-9ED8-4E99-B72C-1E0B94D4D76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196395" y="523064"/>
                  <a:ext cx="1767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51" name="Entrada de lápiz 250">
                  <a:extLst>
                    <a:ext uri="{FF2B5EF4-FFF2-40B4-BE49-F238E27FC236}">
                      <a16:creationId xmlns:a16="http://schemas.microsoft.com/office/drawing/2014/main" id="{7E13E53B-3C71-B468-541C-8706BF8E1F96}"/>
                    </a:ext>
                  </a:extLst>
                </p14:cNvPr>
                <p14:cNvContentPartPr/>
                <p14:nvPr/>
              </p14:nvContentPartPr>
              <p14:xfrm>
                <a:off x="4439395" y="660944"/>
                <a:ext cx="21960" cy="55440"/>
              </p14:xfrm>
            </p:contentPart>
          </mc:Choice>
          <mc:Fallback>
            <p:pic>
              <p:nvPicPr>
                <p:cNvPr id="251" name="Entrada de lápiz 250">
                  <a:extLst>
                    <a:ext uri="{FF2B5EF4-FFF2-40B4-BE49-F238E27FC236}">
                      <a16:creationId xmlns:a16="http://schemas.microsoft.com/office/drawing/2014/main" id="{7E13E53B-3C71-B468-541C-8706BF8E1F9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433275" y="654824"/>
                  <a:ext cx="342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52" name="Entrada de lápiz 251">
                  <a:extLst>
                    <a:ext uri="{FF2B5EF4-FFF2-40B4-BE49-F238E27FC236}">
                      <a16:creationId xmlns:a16="http://schemas.microsoft.com/office/drawing/2014/main" id="{6024D246-FDE0-3425-257A-44863277768B}"/>
                    </a:ext>
                  </a:extLst>
                </p14:cNvPr>
                <p14:cNvContentPartPr/>
                <p14:nvPr/>
              </p14:nvContentPartPr>
              <p14:xfrm>
                <a:off x="4440475" y="554744"/>
                <a:ext cx="8280" cy="7920"/>
              </p14:xfrm>
            </p:contentPart>
          </mc:Choice>
          <mc:Fallback>
            <p:pic>
              <p:nvPicPr>
                <p:cNvPr id="252" name="Entrada de lápiz 251">
                  <a:extLst>
                    <a:ext uri="{FF2B5EF4-FFF2-40B4-BE49-F238E27FC236}">
                      <a16:creationId xmlns:a16="http://schemas.microsoft.com/office/drawing/2014/main" id="{6024D246-FDE0-3425-257A-44863277768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434355" y="548624"/>
                  <a:ext cx="205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53" name="Entrada de lápiz 252">
                  <a:extLst>
                    <a:ext uri="{FF2B5EF4-FFF2-40B4-BE49-F238E27FC236}">
                      <a16:creationId xmlns:a16="http://schemas.microsoft.com/office/drawing/2014/main" id="{AAB9A836-C033-8396-8A74-25142352EBE9}"/>
                    </a:ext>
                  </a:extLst>
                </p14:cNvPr>
                <p14:cNvContentPartPr/>
                <p14:nvPr/>
              </p14:nvContentPartPr>
              <p14:xfrm>
                <a:off x="4531555" y="584264"/>
                <a:ext cx="71280" cy="144000"/>
              </p14:xfrm>
            </p:contentPart>
          </mc:Choice>
          <mc:Fallback>
            <p:pic>
              <p:nvPicPr>
                <p:cNvPr id="253" name="Entrada de lápiz 252">
                  <a:extLst>
                    <a:ext uri="{FF2B5EF4-FFF2-40B4-BE49-F238E27FC236}">
                      <a16:creationId xmlns:a16="http://schemas.microsoft.com/office/drawing/2014/main" id="{AAB9A836-C033-8396-8A74-25142352EBE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525435" y="578144"/>
                  <a:ext cx="835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54" name="Entrada de lápiz 253">
                  <a:extLst>
                    <a:ext uri="{FF2B5EF4-FFF2-40B4-BE49-F238E27FC236}">
                      <a16:creationId xmlns:a16="http://schemas.microsoft.com/office/drawing/2014/main" id="{4EA0E693-D0FD-BC74-0F75-ADA68A0A1E48}"/>
                    </a:ext>
                  </a:extLst>
                </p14:cNvPr>
                <p14:cNvContentPartPr/>
                <p14:nvPr/>
              </p14:nvContentPartPr>
              <p14:xfrm>
                <a:off x="4658275" y="591464"/>
                <a:ext cx="136080" cy="154080"/>
              </p14:xfrm>
            </p:contentPart>
          </mc:Choice>
          <mc:Fallback>
            <p:pic>
              <p:nvPicPr>
                <p:cNvPr id="254" name="Entrada de lápiz 253">
                  <a:extLst>
                    <a:ext uri="{FF2B5EF4-FFF2-40B4-BE49-F238E27FC236}">
                      <a16:creationId xmlns:a16="http://schemas.microsoft.com/office/drawing/2014/main" id="{4EA0E693-D0FD-BC74-0F75-ADA68A0A1E4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652155" y="585344"/>
                  <a:ext cx="1483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55" name="Entrada de lápiz 254">
                  <a:extLst>
                    <a:ext uri="{FF2B5EF4-FFF2-40B4-BE49-F238E27FC236}">
                      <a16:creationId xmlns:a16="http://schemas.microsoft.com/office/drawing/2014/main" id="{82E79808-C1EC-082B-83A3-D67E4B1B02AA}"/>
                    </a:ext>
                  </a:extLst>
                </p14:cNvPr>
                <p14:cNvContentPartPr/>
                <p14:nvPr/>
              </p14:nvContentPartPr>
              <p14:xfrm>
                <a:off x="4847275" y="600464"/>
                <a:ext cx="111240" cy="123120"/>
              </p14:xfrm>
            </p:contentPart>
          </mc:Choice>
          <mc:Fallback>
            <p:pic>
              <p:nvPicPr>
                <p:cNvPr id="255" name="Entrada de lápiz 254">
                  <a:extLst>
                    <a:ext uri="{FF2B5EF4-FFF2-40B4-BE49-F238E27FC236}">
                      <a16:creationId xmlns:a16="http://schemas.microsoft.com/office/drawing/2014/main" id="{82E79808-C1EC-082B-83A3-D67E4B1B02A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841155" y="594344"/>
                  <a:ext cx="1234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56" name="Entrada de lápiz 255">
                  <a:extLst>
                    <a:ext uri="{FF2B5EF4-FFF2-40B4-BE49-F238E27FC236}">
                      <a16:creationId xmlns:a16="http://schemas.microsoft.com/office/drawing/2014/main" id="{A2698830-113C-7130-0AF2-7312BA3CEDBD}"/>
                    </a:ext>
                  </a:extLst>
                </p14:cNvPr>
                <p14:cNvContentPartPr/>
                <p14:nvPr/>
              </p14:nvContentPartPr>
              <p14:xfrm>
                <a:off x="5032315" y="483104"/>
                <a:ext cx="22320" cy="269280"/>
              </p14:xfrm>
            </p:contentPart>
          </mc:Choice>
          <mc:Fallback>
            <p:pic>
              <p:nvPicPr>
                <p:cNvPr id="256" name="Entrada de lápiz 255">
                  <a:extLst>
                    <a:ext uri="{FF2B5EF4-FFF2-40B4-BE49-F238E27FC236}">
                      <a16:creationId xmlns:a16="http://schemas.microsoft.com/office/drawing/2014/main" id="{A2698830-113C-7130-0AF2-7312BA3CEDB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026195" y="476984"/>
                  <a:ext cx="34560" cy="28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258" name="Entrada de lápiz 257">
                <a:extLst>
                  <a:ext uri="{FF2B5EF4-FFF2-40B4-BE49-F238E27FC236}">
                    <a16:creationId xmlns:a16="http://schemas.microsoft.com/office/drawing/2014/main" id="{BB1EEF73-6044-EE0C-FCC8-39722C07C7D1}"/>
                  </a:ext>
                </a:extLst>
              </p14:cNvPr>
              <p14:cNvContentPartPr/>
              <p14:nvPr/>
            </p14:nvContentPartPr>
            <p14:xfrm>
              <a:off x="3292795" y="5959424"/>
              <a:ext cx="300600" cy="30240"/>
            </p14:xfrm>
          </p:contentPart>
        </mc:Choice>
        <mc:Fallback>
          <p:pic>
            <p:nvPicPr>
              <p:cNvPr id="258" name="Entrada de lápiz 257">
                <a:extLst>
                  <a:ext uri="{FF2B5EF4-FFF2-40B4-BE49-F238E27FC236}">
                    <a16:creationId xmlns:a16="http://schemas.microsoft.com/office/drawing/2014/main" id="{BB1EEF73-6044-EE0C-FCC8-39722C07C7D1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3286675" y="5953304"/>
                <a:ext cx="312840" cy="4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1" name="Grupo 300">
            <a:extLst>
              <a:ext uri="{FF2B5EF4-FFF2-40B4-BE49-F238E27FC236}">
                <a16:creationId xmlns:a16="http://schemas.microsoft.com/office/drawing/2014/main" id="{FB970914-93D6-B72B-2E6A-EC693A6DC7A0}"/>
              </a:ext>
            </a:extLst>
          </p:cNvPr>
          <p:cNvGrpSpPr/>
          <p:nvPr/>
        </p:nvGrpSpPr>
        <p:grpSpPr>
          <a:xfrm>
            <a:off x="5977675" y="2593127"/>
            <a:ext cx="5955840" cy="3955257"/>
            <a:chOff x="5977675" y="2593127"/>
            <a:chExt cx="5955840" cy="395525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1A06E5CF-0D57-32DE-2005-98F2492C4762}"/>
                    </a:ext>
                  </a:extLst>
                </p14:cNvPr>
                <p14:cNvContentPartPr/>
                <p14:nvPr/>
              </p14:nvContentPartPr>
              <p14:xfrm>
                <a:off x="6179275" y="5761424"/>
                <a:ext cx="14040" cy="408240"/>
              </p14:xfrm>
            </p:contentPart>
          </mc:Choice>
          <mc:Fallback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1A06E5CF-0D57-32DE-2005-98F2492C476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173155" y="5755304"/>
                  <a:ext cx="2628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67" name="Entrada de lápiz 266">
                  <a:extLst>
                    <a:ext uri="{FF2B5EF4-FFF2-40B4-BE49-F238E27FC236}">
                      <a16:creationId xmlns:a16="http://schemas.microsoft.com/office/drawing/2014/main" id="{2272B70E-E20F-6FA6-64A2-EB48E51E3D17}"/>
                    </a:ext>
                  </a:extLst>
                </p14:cNvPr>
                <p14:cNvContentPartPr/>
                <p14:nvPr/>
              </p14:nvContentPartPr>
              <p14:xfrm>
                <a:off x="6105115" y="5683664"/>
                <a:ext cx="232560" cy="256320"/>
              </p14:xfrm>
            </p:contentPart>
          </mc:Choice>
          <mc:Fallback>
            <p:pic>
              <p:nvPicPr>
                <p:cNvPr id="267" name="Entrada de lápiz 266">
                  <a:extLst>
                    <a:ext uri="{FF2B5EF4-FFF2-40B4-BE49-F238E27FC236}">
                      <a16:creationId xmlns:a16="http://schemas.microsoft.com/office/drawing/2014/main" id="{2272B70E-E20F-6FA6-64A2-EB48E51E3D1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098995" y="5677544"/>
                  <a:ext cx="2448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32ADCF07-A670-A7F6-B566-FEC430635BCF}"/>
                    </a:ext>
                  </a:extLst>
                </p14:cNvPr>
                <p14:cNvContentPartPr/>
                <p14:nvPr/>
              </p14:nvContentPartPr>
              <p14:xfrm>
                <a:off x="6453235" y="5618504"/>
                <a:ext cx="200520" cy="426240"/>
              </p14:xfrm>
            </p:contentPart>
          </mc:Choice>
          <mc:Fallback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32ADCF07-A670-A7F6-B566-FEC430635BC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447115" y="5612384"/>
                  <a:ext cx="21276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70" name="Entrada de lápiz 269">
                  <a:extLst>
                    <a:ext uri="{FF2B5EF4-FFF2-40B4-BE49-F238E27FC236}">
                      <a16:creationId xmlns:a16="http://schemas.microsoft.com/office/drawing/2014/main" id="{D30D74CF-C7AA-F1AA-29AC-5B4793ADDA8C}"/>
                    </a:ext>
                  </a:extLst>
                </p14:cNvPr>
                <p14:cNvContentPartPr/>
                <p14:nvPr/>
              </p14:nvContentPartPr>
              <p14:xfrm>
                <a:off x="6531355" y="5808944"/>
                <a:ext cx="150480" cy="18720"/>
              </p14:xfrm>
            </p:contentPart>
          </mc:Choice>
          <mc:Fallback>
            <p:pic>
              <p:nvPicPr>
                <p:cNvPr id="270" name="Entrada de lápiz 269">
                  <a:extLst>
                    <a:ext uri="{FF2B5EF4-FFF2-40B4-BE49-F238E27FC236}">
                      <a16:creationId xmlns:a16="http://schemas.microsoft.com/office/drawing/2014/main" id="{D30D74CF-C7AA-F1AA-29AC-5B4793ADDA8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525235" y="5802824"/>
                  <a:ext cx="1627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71" name="Entrada de lápiz 270">
                  <a:extLst>
                    <a:ext uri="{FF2B5EF4-FFF2-40B4-BE49-F238E27FC236}">
                      <a16:creationId xmlns:a16="http://schemas.microsoft.com/office/drawing/2014/main" id="{FC219882-9F8C-1A29-AF9D-95060C05E376}"/>
                    </a:ext>
                  </a:extLst>
                </p14:cNvPr>
                <p14:cNvContentPartPr/>
                <p14:nvPr/>
              </p14:nvContentPartPr>
              <p14:xfrm>
                <a:off x="6851035" y="5724704"/>
                <a:ext cx="144720" cy="21240"/>
              </p14:xfrm>
            </p:contentPart>
          </mc:Choice>
          <mc:Fallback>
            <p:pic>
              <p:nvPicPr>
                <p:cNvPr id="271" name="Entrada de lápiz 270">
                  <a:extLst>
                    <a:ext uri="{FF2B5EF4-FFF2-40B4-BE49-F238E27FC236}">
                      <a16:creationId xmlns:a16="http://schemas.microsoft.com/office/drawing/2014/main" id="{FC219882-9F8C-1A29-AF9D-95060C05E37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844915" y="5718584"/>
                  <a:ext cx="1569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72" name="Entrada de lápiz 271">
                  <a:extLst>
                    <a:ext uri="{FF2B5EF4-FFF2-40B4-BE49-F238E27FC236}">
                      <a16:creationId xmlns:a16="http://schemas.microsoft.com/office/drawing/2014/main" id="{0E5B118B-C375-ED04-8446-ADE161DAFB4C}"/>
                    </a:ext>
                  </a:extLst>
                </p14:cNvPr>
                <p14:cNvContentPartPr/>
                <p14:nvPr/>
              </p14:nvContentPartPr>
              <p14:xfrm>
                <a:off x="6893155" y="5901464"/>
                <a:ext cx="107280" cy="32400"/>
              </p14:xfrm>
            </p:contentPart>
          </mc:Choice>
          <mc:Fallback>
            <p:pic>
              <p:nvPicPr>
                <p:cNvPr id="272" name="Entrada de lápiz 271">
                  <a:extLst>
                    <a:ext uri="{FF2B5EF4-FFF2-40B4-BE49-F238E27FC236}">
                      <a16:creationId xmlns:a16="http://schemas.microsoft.com/office/drawing/2014/main" id="{0E5B118B-C375-ED04-8446-ADE161DAFB4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887035" y="5895344"/>
                  <a:ext cx="1195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EEE1F961-6340-A2A4-5609-7AC45ED3CB72}"/>
                    </a:ext>
                  </a:extLst>
                </p14:cNvPr>
                <p14:cNvContentPartPr/>
                <p14:nvPr/>
              </p14:nvContentPartPr>
              <p14:xfrm>
                <a:off x="9943795" y="2596727"/>
                <a:ext cx="27720" cy="22356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EEE1F961-6340-A2A4-5609-7AC45ED3CB7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937675" y="2590607"/>
                  <a:ext cx="399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2AB5D7DC-2D04-5973-BE1B-3B04574C9EB9}"/>
                    </a:ext>
                  </a:extLst>
                </p14:cNvPr>
                <p14:cNvContentPartPr/>
                <p14:nvPr/>
              </p14:nvContentPartPr>
              <p14:xfrm>
                <a:off x="9832555" y="2736047"/>
                <a:ext cx="214920" cy="1260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2AB5D7DC-2D04-5973-BE1B-3B04574C9EB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826435" y="2729927"/>
                  <a:ext cx="2271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688CB578-7168-F135-4BCD-4B3E77060C8E}"/>
                    </a:ext>
                  </a:extLst>
                </p14:cNvPr>
                <p14:cNvContentPartPr/>
                <p14:nvPr/>
              </p14:nvContentPartPr>
              <p14:xfrm>
                <a:off x="8458075" y="2593127"/>
                <a:ext cx="416520" cy="31716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688CB578-7168-F135-4BCD-4B3E77060C8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451955" y="2587007"/>
                  <a:ext cx="42876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A0362445-4138-3AA4-33C0-B61FA3273123}"/>
                    </a:ext>
                  </a:extLst>
                </p14:cNvPr>
                <p14:cNvContentPartPr/>
                <p14:nvPr/>
              </p14:nvContentPartPr>
              <p14:xfrm>
                <a:off x="8849395" y="2763767"/>
                <a:ext cx="169560" cy="24336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A0362445-4138-3AA4-33C0-B61FA327312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843275" y="2757647"/>
                  <a:ext cx="1818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0F9A2D1B-AD5E-E3CB-E7C2-4AB8E290BCEB}"/>
                    </a:ext>
                  </a:extLst>
                </p14:cNvPr>
                <p14:cNvContentPartPr/>
                <p14:nvPr/>
              </p14:nvContentPartPr>
              <p14:xfrm>
                <a:off x="9191755" y="2671247"/>
                <a:ext cx="7920" cy="23616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0F9A2D1B-AD5E-E3CB-E7C2-4AB8E290BCE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185635" y="2665127"/>
                  <a:ext cx="201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1382B944-89E6-7A12-3A81-37CE75B32562}"/>
                    </a:ext>
                  </a:extLst>
                </p14:cNvPr>
                <p14:cNvContentPartPr/>
                <p14:nvPr/>
              </p14:nvContentPartPr>
              <p14:xfrm>
                <a:off x="9127675" y="2619047"/>
                <a:ext cx="169920" cy="21312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1382B944-89E6-7A12-3A81-37CE75B3256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121555" y="2612927"/>
                  <a:ext cx="1821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6C7677A7-53A3-5EF4-E9BE-71D1A90DEFAF}"/>
                    </a:ext>
                  </a:extLst>
                </p14:cNvPr>
                <p14:cNvContentPartPr/>
                <p14:nvPr/>
              </p14:nvContentPartPr>
              <p14:xfrm>
                <a:off x="9323875" y="2642807"/>
                <a:ext cx="190800" cy="24156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6C7677A7-53A3-5EF4-E9BE-71D1A90DEFA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317755" y="2636687"/>
                  <a:ext cx="2030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527B69AF-AB5C-BE9F-B926-BEEA83548991}"/>
                    </a:ext>
                  </a:extLst>
                </p14:cNvPr>
                <p14:cNvContentPartPr/>
                <p14:nvPr/>
              </p14:nvContentPartPr>
              <p14:xfrm>
                <a:off x="9334315" y="2768087"/>
                <a:ext cx="200520" cy="504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527B69AF-AB5C-BE9F-B926-BEEA8354899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328195" y="2761967"/>
                  <a:ext cx="21276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E2F9F008-01F6-0F13-5C73-69E3C8E23739}"/>
                    </a:ext>
                  </a:extLst>
                </p14:cNvPr>
                <p14:cNvContentPartPr/>
                <p14:nvPr/>
              </p14:nvContentPartPr>
              <p14:xfrm>
                <a:off x="8649595" y="3292247"/>
                <a:ext cx="221040" cy="23400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E2F9F008-01F6-0F13-5C73-69E3C8E2373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643475" y="3286127"/>
                  <a:ext cx="2332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10C9FB6E-F8C8-87D3-4C74-4492D543DB11}"/>
                    </a:ext>
                  </a:extLst>
                </p14:cNvPr>
                <p14:cNvContentPartPr/>
                <p14:nvPr/>
              </p14:nvContentPartPr>
              <p14:xfrm>
                <a:off x="8636635" y="2941607"/>
                <a:ext cx="62640" cy="55044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10C9FB6E-F8C8-87D3-4C74-4492D543DB1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630515" y="2935487"/>
                  <a:ext cx="74880" cy="5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5EA33920-2AF0-5AB6-22EE-5F026A11DD98}"/>
                    </a:ext>
                  </a:extLst>
                </p14:cNvPr>
                <p14:cNvContentPartPr/>
                <p14:nvPr/>
              </p14:nvContentPartPr>
              <p14:xfrm>
                <a:off x="7803955" y="4025927"/>
                <a:ext cx="172440" cy="40032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5EA33920-2AF0-5AB6-22EE-5F026A11DD9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797835" y="4019807"/>
                  <a:ext cx="18468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AB3C7DC8-30F3-7F7D-8417-CEE69C6F07A4}"/>
                    </a:ext>
                  </a:extLst>
                </p14:cNvPr>
                <p14:cNvContentPartPr/>
                <p14:nvPr/>
              </p14:nvContentPartPr>
              <p14:xfrm>
                <a:off x="7739155" y="4243727"/>
                <a:ext cx="201240" cy="1188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AB3C7DC8-30F3-7F7D-8417-CEE69C6F07A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733035" y="4237607"/>
                  <a:ext cx="2134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8E64F8B3-C805-6012-DFC0-A75E010DCBF3}"/>
                    </a:ext>
                  </a:extLst>
                </p14:cNvPr>
                <p14:cNvContentPartPr/>
                <p14:nvPr/>
              </p14:nvContentPartPr>
              <p14:xfrm>
                <a:off x="8071075" y="3996047"/>
                <a:ext cx="128520" cy="45648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8E64F8B3-C805-6012-DFC0-A75E010DCBF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064955" y="3989927"/>
                  <a:ext cx="14076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EDBD4D5E-9C9F-BCC6-2BCA-024A44D45958}"/>
                    </a:ext>
                  </a:extLst>
                </p14:cNvPr>
                <p14:cNvContentPartPr/>
                <p14:nvPr/>
              </p14:nvContentPartPr>
              <p14:xfrm>
                <a:off x="8556355" y="3879047"/>
                <a:ext cx="160200" cy="54720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EDBD4D5E-9C9F-BCC6-2BCA-024A44D4595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550235" y="3872927"/>
                  <a:ext cx="17244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3F7CA7BF-9514-62A8-63A7-96F6714E4644}"/>
                    </a:ext>
                  </a:extLst>
                </p14:cNvPr>
                <p14:cNvContentPartPr/>
                <p14:nvPr/>
              </p14:nvContentPartPr>
              <p14:xfrm>
                <a:off x="8234875" y="4062287"/>
                <a:ext cx="188280" cy="24624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3F7CA7BF-9514-62A8-63A7-96F6714E464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228755" y="4056167"/>
                  <a:ext cx="2005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2E59D751-217C-A43C-06A1-3A49AE4C24FB}"/>
                    </a:ext>
                  </a:extLst>
                </p14:cNvPr>
                <p14:cNvContentPartPr/>
                <p14:nvPr/>
              </p14:nvContentPartPr>
              <p14:xfrm>
                <a:off x="8237755" y="4158407"/>
                <a:ext cx="174960" cy="1116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2E59D751-217C-A43C-06A1-3A49AE4C24F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231635" y="4152287"/>
                  <a:ext cx="187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8D9E9019-DD1F-B5C9-17D9-6A5FDBA36E3C}"/>
                    </a:ext>
                  </a:extLst>
                </p14:cNvPr>
                <p14:cNvContentPartPr/>
                <p14:nvPr/>
              </p14:nvContentPartPr>
              <p14:xfrm>
                <a:off x="8933635" y="4000727"/>
                <a:ext cx="160560" cy="1620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8D9E9019-DD1F-B5C9-17D9-6A5FDBA36E3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927515" y="3994607"/>
                  <a:ext cx="1728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9ACBE216-9936-7084-4AC7-B2C7423545D3}"/>
                    </a:ext>
                  </a:extLst>
                </p14:cNvPr>
                <p14:cNvContentPartPr/>
                <p14:nvPr/>
              </p14:nvContentPartPr>
              <p14:xfrm>
                <a:off x="8897275" y="4150127"/>
                <a:ext cx="216000" cy="2232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9ACBE216-9936-7084-4AC7-B2C7423545D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891155" y="4144007"/>
                  <a:ext cx="2282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C048BE7E-C69E-7446-2F12-252B564CAEFA}"/>
                    </a:ext>
                  </a:extLst>
                </p14:cNvPr>
                <p14:cNvContentPartPr/>
                <p14:nvPr/>
              </p14:nvContentPartPr>
              <p14:xfrm>
                <a:off x="9337195" y="3872207"/>
                <a:ext cx="216360" cy="41400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C048BE7E-C69E-7446-2F12-252B564CAEF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331075" y="3866087"/>
                  <a:ext cx="22860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F85FEDC8-A079-DEA0-60DE-BA81E57D8464}"/>
                    </a:ext>
                  </a:extLst>
                </p14:cNvPr>
                <p14:cNvContentPartPr/>
                <p14:nvPr/>
              </p14:nvContentPartPr>
              <p14:xfrm>
                <a:off x="9355915" y="3879047"/>
                <a:ext cx="90000" cy="17568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F85FEDC8-A079-DEA0-60DE-BA81E57D846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349795" y="3872927"/>
                  <a:ext cx="1022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E8BD3B1B-430A-0D62-FC29-23A0B85130BB}"/>
                    </a:ext>
                  </a:extLst>
                </p14:cNvPr>
                <p14:cNvContentPartPr/>
                <p14:nvPr/>
              </p14:nvContentPartPr>
              <p14:xfrm>
                <a:off x="9344035" y="3643967"/>
                <a:ext cx="214560" cy="17460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E8BD3B1B-430A-0D62-FC29-23A0B85130B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337915" y="3637847"/>
                  <a:ext cx="2268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CBED506E-C8EC-2F02-318F-1934C897CD72}"/>
                    </a:ext>
                  </a:extLst>
                </p14:cNvPr>
                <p14:cNvContentPartPr/>
                <p14:nvPr/>
              </p14:nvContentPartPr>
              <p14:xfrm>
                <a:off x="10021195" y="3739007"/>
                <a:ext cx="214200" cy="35604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CBED506E-C8EC-2F02-318F-1934C897CD7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015075" y="3732887"/>
                  <a:ext cx="22644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60106C79-B291-4220-3824-C7823796C35F}"/>
                    </a:ext>
                  </a:extLst>
                </p14:cNvPr>
                <p14:cNvContentPartPr/>
                <p14:nvPr/>
              </p14:nvContentPartPr>
              <p14:xfrm>
                <a:off x="9955675" y="3921527"/>
                <a:ext cx="166320" cy="4788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60106C79-B291-4220-3824-C7823796C35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949555" y="3915407"/>
                  <a:ext cx="1785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745CB18F-2FC4-4640-0DC2-EA2EE5C44176}"/>
                    </a:ext>
                  </a:extLst>
                </p14:cNvPr>
                <p14:cNvContentPartPr/>
                <p14:nvPr/>
              </p14:nvContentPartPr>
              <p14:xfrm>
                <a:off x="10331875" y="3734687"/>
                <a:ext cx="132840" cy="37656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745CB18F-2FC4-4640-0DC2-EA2EE5C4417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325755" y="3728567"/>
                  <a:ext cx="14508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7847656B-FA70-650C-6899-2B32AE312844}"/>
                    </a:ext>
                  </a:extLst>
                </p14:cNvPr>
                <p14:cNvContentPartPr/>
                <p14:nvPr/>
              </p14:nvContentPartPr>
              <p14:xfrm>
                <a:off x="10505395" y="3809207"/>
                <a:ext cx="123480" cy="17784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7847656B-FA70-650C-6899-2B32AE31284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499275" y="3803087"/>
                  <a:ext cx="1357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7DDBF495-0B80-CA14-ABBE-6D8121B6AA19}"/>
                    </a:ext>
                  </a:extLst>
                </p14:cNvPr>
                <p14:cNvContentPartPr/>
                <p14:nvPr/>
              </p14:nvContentPartPr>
              <p14:xfrm>
                <a:off x="10449235" y="3873287"/>
                <a:ext cx="172440" cy="3672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7DDBF495-0B80-CA14-ABBE-6D8121B6AA1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443115" y="3867167"/>
                  <a:ext cx="1846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835AE02C-D678-7ED1-212B-1478C17CD752}"/>
                    </a:ext>
                  </a:extLst>
                </p14:cNvPr>
                <p14:cNvContentPartPr/>
                <p14:nvPr/>
              </p14:nvContentPartPr>
              <p14:xfrm>
                <a:off x="10650115" y="3644687"/>
                <a:ext cx="99720" cy="41580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835AE02C-D678-7ED1-212B-1478C17CD75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643995" y="3638567"/>
                  <a:ext cx="11196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67A20C5B-F780-D6C4-772D-21F85F6FF208}"/>
                    </a:ext>
                  </a:extLst>
                </p14:cNvPr>
                <p14:cNvContentPartPr/>
                <p14:nvPr/>
              </p14:nvContentPartPr>
              <p14:xfrm>
                <a:off x="10865755" y="3754487"/>
                <a:ext cx="86400" cy="1008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67A20C5B-F780-D6C4-772D-21F85F6FF20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859635" y="3748367"/>
                  <a:ext cx="986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810F0161-520C-0530-3634-FC8CA6237710}"/>
                    </a:ext>
                  </a:extLst>
                </p14:cNvPr>
                <p14:cNvContentPartPr/>
                <p14:nvPr/>
              </p14:nvContentPartPr>
              <p14:xfrm>
                <a:off x="10838035" y="3826847"/>
                <a:ext cx="113400" cy="2232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810F0161-520C-0530-3634-FC8CA623771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831915" y="3820727"/>
                  <a:ext cx="1256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19695AE5-ECEB-7B1B-3A37-4B56E29EEEE4}"/>
                    </a:ext>
                  </a:extLst>
                </p14:cNvPr>
                <p14:cNvContentPartPr/>
                <p14:nvPr/>
              </p14:nvContentPartPr>
              <p14:xfrm>
                <a:off x="11049355" y="3188207"/>
                <a:ext cx="298080" cy="52596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19695AE5-ECEB-7B1B-3A37-4B56E29EEEE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043235" y="3182087"/>
                  <a:ext cx="31032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73F07EC9-B03B-2C02-07C4-2D75B1E7BBE7}"/>
                    </a:ext>
                  </a:extLst>
                </p14:cNvPr>
                <p14:cNvContentPartPr/>
                <p14:nvPr/>
              </p14:nvContentPartPr>
              <p14:xfrm>
                <a:off x="11088595" y="3695447"/>
                <a:ext cx="173160" cy="55152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73F07EC9-B03B-2C02-07C4-2D75B1E7BBE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1082475" y="3689327"/>
                  <a:ext cx="18540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6D7BE451-7E5C-8E99-EBA5-30FC3D71B88F}"/>
                    </a:ext>
                  </a:extLst>
                </p14:cNvPr>
                <p14:cNvContentPartPr/>
                <p14:nvPr/>
              </p14:nvContentPartPr>
              <p14:xfrm>
                <a:off x="11297755" y="3340847"/>
                <a:ext cx="142200" cy="16308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6D7BE451-7E5C-8E99-EBA5-30FC3D71B88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291635" y="3334727"/>
                  <a:ext cx="1544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6B3F6848-8731-928A-268E-775AA6D6272F}"/>
                    </a:ext>
                  </a:extLst>
                </p14:cNvPr>
                <p14:cNvContentPartPr/>
                <p14:nvPr/>
              </p14:nvContentPartPr>
              <p14:xfrm>
                <a:off x="11283355" y="3447047"/>
                <a:ext cx="94320" cy="1440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6B3F6848-8731-928A-268E-775AA6D6272F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277235" y="3440927"/>
                  <a:ext cx="1065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4176CF9E-E46A-49E8-F7B2-966EFFBF6D03}"/>
                    </a:ext>
                  </a:extLst>
                </p14:cNvPr>
                <p14:cNvContentPartPr/>
                <p14:nvPr/>
              </p14:nvContentPartPr>
              <p14:xfrm>
                <a:off x="11514115" y="3307367"/>
                <a:ext cx="135000" cy="17712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4176CF9E-E46A-49E8-F7B2-966EFFBF6D03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507995" y="3301247"/>
                  <a:ext cx="1472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F8B32204-0123-C12D-2A81-20F03CEABC2F}"/>
                    </a:ext>
                  </a:extLst>
                </p14:cNvPr>
                <p14:cNvContentPartPr/>
                <p14:nvPr/>
              </p14:nvContentPartPr>
              <p14:xfrm>
                <a:off x="11741635" y="3195407"/>
                <a:ext cx="64800" cy="23400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F8B32204-0123-C12D-2A81-20F03CEABC2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735515" y="3189287"/>
                  <a:ext cx="770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F3D77B23-F676-A2AF-257B-D18EF3821DB5}"/>
                    </a:ext>
                  </a:extLst>
                </p14:cNvPr>
                <p14:cNvContentPartPr/>
                <p14:nvPr/>
              </p14:nvContentPartPr>
              <p14:xfrm>
                <a:off x="11290555" y="3623087"/>
                <a:ext cx="116280" cy="1800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F3D77B23-F676-A2AF-257B-D18EF3821DB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1284435" y="3616967"/>
                  <a:ext cx="1285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A05AF879-DD12-6252-C269-E0B2FF13A837}"/>
                    </a:ext>
                  </a:extLst>
                </p14:cNvPr>
                <p14:cNvContentPartPr/>
                <p14:nvPr/>
              </p14:nvContentPartPr>
              <p14:xfrm>
                <a:off x="11320795" y="3669527"/>
                <a:ext cx="134640" cy="3672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A05AF879-DD12-6252-C269-E0B2FF13A83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1314675" y="3663407"/>
                  <a:ext cx="1468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FCBD5754-7E21-3E00-A84E-9E9CE580878A}"/>
                    </a:ext>
                  </a:extLst>
                </p14:cNvPr>
                <p14:cNvContentPartPr/>
                <p14:nvPr/>
              </p14:nvContentPartPr>
              <p14:xfrm>
                <a:off x="11575315" y="3508607"/>
                <a:ext cx="92880" cy="19692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FCBD5754-7E21-3E00-A84E-9E9CE580878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1569195" y="3502487"/>
                  <a:ext cx="1051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725FB673-D59F-053B-81A8-AF5F8CD074E7}"/>
                    </a:ext>
                  </a:extLst>
                </p14:cNvPr>
                <p14:cNvContentPartPr/>
                <p14:nvPr/>
              </p14:nvContentPartPr>
              <p14:xfrm>
                <a:off x="11304955" y="3848087"/>
                <a:ext cx="83160" cy="19188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725FB673-D59F-053B-81A8-AF5F8CD074E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1298835" y="3841967"/>
                  <a:ext cx="954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8630C907-B5E0-1E38-0330-77EA28AB122C}"/>
                    </a:ext>
                  </a:extLst>
                </p14:cNvPr>
                <p14:cNvContentPartPr/>
                <p14:nvPr/>
              </p14:nvContentPartPr>
              <p14:xfrm>
                <a:off x="11302075" y="3902447"/>
                <a:ext cx="132120" cy="3384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8630C907-B5E0-1E38-0330-77EA28AB122C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1295955" y="3896327"/>
                  <a:ext cx="1443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C0E6012C-7F9B-C3BA-06F2-D6E9CBEF882D}"/>
                    </a:ext>
                  </a:extLst>
                </p14:cNvPr>
                <p14:cNvContentPartPr/>
                <p14:nvPr/>
              </p14:nvContentPartPr>
              <p14:xfrm>
                <a:off x="11735155" y="3206567"/>
                <a:ext cx="160920" cy="21456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C0E6012C-7F9B-C3BA-06F2-D6E9CBEF882D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1729035" y="3200447"/>
                  <a:ext cx="1731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F806EECA-5F2C-CF87-3CA7-98438EF4F40F}"/>
                    </a:ext>
                  </a:extLst>
                </p14:cNvPr>
                <p14:cNvContentPartPr/>
                <p14:nvPr/>
              </p14:nvContentPartPr>
              <p14:xfrm>
                <a:off x="11556595" y="3388727"/>
                <a:ext cx="154800" cy="9576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F806EECA-5F2C-CF87-3CA7-98438EF4F40F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1550475" y="3382607"/>
                  <a:ext cx="1670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6AE7F420-A0E1-7940-5BD3-1EB4E97D5D26}"/>
                    </a:ext>
                  </a:extLst>
                </p14:cNvPr>
                <p14:cNvContentPartPr/>
                <p14:nvPr/>
              </p14:nvContentPartPr>
              <p14:xfrm>
                <a:off x="11520595" y="3820007"/>
                <a:ext cx="114120" cy="10404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6AE7F420-A0E1-7940-5BD3-1EB4E97D5D2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1514475" y="3813887"/>
                  <a:ext cx="1263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CAC56C10-532E-78F5-AE98-F54EC41327EC}"/>
                    </a:ext>
                  </a:extLst>
                </p14:cNvPr>
                <p14:cNvContentPartPr/>
                <p14:nvPr/>
              </p14:nvContentPartPr>
              <p14:xfrm>
                <a:off x="11505835" y="3925487"/>
                <a:ext cx="196560" cy="1476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CAC56C10-532E-78F5-AE98-F54EC41327EC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1499715" y="3919367"/>
                  <a:ext cx="2088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B1232627-5D84-323D-5FE6-FEB261A75210}"/>
                    </a:ext>
                  </a:extLst>
                </p14:cNvPr>
                <p14:cNvContentPartPr/>
                <p14:nvPr/>
              </p14:nvContentPartPr>
              <p14:xfrm>
                <a:off x="11742355" y="3756287"/>
                <a:ext cx="191160" cy="18756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B1232627-5D84-323D-5FE6-FEB261A75210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1736235" y="3750167"/>
                  <a:ext cx="2034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A5775AE3-5180-A02E-D642-0CA1634634B0}"/>
                    </a:ext>
                  </a:extLst>
                </p14:cNvPr>
                <p14:cNvContentPartPr/>
                <p14:nvPr/>
              </p14:nvContentPartPr>
              <p14:xfrm>
                <a:off x="11339515" y="4096487"/>
                <a:ext cx="199800" cy="3024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A5775AE3-5180-A02E-D642-0CA1634634B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333395" y="4090367"/>
                  <a:ext cx="2120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01141011-FCAA-9776-671F-BF18A09F6871}"/>
                    </a:ext>
                  </a:extLst>
                </p14:cNvPr>
                <p14:cNvContentPartPr/>
                <p14:nvPr/>
              </p14:nvContentPartPr>
              <p14:xfrm>
                <a:off x="11378395" y="4128167"/>
                <a:ext cx="192960" cy="4644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01141011-FCAA-9776-671F-BF18A09F6871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1372275" y="4122047"/>
                  <a:ext cx="2052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E28F2E95-C408-54E7-D709-A96E0AF45F93}"/>
                    </a:ext>
                  </a:extLst>
                </p14:cNvPr>
                <p14:cNvContentPartPr/>
                <p14:nvPr/>
              </p14:nvContentPartPr>
              <p14:xfrm>
                <a:off x="11624275" y="4039607"/>
                <a:ext cx="158040" cy="19296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E28F2E95-C408-54E7-D709-A96E0AF45F93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1618155" y="4033487"/>
                  <a:ext cx="1702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5DFCB373-6A11-3DE4-0ECC-4AD118C323D4}"/>
                    </a:ext>
                  </a:extLst>
                </p14:cNvPr>
                <p14:cNvContentPartPr/>
                <p14:nvPr/>
              </p14:nvContentPartPr>
              <p14:xfrm>
                <a:off x="7503355" y="4695167"/>
                <a:ext cx="345960" cy="24228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5DFCB373-6A11-3DE4-0ECC-4AD118C323D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497235" y="4689047"/>
                  <a:ext cx="3582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53948D03-8CC8-1B32-0088-DF4537321739}"/>
                    </a:ext>
                  </a:extLst>
                </p14:cNvPr>
                <p14:cNvContentPartPr/>
                <p14:nvPr/>
              </p14:nvContentPartPr>
              <p14:xfrm>
                <a:off x="7503355" y="4796327"/>
                <a:ext cx="230040" cy="1332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53948D03-8CC8-1B32-0088-DF4537321739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497235" y="4790207"/>
                  <a:ext cx="2422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7E21359C-B04E-E006-4798-E1BCE854E98C}"/>
                    </a:ext>
                  </a:extLst>
                </p14:cNvPr>
                <p14:cNvContentPartPr/>
                <p14:nvPr/>
              </p14:nvContentPartPr>
              <p14:xfrm>
                <a:off x="7917715" y="4759967"/>
                <a:ext cx="177480" cy="2124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7E21359C-B04E-E006-4798-E1BCE854E98C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911595" y="4753847"/>
                  <a:ext cx="1897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72381D74-B93C-16D2-5EC3-C38EF544B306}"/>
                    </a:ext>
                  </a:extLst>
                </p14:cNvPr>
                <p14:cNvContentPartPr/>
                <p14:nvPr/>
              </p14:nvContentPartPr>
              <p14:xfrm>
                <a:off x="7863715" y="4820447"/>
                <a:ext cx="184680" cy="1620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72381D74-B93C-16D2-5EC3-C38EF544B30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857595" y="4814327"/>
                  <a:ext cx="1969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36FA66A1-4AC6-85BF-BC80-B2DA97B751DF}"/>
                    </a:ext>
                  </a:extLst>
                </p14:cNvPr>
                <p14:cNvContentPartPr/>
                <p14:nvPr/>
              </p14:nvContentPartPr>
              <p14:xfrm>
                <a:off x="8219035" y="4630367"/>
                <a:ext cx="261720" cy="24156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36FA66A1-4AC6-85BF-BC80-B2DA97B751D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212915" y="4624247"/>
                  <a:ext cx="2739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286D15CC-BD3D-DAE7-1824-D5F9EB38331C}"/>
                    </a:ext>
                  </a:extLst>
                </p14:cNvPr>
                <p14:cNvContentPartPr/>
                <p14:nvPr/>
              </p14:nvContentPartPr>
              <p14:xfrm>
                <a:off x="8615395" y="4767527"/>
                <a:ext cx="221400" cy="612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286D15CC-BD3D-DAE7-1824-D5F9EB38331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609275" y="4761407"/>
                  <a:ext cx="23364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1AA205A9-7334-E8C4-7013-9D35F05A1803}"/>
                    </a:ext>
                  </a:extLst>
                </p14:cNvPr>
                <p14:cNvContentPartPr/>
                <p14:nvPr/>
              </p14:nvContentPartPr>
              <p14:xfrm>
                <a:off x="8795395" y="4656287"/>
                <a:ext cx="202320" cy="20700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1AA205A9-7334-E8C4-7013-9D35F05A1803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789275" y="4650167"/>
                  <a:ext cx="2145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420E0F25-212E-CDB3-B2D1-D9063EED7426}"/>
                    </a:ext>
                  </a:extLst>
                </p14:cNvPr>
                <p14:cNvContentPartPr/>
                <p14:nvPr/>
              </p14:nvContentPartPr>
              <p14:xfrm>
                <a:off x="9116875" y="4626047"/>
                <a:ext cx="109440" cy="23760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420E0F25-212E-CDB3-B2D1-D9063EED7426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110755" y="4619927"/>
                  <a:ext cx="1216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8F20EA59-A66A-D989-3B63-91E438B0C7BB}"/>
                    </a:ext>
                  </a:extLst>
                </p14:cNvPr>
                <p14:cNvContentPartPr/>
                <p14:nvPr/>
              </p14:nvContentPartPr>
              <p14:xfrm>
                <a:off x="9068995" y="4525607"/>
                <a:ext cx="258480" cy="26064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8F20EA59-A66A-D989-3B63-91E438B0C7B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062875" y="4519487"/>
                  <a:ext cx="2707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D25124FF-96E3-1285-3BA5-1A7F2D2A6316}"/>
                    </a:ext>
                  </a:extLst>
                </p14:cNvPr>
                <p14:cNvContentPartPr/>
                <p14:nvPr/>
              </p14:nvContentPartPr>
              <p14:xfrm>
                <a:off x="9387955" y="4649087"/>
                <a:ext cx="152640" cy="17820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D25124FF-96E3-1285-3BA5-1A7F2D2A6316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381835" y="4642967"/>
                  <a:ext cx="1648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19421EF2-2838-4C26-7657-4621987C22AB}"/>
                    </a:ext>
                  </a:extLst>
                </p14:cNvPr>
                <p14:cNvContentPartPr/>
                <p14:nvPr/>
              </p14:nvContentPartPr>
              <p14:xfrm>
                <a:off x="9560035" y="4610207"/>
                <a:ext cx="38160" cy="20844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19421EF2-2838-4C26-7657-4621987C22A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553915" y="4604087"/>
                  <a:ext cx="504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EEEB0195-2788-5298-7FAA-1FD4B08D8B1F}"/>
                    </a:ext>
                  </a:extLst>
                </p14:cNvPr>
                <p14:cNvContentPartPr/>
                <p14:nvPr/>
              </p14:nvContentPartPr>
              <p14:xfrm>
                <a:off x="9558235" y="4664927"/>
                <a:ext cx="135000" cy="4032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EEEB0195-2788-5298-7FAA-1FD4B08D8B1F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552115" y="4658807"/>
                  <a:ext cx="147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3B243839-F383-4BC1-2338-309E9796EE4A}"/>
                    </a:ext>
                  </a:extLst>
                </p14:cNvPr>
                <p14:cNvContentPartPr/>
                <p14:nvPr/>
              </p14:nvContentPartPr>
              <p14:xfrm>
                <a:off x="9695755" y="4580687"/>
                <a:ext cx="56160" cy="18576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3B243839-F383-4BC1-2338-309E9796EE4A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689635" y="4574567"/>
                  <a:ext cx="684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8031B2FE-FE80-F4E2-4509-4F5EF35FB4FA}"/>
                    </a:ext>
                  </a:extLst>
                </p14:cNvPr>
                <p14:cNvContentPartPr/>
                <p14:nvPr/>
              </p14:nvContentPartPr>
              <p14:xfrm>
                <a:off x="9705835" y="4660607"/>
                <a:ext cx="129960" cy="1476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8031B2FE-FE80-F4E2-4509-4F5EF35FB4FA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699715" y="4654487"/>
                  <a:ext cx="1422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B34233DF-C27D-F309-7B00-28CA3292539D}"/>
                    </a:ext>
                  </a:extLst>
                </p14:cNvPr>
                <p14:cNvContentPartPr/>
                <p14:nvPr/>
              </p14:nvContentPartPr>
              <p14:xfrm>
                <a:off x="9822115" y="4627127"/>
                <a:ext cx="99360" cy="16956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B34233DF-C27D-F309-7B00-28CA3292539D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815995" y="4621007"/>
                  <a:ext cx="1116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EC6E3B59-6B4B-4D71-9F1C-92E639087FF5}"/>
                    </a:ext>
                  </a:extLst>
                </p14:cNvPr>
                <p14:cNvContentPartPr/>
                <p14:nvPr/>
              </p14:nvContentPartPr>
              <p14:xfrm>
                <a:off x="9971155" y="4583927"/>
                <a:ext cx="163080" cy="17964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EC6E3B59-6B4B-4D71-9F1C-92E639087FF5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965035" y="4577807"/>
                  <a:ext cx="1753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35B3DA35-6DB8-668E-CFEA-7B5BAF777546}"/>
                    </a:ext>
                  </a:extLst>
                </p14:cNvPr>
                <p14:cNvContentPartPr/>
                <p14:nvPr/>
              </p14:nvContentPartPr>
              <p14:xfrm>
                <a:off x="10104715" y="4615247"/>
                <a:ext cx="111960" cy="17280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35B3DA35-6DB8-668E-CFEA-7B5BAF777546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098595" y="4609127"/>
                  <a:ext cx="1242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338CA0D9-1A08-0403-148A-99FDF077DB33}"/>
                    </a:ext>
                  </a:extLst>
                </p14:cNvPr>
                <p14:cNvContentPartPr/>
                <p14:nvPr/>
              </p14:nvContentPartPr>
              <p14:xfrm>
                <a:off x="10398835" y="4502927"/>
                <a:ext cx="203400" cy="29808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338CA0D9-1A08-0403-148A-99FDF077DB33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392715" y="4496807"/>
                  <a:ext cx="21564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3FA9013D-6128-F112-E618-A4B994439AD2}"/>
                    </a:ext>
                  </a:extLst>
                </p14:cNvPr>
                <p14:cNvContentPartPr/>
                <p14:nvPr/>
              </p14:nvContentPartPr>
              <p14:xfrm>
                <a:off x="10597195" y="4646927"/>
                <a:ext cx="150840" cy="16020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3FA9013D-6128-F112-E618-A4B994439AD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591075" y="4640807"/>
                  <a:ext cx="1630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926E6D01-55E2-5E03-2792-293BF8E8471A}"/>
                    </a:ext>
                  </a:extLst>
                </p14:cNvPr>
                <p14:cNvContentPartPr/>
                <p14:nvPr/>
              </p14:nvContentPartPr>
              <p14:xfrm>
                <a:off x="9215515" y="4904687"/>
                <a:ext cx="217080" cy="33624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926E6D01-55E2-5E03-2792-293BF8E8471A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209395" y="4898567"/>
                  <a:ext cx="22932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DAFED5D8-8384-4532-21AB-C2FA6803BFB3}"/>
                    </a:ext>
                  </a:extLst>
                </p14:cNvPr>
                <p14:cNvContentPartPr/>
                <p14:nvPr/>
              </p14:nvContentPartPr>
              <p14:xfrm>
                <a:off x="9442675" y="5019887"/>
                <a:ext cx="167760" cy="16416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DAFED5D8-8384-4532-21AB-C2FA6803BFB3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436555" y="5013767"/>
                  <a:ext cx="1800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0440220C-3478-F1D1-7C67-5106B259B2ED}"/>
                    </a:ext>
                  </a:extLst>
                </p14:cNvPr>
                <p14:cNvContentPartPr/>
                <p14:nvPr/>
              </p14:nvContentPartPr>
              <p14:xfrm>
                <a:off x="9607555" y="4999727"/>
                <a:ext cx="150840" cy="13752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0440220C-3478-F1D1-7C67-5106B259B2ED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601435" y="4993607"/>
                  <a:ext cx="1630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45665D6A-B8D6-D9DF-3F84-9BDDEC737045}"/>
                    </a:ext>
                  </a:extLst>
                </p14:cNvPr>
                <p14:cNvContentPartPr/>
                <p14:nvPr/>
              </p14:nvContentPartPr>
              <p14:xfrm>
                <a:off x="9792955" y="4921247"/>
                <a:ext cx="17640" cy="20988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45665D6A-B8D6-D9DF-3F84-9BDDEC737045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786835" y="4915127"/>
                  <a:ext cx="298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EAA39632-4627-3286-5907-C7B8B82A4A25}"/>
                    </a:ext>
                  </a:extLst>
                </p14:cNvPr>
                <p14:cNvContentPartPr/>
                <p14:nvPr/>
              </p14:nvContentPartPr>
              <p14:xfrm>
                <a:off x="9856315" y="4986047"/>
                <a:ext cx="153720" cy="15768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EAA39632-4627-3286-5907-C7B8B82A4A25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850195" y="4979927"/>
                  <a:ext cx="1659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172606B7-FDED-4E6D-C471-B2DD04ADB0D9}"/>
                    </a:ext>
                  </a:extLst>
                </p14:cNvPr>
                <p14:cNvContentPartPr/>
                <p14:nvPr/>
              </p14:nvContentPartPr>
              <p14:xfrm>
                <a:off x="10043875" y="4895327"/>
                <a:ext cx="44280" cy="21816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172606B7-FDED-4E6D-C471-B2DD04ADB0D9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037755" y="4889207"/>
                  <a:ext cx="565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EA7AF543-EFC9-05B8-810D-2BAEF5FA13E6}"/>
                    </a:ext>
                  </a:extLst>
                </p14:cNvPr>
                <p14:cNvContentPartPr/>
                <p14:nvPr/>
              </p14:nvContentPartPr>
              <p14:xfrm>
                <a:off x="10115515" y="5002247"/>
                <a:ext cx="128520" cy="11880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EA7AF543-EFC9-05B8-810D-2BAEF5FA13E6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109395" y="4996127"/>
                  <a:ext cx="1407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EC77E05C-5BC6-57AD-9680-43374EA5991B}"/>
                    </a:ext>
                  </a:extLst>
                </p14:cNvPr>
                <p14:cNvContentPartPr/>
                <p14:nvPr/>
              </p14:nvContentPartPr>
              <p14:xfrm>
                <a:off x="10314235" y="4987127"/>
                <a:ext cx="136080" cy="14112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EC77E05C-5BC6-57AD-9680-43374EA5991B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308115" y="4981007"/>
                  <a:ext cx="1483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78CD04FE-59F0-231B-1014-4F985B370E47}"/>
                    </a:ext>
                  </a:extLst>
                </p14:cNvPr>
                <p14:cNvContentPartPr/>
                <p14:nvPr/>
              </p14:nvContentPartPr>
              <p14:xfrm>
                <a:off x="9738955" y="4824047"/>
                <a:ext cx="360" cy="36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78CD04FE-59F0-231B-1014-4F985B370E4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732835" y="481792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2A457337-9CDD-D814-9108-87E2558C809A}"/>
                    </a:ext>
                  </a:extLst>
                </p14:cNvPr>
                <p14:cNvContentPartPr/>
                <p14:nvPr/>
              </p14:nvContentPartPr>
              <p14:xfrm>
                <a:off x="9978715" y="4829807"/>
                <a:ext cx="360" cy="36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2A457337-9CDD-D814-9108-87E2558C809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972595" y="482368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7DC008CD-1686-6850-3946-F03514AC25FB}"/>
                    </a:ext>
                  </a:extLst>
                </p14:cNvPr>
                <p14:cNvContentPartPr/>
                <p14:nvPr/>
              </p14:nvContentPartPr>
              <p14:xfrm>
                <a:off x="10219915" y="4928087"/>
                <a:ext cx="32760" cy="324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7DC008CD-1686-6850-3946-F03514AC25F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213795" y="4921967"/>
                  <a:ext cx="4500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85" name="Entrada de lápiz 284">
                  <a:extLst>
                    <a:ext uri="{FF2B5EF4-FFF2-40B4-BE49-F238E27FC236}">
                      <a16:creationId xmlns:a16="http://schemas.microsoft.com/office/drawing/2014/main" id="{AC642CE5-A194-63EC-618B-BD4548C3F844}"/>
                    </a:ext>
                  </a:extLst>
                </p14:cNvPr>
                <p14:cNvContentPartPr/>
                <p14:nvPr/>
              </p14:nvContentPartPr>
              <p14:xfrm>
                <a:off x="9200755" y="5558384"/>
                <a:ext cx="237600" cy="55440"/>
              </p14:xfrm>
            </p:contentPart>
          </mc:Choice>
          <mc:Fallback>
            <p:pic>
              <p:nvPicPr>
                <p:cNvPr id="285" name="Entrada de lápiz 284">
                  <a:extLst>
                    <a:ext uri="{FF2B5EF4-FFF2-40B4-BE49-F238E27FC236}">
                      <a16:creationId xmlns:a16="http://schemas.microsoft.com/office/drawing/2014/main" id="{AC642CE5-A194-63EC-618B-BD4548C3F844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9194635" y="5552264"/>
                  <a:ext cx="2498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86" name="Entrada de lápiz 285">
                  <a:extLst>
                    <a:ext uri="{FF2B5EF4-FFF2-40B4-BE49-F238E27FC236}">
                      <a16:creationId xmlns:a16="http://schemas.microsoft.com/office/drawing/2014/main" id="{7658B482-3193-F890-550C-BE45C6F0BD99}"/>
                    </a:ext>
                  </a:extLst>
                </p14:cNvPr>
                <p14:cNvContentPartPr/>
                <p14:nvPr/>
              </p14:nvContentPartPr>
              <p14:xfrm>
                <a:off x="9590635" y="5426264"/>
                <a:ext cx="165240" cy="209160"/>
              </p14:xfrm>
            </p:contentPart>
          </mc:Choice>
          <mc:Fallback>
            <p:pic>
              <p:nvPicPr>
                <p:cNvPr id="286" name="Entrada de lápiz 285">
                  <a:extLst>
                    <a:ext uri="{FF2B5EF4-FFF2-40B4-BE49-F238E27FC236}">
                      <a16:creationId xmlns:a16="http://schemas.microsoft.com/office/drawing/2014/main" id="{7658B482-3193-F890-550C-BE45C6F0BD99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9584515" y="5420144"/>
                  <a:ext cx="1774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87" name="Entrada de lápiz 286">
                  <a:extLst>
                    <a:ext uri="{FF2B5EF4-FFF2-40B4-BE49-F238E27FC236}">
                      <a16:creationId xmlns:a16="http://schemas.microsoft.com/office/drawing/2014/main" id="{3159E501-EABC-8C9C-3B31-8BFB2F522064}"/>
                    </a:ext>
                  </a:extLst>
                </p14:cNvPr>
                <p14:cNvContentPartPr/>
                <p14:nvPr/>
              </p14:nvContentPartPr>
              <p14:xfrm>
                <a:off x="9611515" y="5266064"/>
                <a:ext cx="59040" cy="304560"/>
              </p14:xfrm>
            </p:contentPart>
          </mc:Choice>
          <mc:Fallback>
            <p:pic>
              <p:nvPicPr>
                <p:cNvPr id="287" name="Entrada de lápiz 286">
                  <a:extLst>
                    <a:ext uri="{FF2B5EF4-FFF2-40B4-BE49-F238E27FC236}">
                      <a16:creationId xmlns:a16="http://schemas.microsoft.com/office/drawing/2014/main" id="{3159E501-EABC-8C9C-3B31-8BFB2F522064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9605395" y="5259944"/>
                  <a:ext cx="712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74" name="Entrada de lápiz 273">
                  <a:extLst>
                    <a:ext uri="{FF2B5EF4-FFF2-40B4-BE49-F238E27FC236}">
                      <a16:creationId xmlns:a16="http://schemas.microsoft.com/office/drawing/2014/main" id="{95D8722C-0F00-6C10-D672-B2AE2C374297}"/>
                    </a:ext>
                  </a:extLst>
                </p14:cNvPr>
                <p14:cNvContentPartPr/>
                <p14:nvPr/>
              </p14:nvContentPartPr>
              <p14:xfrm>
                <a:off x="7279435" y="5782664"/>
                <a:ext cx="230040" cy="35280"/>
              </p14:xfrm>
            </p:contentPart>
          </mc:Choice>
          <mc:Fallback>
            <p:pic>
              <p:nvPicPr>
                <p:cNvPr id="274" name="Entrada de lápiz 273">
                  <a:extLst>
                    <a:ext uri="{FF2B5EF4-FFF2-40B4-BE49-F238E27FC236}">
                      <a16:creationId xmlns:a16="http://schemas.microsoft.com/office/drawing/2014/main" id="{95D8722C-0F00-6C10-D672-B2AE2C374297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273315" y="5776544"/>
                  <a:ext cx="2422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75" name="Entrada de lápiz 274">
                  <a:extLst>
                    <a:ext uri="{FF2B5EF4-FFF2-40B4-BE49-F238E27FC236}">
                      <a16:creationId xmlns:a16="http://schemas.microsoft.com/office/drawing/2014/main" id="{06D4EBDA-5A9B-5252-F22C-00B3A73C8084}"/>
                    </a:ext>
                  </a:extLst>
                </p14:cNvPr>
                <p14:cNvContentPartPr/>
                <p14:nvPr/>
              </p14:nvContentPartPr>
              <p14:xfrm>
                <a:off x="7613875" y="5530664"/>
                <a:ext cx="345960" cy="257400"/>
              </p14:xfrm>
            </p:contentPart>
          </mc:Choice>
          <mc:Fallback>
            <p:pic>
              <p:nvPicPr>
                <p:cNvPr id="275" name="Entrada de lápiz 274">
                  <a:extLst>
                    <a:ext uri="{FF2B5EF4-FFF2-40B4-BE49-F238E27FC236}">
                      <a16:creationId xmlns:a16="http://schemas.microsoft.com/office/drawing/2014/main" id="{06D4EBDA-5A9B-5252-F22C-00B3A73C8084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7607755" y="5524544"/>
                  <a:ext cx="3582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77" name="Entrada de lápiz 276">
                  <a:extLst>
                    <a:ext uri="{FF2B5EF4-FFF2-40B4-BE49-F238E27FC236}">
                      <a16:creationId xmlns:a16="http://schemas.microsoft.com/office/drawing/2014/main" id="{31586DED-5C0B-179C-B4E6-EC1E72290451}"/>
                    </a:ext>
                  </a:extLst>
                </p14:cNvPr>
                <p14:cNvContentPartPr/>
                <p14:nvPr/>
              </p14:nvContentPartPr>
              <p14:xfrm>
                <a:off x="8009155" y="5643344"/>
                <a:ext cx="75960" cy="203760"/>
              </p14:xfrm>
            </p:contentPart>
          </mc:Choice>
          <mc:Fallback>
            <p:pic>
              <p:nvPicPr>
                <p:cNvPr id="277" name="Entrada de lápiz 276">
                  <a:extLst>
                    <a:ext uri="{FF2B5EF4-FFF2-40B4-BE49-F238E27FC236}">
                      <a16:creationId xmlns:a16="http://schemas.microsoft.com/office/drawing/2014/main" id="{31586DED-5C0B-179C-B4E6-EC1E72290451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8003035" y="5637224"/>
                  <a:ext cx="882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78" name="Entrada de lápiz 277">
                  <a:extLst>
                    <a:ext uri="{FF2B5EF4-FFF2-40B4-BE49-F238E27FC236}">
                      <a16:creationId xmlns:a16="http://schemas.microsoft.com/office/drawing/2014/main" id="{E677BB22-7DFC-5CF3-06F3-4A0D29464C93}"/>
                    </a:ext>
                  </a:extLst>
                </p14:cNvPr>
                <p14:cNvContentPartPr/>
                <p14:nvPr/>
              </p14:nvContentPartPr>
              <p14:xfrm>
                <a:off x="8232715" y="5428424"/>
                <a:ext cx="188280" cy="33120"/>
              </p14:xfrm>
            </p:contentPart>
          </mc:Choice>
          <mc:Fallback>
            <p:pic>
              <p:nvPicPr>
                <p:cNvPr id="278" name="Entrada de lápiz 277">
                  <a:extLst>
                    <a:ext uri="{FF2B5EF4-FFF2-40B4-BE49-F238E27FC236}">
                      <a16:creationId xmlns:a16="http://schemas.microsoft.com/office/drawing/2014/main" id="{E677BB22-7DFC-5CF3-06F3-4A0D29464C93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226595" y="5422304"/>
                  <a:ext cx="2005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79" name="Entrada de lápiz 278">
                  <a:extLst>
                    <a:ext uri="{FF2B5EF4-FFF2-40B4-BE49-F238E27FC236}">
                      <a16:creationId xmlns:a16="http://schemas.microsoft.com/office/drawing/2014/main" id="{BB75041B-EA78-51CE-DC84-DDDF76E41E5B}"/>
                    </a:ext>
                  </a:extLst>
                </p14:cNvPr>
                <p14:cNvContentPartPr/>
                <p14:nvPr/>
              </p14:nvContentPartPr>
              <p14:xfrm>
                <a:off x="8306515" y="5415464"/>
                <a:ext cx="29520" cy="269640"/>
              </p14:xfrm>
            </p:contentPart>
          </mc:Choice>
          <mc:Fallback>
            <p:pic>
              <p:nvPicPr>
                <p:cNvPr id="279" name="Entrada de lápiz 278">
                  <a:extLst>
                    <a:ext uri="{FF2B5EF4-FFF2-40B4-BE49-F238E27FC236}">
                      <a16:creationId xmlns:a16="http://schemas.microsoft.com/office/drawing/2014/main" id="{BB75041B-EA78-51CE-DC84-DDDF76E41E5B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8300395" y="5409344"/>
                  <a:ext cx="417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80" name="Entrada de lápiz 279">
                  <a:extLst>
                    <a:ext uri="{FF2B5EF4-FFF2-40B4-BE49-F238E27FC236}">
                      <a16:creationId xmlns:a16="http://schemas.microsoft.com/office/drawing/2014/main" id="{37778C9B-6E81-70CD-77C2-261A11095CBA}"/>
                    </a:ext>
                  </a:extLst>
                </p14:cNvPr>
                <p14:cNvContentPartPr/>
                <p14:nvPr/>
              </p14:nvContentPartPr>
              <p14:xfrm>
                <a:off x="8210395" y="5649464"/>
                <a:ext cx="224640" cy="42840"/>
              </p14:xfrm>
            </p:contentPart>
          </mc:Choice>
          <mc:Fallback>
            <p:pic>
              <p:nvPicPr>
                <p:cNvPr id="280" name="Entrada de lápiz 279">
                  <a:extLst>
                    <a:ext uri="{FF2B5EF4-FFF2-40B4-BE49-F238E27FC236}">
                      <a16:creationId xmlns:a16="http://schemas.microsoft.com/office/drawing/2014/main" id="{37778C9B-6E81-70CD-77C2-261A11095CBA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8204275" y="5643344"/>
                  <a:ext cx="2368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81" name="Entrada de lápiz 280">
                  <a:extLst>
                    <a:ext uri="{FF2B5EF4-FFF2-40B4-BE49-F238E27FC236}">
                      <a16:creationId xmlns:a16="http://schemas.microsoft.com/office/drawing/2014/main" id="{C738E1F0-905A-4889-002B-B472A1D4DB6F}"/>
                    </a:ext>
                  </a:extLst>
                </p14:cNvPr>
                <p14:cNvContentPartPr/>
                <p14:nvPr/>
              </p14:nvContentPartPr>
              <p14:xfrm>
                <a:off x="8499835" y="5420864"/>
                <a:ext cx="209880" cy="259560"/>
              </p14:xfrm>
            </p:contentPart>
          </mc:Choice>
          <mc:Fallback>
            <p:pic>
              <p:nvPicPr>
                <p:cNvPr id="281" name="Entrada de lápiz 280">
                  <a:extLst>
                    <a:ext uri="{FF2B5EF4-FFF2-40B4-BE49-F238E27FC236}">
                      <a16:creationId xmlns:a16="http://schemas.microsoft.com/office/drawing/2014/main" id="{C738E1F0-905A-4889-002B-B472A1D4DB6F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8493715" y="5414744"/>
                  <a:ext cx="2221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82" name="Entrada de lápiz 281">
                  <a:extLst>
                    <a:ext uri="{FF2B5EF4-FFF2-40B4-BE49-F238E27FC236}">
                      <a16:creationId xmlns:a16="http://schemas.microsoft.com/office/drawing/2014/main" id="{B244852C-D1C9-840A-A351-DF857C4BF0B8}"/>
                    </a:ext>
                  </a:extLst>
                </p14:cNvPr>
                <p14:cNvContentPartPr/>
                <p14:nvPr/>
              </p14:nvContentPartPr>
              <p14:xfrm>
                <a:off x="8748955" y="5370824"/>
                <a:ext cx="131400" cy="161280"/>
              </p14:xfrm>
            </p:contentPart>
          </mc:Choice>
          <mc:Fallback>
            <p:pic>
              <p:nvPicPr>
                <p:cNvPr id="282" name="Entrada de lápiz 281">
                  <a:extLst>
                    <a:ext uri="{FF2B5EF4-FFF2-40B4-BE49-F238E27FC236}">
                      <a16:creationId xmlns:a16="http://schemas.microsoft.com/office/drawing/2014/main" id="{B244852C-D1C9-840A-A351-DF857C4BF0B8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8742835" y="5364704"/>
                  <a:ext cx="1436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83" name="Entrada de lápiz 282">
                  <a:extLst>
                    <a:ext uri="{FF2B5EF4-FFF2-40B4-BE49-F238E27FC236}">
                      <a16:creationId xmlns:a16="http://schemas.microsoft.com/office/drawing/2014/main" id="{254CE193-7684-0E44-4493-E13728E092D1}"/>
                    </a:ext>
                  </a:extLst>
                </p14:cNvPr>
                <p14:cNvContentPartPr/>
                <p14:nvPr/>
              </p14:nvContentPartPr>
              <p14:xfrm>
                <a:off x="8761915" y="5344544"/>
                <a:ext cx="190800" cy="288360"/>
              </p14:xfrm>
            </p:contentPart>
          </mc:Choice>
          <mc:Fallback>
            <p:pic>
              <p:nvPicPr>
                <p:cNvPr id="283" name="Entrada de lápiz 282">
                  <a:extLst>
                    <a:ext uri="{FF2B5EF4-FFF2-40B4-BE49-F238E27FC236}">
                      <a16:creationId xmlns:a16="http://schemas.microsoft.com/office/drawing/2014/main" id="{254CE193-7684-0E44-4493-E13728E092D1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8755795" y="5338424"/>
                  <a:ext cx="2030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89" name="Entrada de lápiz 288">
                  <a:extLst>
                    <a:ext uri="{FF2B5EF4-FFF2-40B4-BE49-F238E27FC236}">
                      <a16:creationId xmlns:a16="http://schemas.microsoft.com/office/drawing/2014/main" id="{630527B2-27F0-E9F5-074C-EB5F5F1ACD9D}"/>
                    </a:ext>
                  </a:extLst>
                </p14:cNvPr>
                <p14:cNvContentPartPr/>
                <p14:nvPr/>
              </p14:nvContentPartPr>
              <p14:xfrm>
                <a:off x="7551955" y="5910104"/>
                <a:ext cx="556920" cy="76320"/>
              </p14:xfrm>
            </p:contentPart>
          </mc:Choice>
          <mc:Fallback>
            <p:pic>
              <p:nvPicPr>
                <p:cNvPr id="289" name="Entrada de lápiz 288">
                  <a:extLst>
                    <a:ext uri="{FF2B5EF4-FFF2-40B4-BE49-F238E27FC236}">
                      <a16:creationId xmlns:a16="http://schemas.microsoft.com/office/drawing/2014/main" id="{630527B2-27F0-E9F5-074C-EB5F5F1ACD9D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7545835" y="5903984"/>
                  <a:ext cx="5691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90" name="Entrada de lápiz 289">
                  <a:extLst>
                    <a:ext uri="{FF2B5EF4-FFF2-40B4-BE49-F238E27FC236}">
                      <a16:creationId xmlns:a16="http://schemas.microsoft.com/office/drawing/2014/main" id="{6EC79CDD-B334-8866-B9E4-413C448C1F8C}"/>
                    </a:ext>
                  </a:extLst>
                </p14:cNvPr>
                <p14:cNvContentPartPr/>
                <p14:nvPr/>
              </p14:nvContentPartPr>
              <p14:xfrm>
                <a:off x="7699195" y="6036104"/>
                <a:ext cx="264240" cy="186480"/>
              </p14:xfrm>
            </p:contentPart>
          </mc:Choice>
          <mc:Fallback>
            <p:pic>
              <p:nvPicPr>
                <p:cNvPr id="290" name="Entrada de lápiz 289">
                  <a:extLst>
                    <a:ext uri="{FF2B5EF4-FFF2-40B4-BE49-F238E27FC236}">
                      <a16:creationId xmlns:a16="http://schemas.microsoft.com/office/drawing/2014/main" id="{6EC79CDD-B334-8866-B9E4-413C448C1F8C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7693075" y="6029984"/>
                  <a:ext cx="2764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91" name="Entrada de lápiz 290">
                  <a:extLst>
                    <a:ext uri="{FF2B5EF4-FFF2-40B4-BE49-F238E27FC236}">
                      <a16:creationId xmlns:a16="http://schemas.microsoft.com/office/drawing/2014/main" id="{543A7E50-4E42-6843-C7EA-DC62B513D72B}"/>
                    </a:ext>
                  </a:extLst>
                </p14:cNvPr>
                <p14:cNvContentPartPr/>
                <p14:nvPr/>
              </p14:nvContentPartPr>
              <p14:xfrm>
                <a:off x="8029315" y="6064904"/>
                <a:ext cx="154800" cy="196200"/>
              </p14:xfrm>
            </p:contentPart>
          </mc:Choice>
          <mc:Fallback>
            <p:pic>
              <p:nvPicPr>
                <p:cNvPr id="291" name="Entrada de lápiz 290">
                  <a:extLst>
                    <a:ext uri="{FF2B5EF4-FFF2-40B4-BE49-F238E27FC236}">
                      <a16:creationId xmlns:a16="http://schemas.microsoft.com/office/drawing/2014/main" id="{543A7E50-4E42-6843-C7EA-DC62B513D72B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8023195" y="6058784"/>
                  <a:ext cx="1670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92" name="Entrada de lápiz 291">
                  <a:extLst>
                    <a:ext uri="{FF2B5EF4-FFF2-40B4-BE49-F238E27FC236}">
                      <a16:creationId xmlns:a16="http://schemas.microsoft.com/office/drawing/2014/main" id="{A6EB2B08-7E67-10EA-BA40-EC881B5DF35B}"/>
                    </a:ext>
                  </a:extLst>
                </p14:cNvPr>
                <p14:cNvContentPartPr/>
                <p14:nvPr/>
              </p14:nvContentPartPr>
              <p14:xfrm>
                <a:off x="9520435" y="5757104"/>
                <a:ext cx="237600" cy="25200"/>
              </p14:xfrm>
            </p:contentPart>
          </mc:Choice>
          <mc:Fallback>
            <p:pic>
              <p:nvPicPr>
                <p:cNvPr id="292" name="Entrada de lápiz 291">
                  <a:extLst>
                    <a:ext uri="{FF2B5EF4-FFF2-40B4-BE49-F238E27FC236}">
                      <a16:creationId xmlns:a16="http://schemas.microsoft.com/office/drawing/2014/main" id="{A6EB2B08-7E67-10EA-BA40-EC881B5DF35B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9514315" y="5750984"/>
                  <a:ext cx="249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94" name="Entrada de lápiz 293">
                  <a:extLst>
                    <a:ext uri="{FF2B5EF4-FFF2-40B4-BE49-F238E27FC236}">
                      <a16:creationId xmlns:a16="http://schemas.microsoft.com/office/drawing/2014/main" id="{542E8945-4778-ED06-7C87-1FF3A268F768}"/>
                    </a:ext>
                  </a:extLst>
                </p14:cNvPr>
                <p14:cNvContentPartPr/>
                <p14:nvPr/>
              </p14:nvContentPartPr>
              <p14:xfrm>
                <a:off x="9556795" y="5834864"/>
                <a:ext cx="241920" cy="290880"/>
              </p14:xfrm>
            </p:contentPart>
          </mc:Choice>
          <mc:Fallback>
            <p:pic>
              <p:nvPicPr>
                <p:cNvPr id="294" name="Entrada de lápiz 293">
                  <a:extLst>
                    <a:ext uri="{FF2B5EF4-FFF2-40B4-BE49-F238E27FC236}">
                      <a16:creationId xmlns:a16="http://schemas.microsoft.com/office/drawing/2014/main" id="{542E8945-4778-ED06-7C87-1FF3A268F768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550675" y="5828744"/>
                  <a:ext cx="2541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95" name="Entrada de lápiz 294">
                  <a:extLst>
                    <a:ext uri="{FF2B5EF4-FFF2-40B4-BE49-F238E27FC236}">
                      <a16:creationId xmlns:a16="http://schemas.microsoft.com/office/drawing/2014/main" id="{8B37C965-5729-D26D-B638-B09A5C5A115A}"/>
                    </a:ext>
                  </a:extLst>
                </p14:cNvPr>
                <p14:cNvContentPartPr/>
                <p14:nvPr/>
              </p14:nvContentPartPr>
              <p14:xfrm>
                <a:off x="9850195" y="5991464"/>
                <a:ext cx="79560" cy="188640"/>
              </p14:xfrm>
            </p:contentPart>
          </mc:Choice>
          <mc:Fallback>
            <p:pic>
              <p:nvPicPr>
                <p:cNvPr id="295" name="Entrada de lápiz 294">
                  <a:extLst>
                    <a:ext uri="{FF2B5EF4-FFF2-40B4-BE49-F238E27FC236}">
                      <a16:creationId xmlns:a16="http://schemas.microsoft.com/office/drawing/2014/main" id="{8B37C965-5729-D26D-B638-B09A5C5A115A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844075" y="5985344"/>
                  <a:ext cx="918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97" name="Entrada de lápiz 296">
                  <a:extLst>
                    <a:ext uri="{FF2B5EF4-FFF2-40B4-BE49-F238E27FC236}">
                      <a16:creationId xmlns:a16="http://schemas.microsoft.com/office/drawing/2014/main" id="{DD9DAF4F-7887-B134-351D-59945DE1D9BF}"/>
                    </a:ext>
                  </a:extLst>
                </p14:cNvPr>
                <p14:cNvContentPartPr/>
                <p14:nvPr/>
              </p14:nvContentPartPr>
              <p14:xfrm>
                <a:off x="5977675" y="5135744"/>
                <a:ext cx="4149360" cy="1412640"/>
              </p14:xfrm>
            </p:contentPart>
          </mc:Choice>
          <mc:Fallback>
            <p:pic>
              <p:nvPicPr>
                <p:cNvPr id="297" name="Entrada de lápiz 296">
                  <a:extLst>
                    <a:ext uri="{FF2B5EF4-FFF2-40B4-BE49-F238E27FC236}">
                      <a16:creationId xmlns:a16="http://schemas.microsoft.com/office/drawing/2014/main" id="{DD9DAF4F-7887-B134-351D-59945DE1D9BF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5971555" y="5129624"/>
                  <a:ext cx="4161600" cy="14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99" name="Entrada de lápiz 298">
                  <a:extLst>
                    <a:ext uri="{FF2B5EF4-FFF2-40B4-BE49-F238E27FC236}">
                      <a16:creationId xmlns:a16="http://schemas.microsoft.com/office/drawing/2014/main" id="{951BC770-234A-5D99-299E-FEFDC84EEA8C}"/>
                    </a:ext>
                  </a:extLst>
                </p14:cNvPr>
                <p14:cNvContentPartPr/>
                <p14:nvPr/>
              </p14:nvContentPartPr>
              <p14:xfrm>
                <a:off x="6122035" y="4626704"/>
                <a:ext cx="132480" cy="852840"/>
              </p14:xfrm>
            </p:contentPart>
          </mc:Choice>
          <mc:Fallback>
            <p:pic>
              <p:nvPicPr>
                <p:cNvPr id="299" name="Entrada de lápiz 298">
                  <a:extLst>
                    <a:ext uri="{FF2B5EF4-FFF2-40B4-BE49-F238E27FC236}">
                      <a16:creationId xmlns:a16="http://schemas.microsoft.com/office/drawing/2014/main" id="{951BC770-234A-5D99-299E-FEFDC84EEA8C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6115915" y="4620584"/>
                  <a:ext cx="144720" cy="86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00" name="Entrada de lápiz 299">
                  <a:extLst>
                    <a:ext uri="{FF2B5EF4-FFF2-40B4-BE49-F238E27FC236}">
                      <a16:creationId xmlns:a16="http://schemas.microsoft.com/office/drawing/2014/main" id="{5F3F5A84-F025-AE15-60DB-5A8D7E1E7FD4}"/>
                    </a:ext>
                  </a:extLst>
                </p14:cNvPr>
                <p14:cNvContentPartPr/>
                <p14:nvPr/>
              </p14:nvContentPartPr>
              <p14:xfrm>
                <a:off x="6054715" y="4528424"/>
                <a:ext cx="102960" cy="123480"/>
              </p14:xfrm>
            </p:contentPart>
          </mc:Choice>
          <mc:Fallback>
            <p:pic>
              <p:nvPicPr>
                <p:cNvPr id="300" name="Entrada de lápiz 299">
                  <a:extLst>
                    <a:ext uri="{FF2B5EF4-FFF2-40B4-BE49-F238E27FC236}">
                      <a16:creationId xmlns:a16="http://schemas.microsoft.com/office/drawing/2014/main" id="{5F3F5A84-F025-AE15-60DB-5A8D7E1E7FD4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6048595" y="4522304"/>
                  <a:ext cx="115200" cy="135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09550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4">
            <a:extLst>
              <a:ext uri="{FF2B5EF4-FFF2-40B4-BE49-F238E27FC236}">
                <a16:creationId xmlns:a16="http://schemas.microsoft.com/office/drawing/2014/main" id="{03DAF1B1-C566-5437-2DCB-3301FE3BBAEC}"/>
              </a:ext>
            </a:extLst>
          </p:cNvPr>
          <p:cNvGrpSpPr/>
          <p:nvPr/>
        </p:nvGrpSpPr>
        <p:grpSpPr>
          <a:xfrm>
            <a:off x="203995" y="122024"/>
            <a:ext cx="1109160" cy="496800"/>
            <a:chOff x="203995" y="122024"/>
            <a:chExt cx="1109160" cy="49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9D171805-0FC3-3073-4C7B-08711F700671}"/>
                    </a:ext>
                  </a:extLst>
                </p14:cNvPr>
                <p14:cNvContentPartPr/>
                <p14:nvPr/>
              </p14:nvContentPartPr>
              <p14:xfrm>
                <a:off x="329635" y="275744"/>
                <a:ext cx="186840" cy="34308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9D171805-0FC3-3073-4C7B-08711F70067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23515" y="269624"/>
                  <a:ext cx="19908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755741A7-3105-6B43-F3BD-AF263AD81198}"/>
                    </a:ext>
                  </a:extLst>
                </p14:cNvPr>
                <p14:cNvContentPartPr/>
                <p14:nvPr/>
              </p14:nvContentPartPr>
              <p14:xfrm>
                <a:off x="295795" y="271424"/>
                <a:ext cx="91800" cy="17100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755741A7-3105-6B43-F3BD-AF263AD8119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9675" y="265304"/>
                  <a:ext cx="1040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D0FCDA28-DF74-8BBE-CA58-146B969FDF1C}"/>
                    </a:ext>
                  </a:extLst>
                </p14:cNvPr>
                <p14:cNvContentPartPr/>
                <p14:nvPr/>
              </p14:nvContentPartPr>
              <p14:xfrm>
                <a:off x="203995" y="122024"/>
                <a:ext cx="310680" cy="13680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D0FCDA28-DF74-8BBE-CA58-146B969FDF1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7875" y="115904"/>
                  <a:ext cx="3229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0EA70340-CE80-2E39-F64B-74F2FEF83CE7}"/>
                    </a:ext>
                  </a:extLst>
                </p14:cNvPr>
                <p14:cNvContentPartPr/>
                <p14:nvPr/>
              </p14:nvContentPartPr>
              <p14:xfrm>
                <a:off x="486955" y="403184"/>
                <a:ext cx="174600" cy="972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0EA70340-CE80-2E39-F64B-74F2FEF83CE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0835" y="397064"/>
                  <a:ext cx="1868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B57104A4-25C4-F3DE-BF91-00F8CE316BCA}"/>
                    </a:ext>
                  </a:extLst>
                </p14:cNvPr>
                <p14:cNvContentPartPr/>
                <p14:nvPr/>
              </p14:nvContentPartPr>
              <p14:xfrm>
                <a:off x="415675" y="474104"/>
                <a:ext cx="231840" cy="2700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B57104A4-25C4-F3DE-BF91-00F8CE316BC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09555" y="467984"/>
                  <a:ext cx="2440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511FA518-87B2-2346-9D6C-0EC50160B62A}"/>
                    </a:ext>
                  </a:extLst>
                </p14:cNvPr>
                <p14:cNvContentPartPr/>
                <p14:nvPr/>
              </p14:nvContentPartPr>
              <p14:xfrm>
                <a:off x="812395" y="130664"/>
                <a:ext cx="184680" cy="40896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511FA518-87B2-2346-9D6C-0EC50160B62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6275" y="124544"/>
                  <a:ext cx="19692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CB4887BF-F5A4-FB73-69DA-A820568042EA}"/>
                    </a:ext>
                  </a:extLst>
                </p14:cNvPr>
                <p14:cNvContentPartPr/>
                <p14:nvPr/>
              </p14:nvContentPartPr>
              <p14:xfrm>
                <a:off x="731395" y="339824"/>
                <a:ext cx="203040" cy="3636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CB4887BF-F5A4-FB73-69DA-A820568042E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25275" y="333704"/>
                  <a:ext cx="2152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121B744F-2478-90D4-C419-53D4E2B0A581}"/>
                    </a:ext>
                  </a:extLst>
                </p14:cNvPr>
                <p14:cNvContentPartPr/>
                <p14:nvPr/>
              </p14:nvContentPartPr>
              <p14:xfrm>
                <a:off x="1172395" y="177104"/>
                <a:ext cx="140760" cy="40896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121B744F-2478-90D4-C419-53D4E2B0A58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66275" y="170984"/>
                  <a:ext cx="153000" cy="42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8E2F6960-8DF7-53BF-FA83-39346158394D}"/>
              </a:ext>
            </a:extLst>
          </p:cNvPr>
          <p:cNvGrpSpPr/>
          <p:nvPr/>
        </p:nvGrpSpPr>
        <p:grpSpPr>
          <a:xfrm>
            <a:off x="1289755" y="155504"/>
            <a:ext cx="2265840" cy="425520"/>
            <a:chOff x="1289755" y="155504"/>
            <a:chExt cx="2265840" cy="42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B962002D-E641-247F-A12E-D3D6D35FE6C9}"/>
                    </a:ext>
                  </a:extLst>
                </p14:cNvPr>
                <p14:cNvContentPartPr/>
                <p14:nvPr/>
              </p14:nvContentPartPr>
              <p14:xfrm>
                <a:off x="1289755" y="259544"/>
                <a:ext cx="258840" cy="21312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B962002D-E641-247F-A12E-D3D6D35FE6C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83635" y="253424"/>
                  <a:ext cx="2710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BCC2711F-618F-E2E6-98B2-BDB9CCF6508F}"/>
                    </a:ext>
                  </a:extLst>
                </p14:cNvPr>
                <p14:cNvContentPartPr/>
                <p14:nvPr/>
              </p14:nvContentPartPr>
              <p14:xfrm>
                <a:off x="1569115" y="363944"/>
                <a:ext cx="72000" cy="17172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BCC2711F-618F-E2E6-98B2-BDB9CCF6508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62995" y="357824"/>
                  <a:ext cx="842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42D5C885-7D63-5200-73C4-97AE5E9912F1}"/>
                    </a:ext>
                  </a:extLst>
                </p14:cNvPr>
                <p14:cNvContentPartPr/>
                <p14:nvPr/>
              </p14:nvContentPartPr>
              <p14:xfrm>
                <a:off x="1753435" y="287264"/>
                <a:ext cx="114840" cy="18576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42D5C885-7D63-5200-73C4-97AE5E9912F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47315" y="281144"/>
                  <a:ext cx="1270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81FECEE1-5E00-EBC7-2981-B7002A71F359}"/>
                    </a:ext>
                  </a:extLst>
                </p14:cNvPr>
                <p14:cNvContentPartPr/>
                <p14:nvPr/>
              </p14:nvContentPartPr>
              <p14:xfrm>
                <a:off x="1713835" y="307784"/>
                <a:ext cx="132480" cy="17316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81FECEE1-5E00-EBC7-2981-B7002A71F35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707715" y="301664"/>
                  <a:ext cx="144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411D3293-FCEB-1C82-3DC8-5AAE8E9428A1}"/>
                    </a:ext>
                  </a:extLst>
                </p14:cNvPr>
                <p14:cNvContentPartPr/>
                <p14:nvPr/>
              </p14:nvContentPartPr>
              <p14:xfrm>
                <a:off x="1919035" y="363944"/>
                <a:ext cx="81720" cy="16812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411D3293-FCEB-1C82-3DC8-5AAE8E9428A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12915" y="357824"/>
                  <a:ext cx="939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8D4D5D8B-8AA0-4D70-F888-56FDC0E31AF4}"/>
                    </a:ext>
                  </a:extLst>
                </p14:cNvPr>
                <p14:cNvContentPartPr/>
                <p14:nvPr/>
              </p14:nvContentPartPr>
              <p14:xfrm>
                <a:off x="2107675" y="299144"/>
                <a:ext cx="17640" cy="17748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8D4D5D8B-8AA0-4D70-F888-56FDC0E31AF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01555" y="293024"/>
                  <a:ext cx="298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B0EB8CFA-648C-0991-B292-EDE785CF104C}"/>
                    </a:ext>
                  </a:extLst>
                </p14:cNvPr>
                <p14:cNvContentPartPr/>
                <p14:nvPr/>
              </p14:nvContentPartPr>
              <p14:xfrm>
                <a:off x="2007955" y="385904"/>
                <a:ext cx="205920" cy="2124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B0EB8CFA-648C-0991-B292-EDE785CF104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01835" y="379784"/>
                  <a:ext cx="2181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E0E873A8-FB5B-9DF6-E579-4A07DA582ABB}"/>
                    </a:ext>
                  </a:extLst>
                </p14:cNvPr>
                <p14:cNvContentPartPr/>
                <p14:nvPr/>
              </p14:nvContentPartPr>
              <p14:xfrm>
                <a:off x="2242315" y="255224"/>
                <a:ext cx="233280" cy="20628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E0E873A8-FB5B-9DF6-E579-4A07DA582AB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36195" y="249104"/>
                  <a:ext cx="2455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E59ED412-D631-C351-1156-4D797EDFB4B7}"/>
                    </a:ext>
                  </a:extLst>
                </p14:cNvPr>
                <p14:cNvContentPartPr/>
                <p14:nvPr/>
              </p14:nvContentPartPr>
              <p14:xfrm>
                <a:off x="2482795" y="377264"/>
                <a:ext cx="189360" cy="12672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E59ED412-D631-C351-1156-4D797EDFB4B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76675" y="371144"/>
                  <a:ext cx="2016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3C6B91AC-8DCA-4729-54A2-27A39153BD99}"/>
                    </a:ext>
                  </a:extLst>
                </p14:cNvPr>
                <p14:cNvContentPartPr/>
                <p14:nvPr/>
              </p14:nvContentPartPr>
              <p14:xfrm>
                <a:off x="2734075" y="272864"/>
                <a:ext cx="159120" cy="18108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3C6B91AC-8DCA-4729-54A2-27A39153BD9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27955" y="266744"/>
                  <a:ext cx="1713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41ABBBDE-7195-CEF4-C604-4AC8B413CE7C}"/>
                    </a:ext>
                  </a:extLst>
                </p14:cNvPr>
                <p14:cNvContentPartPr/>
                <p14:nvPr/>
              </p14:nvContentPartPr>
              <p14:xfrm>
                <a:off x="2731195" y="299144"/>
                <a:ext cx="133920" cy="14760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41ABBBDE-7195-CEF4-C604-4AC8B413CE7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725075" y="293024"/>
                  <a:ext cx="1461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94E3B004-47FA-A8FB-A72E-8F978E013798}"/>
                    </a:ext>
                  </a:extLst>
                </p14:cNvPr>
                <p14:cNvContentPartPr/>
                <p14:nvPr/>
              </p14:nvContentPartPr>
              <p14:xfrm>
                <a:off x="2929555" y="406064"/>
                <a:ext cx="163800" cy="11196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94E3B004-47FA-A8FB-A72E-8F978E01379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923435" y="399944"/>
                  <a:ext cx="1760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C94D5D28-3946-EACA-0DE0-5775BD8BF533}"/>
                    </a:ext>
                  </a:extLst>
                </p14:cNvPr>
                <p14:cNvContentPartPr/>
                <p14:nvPr/>
              </p14:nvContentPartPr>
              <p14:xfrm>
                <a:off x="3182995" y="314984"/>
                <a:ext cx="23400" cy="15552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C94D5D28-3946-EACA-0DE0-5775BD8BF53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875" y="308864"/>
                  <a:ext cx="356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CBCBEEDA-127C-0D93-D6C6-A83E42247339}"/>
                    </a:ext>
                  </a:extLst>
                </p14:cNvPr>
                <p14:cNvContentPartPr/>
                <p14:nvPr/>
              </p14:nvContentPartPr>
              <p14:xfrm>
                <a:off x="3126115" y="385904"/>
                <a:ext cx="126000" cy="2592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CBCBEEDA-127C-0D93-D6C6-A83E4224733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119995" y="379784"/>
                  <a:ext cx="1382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37243DD3-D897-80A8-1663-09661825AA53}"/>
                    </a:ext>
                  </a:extLst>
                </p14:cNvPr>
                <p14:cNvContentPartPr/>
                <p14:nvPr/>
              </p14:nvContentPartPr>
              <p14:xfrm>
                <a:off x="3360835" y="329024"/>
                <a:ext cx="114840" cy="12384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37243DD3-D897-80A8-1663-09661825AA5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354715" y="322904"/>
                  <a:ext cx="1270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A0527AEA-AD7B-1F64-891C-71516096ADF5}"/>
                    </a:ext>
                  </a:extLst>
                </p14:cNvPr>
                <p14:cNvContentPartPr/>
                <p14:nvPr/>
              </p14:nvContentPartPr>
              <p14:xfrm>
                <a:off x="3306475" y="256664"/>
                <a:ext cx="34920" cy="23652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A0527AEA-AD7B-1F64-891C-71516096ADF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00355" y="250544"/>
                  <a:ext cx="471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248C7226-3E70-34A0-66FB-88DB6D42705B}"/>
                    </a:ext>
                  </a:extLst>
                </p14:cNvPr>
                <p14:cNvContentPartPr/>
                <p14:nvPr/>
              </p14:nvContentPartPr>
              <p14:xfrm>
                <a:off x="3470275" y="155504"/>
                <a:ext cx="85320" cy="42552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248C7226-3E70-34A0-66FB-88DB6D42705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464155" y="149384"/>
                  <a:ext cx="97560" cy="43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8950859E-55B5-CCD6-BCA1-384F86970239}"/>
              </a:ext>
            </a:extLst>
          </p:cNvPr>
          <p:cNvGrpSpPr/>
          <p:nvPr/>
        </p:nvGrpSpPr>
        <p:grpSpPr>
          <a:xfrm>
            <a:off x="319915" y="780824"/>
            <a:ext cx="2687760" cy="764280"/>
            <a:chOff x="319915" y="780824"/>
            <a:chExt cx="2687760" cy="76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87A4B6F2-C0F7-3500-FFD4-13C8AE352F58}"/>
                    </a:ext>
                  </a:extLst>
                </p14:cNvPr>
                <p14:cNvContentPartPr/>
                <p14:nvPr/>
              </p14:nvContentPartPr>
              <p14:xfrm>
                <a:off x="319915" y="889544"/>
                <a:ext cx="267480" cy="41328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87A4B6F2-C0F7-3500-FFD4-13C8AE352F5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13795" y="883424"/>
                  <a:ext cx="27972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E42920E9-2570-2F54-EEDF-0229D1FBE187}"/>
                    </a:ext>
                  </a:extLst>
                </p14:cNvPr>
                <p14:cNvContentPartPr/>
                <p14:nvPr/>
              </p14:nvContentPartPr>
              <p14:xfrm>
                <a:off x="642835" y="1031024"/>
                <a:ext cx="160920" cy="3132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E42920E9-2570-2F54-EEDF-0229D1FBE18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36715" y="1024904"/>
                  <a:ext cx="1731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D35854D9-4D8B-C2E4-E8AB-EC5975381588}"/>
                    </a:ext>
                  </a:extLst>
                </p14:cNvPr>
                <p14:cNvContentPartPr/>
                <p14:nvPr/>
              </p14:nvContentPartPr>
              <p14:xfrm>
                <a:off x="619795" y="1163144"/>
                <a:ext cx="201600" cy="3312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D35854D9-4D8B-C2E4-E8AB-EC597538158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13675" y="1157024"/>
                  <a:ext cx="2138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B66120C5-004A-4099-FF0F-64B288E5BF76}"/>
                    </a:ext>
                  </a:extLst>
                </p14:cNvPr>
                <p14:cNvContentPartPr/>
                <p14:nvPr/>
              </p14:nvContentPartPr>
              <p14:xfrm>
                <a:off x="1015075" y="953264"/>
                <a:ext cx="144360" cy="31716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B66120C5-004A-4099-FF0F-64B288E5BF7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8955" y="947144"/>
                  <a:ext cx="1566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A98114FA-EE76-CA2E-5A12-7FCC9CE18AEA}"/>
                    </a:ext>
                  </a:extLst>
                </p14:cNvPr>
                <p14:cNvContentPartPr/>
                <p14:nvPr/>
              </p14:nvContentPartPr>
              <p14:xfrm>
                <a:off x="840835" y="1308944"/>
                <a:ext cx="522000" cy="3276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A98114FA-EE76-CA2E-5A12-7FCC9CE18AE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34715" y="1302824"/>
                  <a:ext cx="5342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83B584AE-346E-762D-1F66-56C8B23D958C}"/>
                    </a:ext>
                  </a:extLst>
                </p14:cNvPr>
                <p14:cNvContentPartPr/>
                <p14:nvPr/>
              </p14:nvContentPartPr>
              <p14:xfrm>
                <a:off x="1034515" y="1361504"/>
                <a:ext cx="204840" cy="18360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83B584AE-346E-762D-1F66-56C8B23D958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28395" y="1355384"/>
                  <a:ext cx="2170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9041BE8A-73C2-F189-C9A4-84507D3402D2}"/>
                    </a:ext>
                  </a:extLst>
                </p14:cNvPr>
                <p14:cNvContentPartPr/>
                <p14:nvPr/>
              </p14:nvContentPartPr>
              <p14:xfrm>
                <a:off x="1470115" y="1090424"/>
                <a:ext cx="211680" cy="21744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9041BE8A-73C2-F189-C9A4-84507D3402D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463995" y="1084304"/>
                  <a:ext cx="2239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18653475-43A4-2CB8-0F2E-D13916CE0D02}"/>
                    </a:ext>
                  </a:extLst>
                </p14:cNvPr>
                <p14:cNvContentPartPr/>
                <p14:nvPr/>
              </p14:nvContentPartPr>
              <p14:xfrm>
                <a:off x="1493875" y="1337744"/>
                <a:ext cx="31680" cy="11628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18653475-43A4-2CB8-0F2E-D13916CE0D0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487755" y="1331624"/>
                  <a:ext cx="439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7381AA7B-F756-145F-3146-ED3CFA7E7D8E}"/>
                    </a:ext>
                  </a:extLst>
                </p14:cNvPr>
                <p14:cNvContentPartPr/>
                <p14:nvPr/>
              </p14:nvContentPartPr>
              <p14:xfrm>
                <a:off x="1559755" y="1360064"/>
                <a:ext cx="75600" cy="1440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7381AA7B-F756-145F-3146-ED3CFA7E7D8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553635" y="1353944"/>
                  <a:ext cx="878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2521D46F-F865-B72F-1E74-057727E33034}"/>
                    </a:ext>
                  </a:extLst>
                </p14:cNvPr>
                <p14:cNvContentPartPr/>
                <p14:nvPr/>
              </p14:nvContentPartPr>
              <p14:xfrm>
                <a:off x="1541035" y="1416224"/>
                <a:ext cx="123480" cy="1728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2521D46F-F865-B72F-1E74-057727E3303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534915" y="1410104"/>
                  <a:ext cx="1357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F0375753-6F0A-755C-7ECA-FDF9ECD19D2E}"/>
                    </a:ext>
                  </a:extLst>
                </p14:cNvPr>
                <p14:cNvContentPartPr/>
                <p14:nvPr/>
              </p14:nvContentPartPr>
              <p14:xfrm>
                <a:off x="1688995" y="1356464"/>
                <a:ext cx="76680" cy="9180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F0375753-6F0A-755C-7ECA-FDF9ECD19D2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682875" y="1350344"/>
                  <a:ext cx="889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A01EC801-6CBA-5CA3-C511-EE950379AD5D}"/>
                    </a:ext>
                  </a:extLst>
                </p14:cNvPr>
                <p14:cNvContentPartPr/>
                <p14:nvPr/>
              </p14:nvContentPartPr>
              <p14:xfrm>
                <a:off x="1533475" y="889184"/>
                <a:ext cx="123840" cy="12744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A01EC801-6CBA-5CA3-C511-EE950379AD5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527355" y="883064"/>
                  <a:ext cx="1360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7DF7838F-EC90-5F62-0A99-C98D010025F7}"/>
                    </a:ext>
                  </a:extLst>
                </p14:cNvPr>
                <p14:cNvContentPartPr/>
                <p14:nvPr/>
              </p14:nvContentPartPr>
              <p14:xfrm>
                <a:off x="2003995" y="1052984"/>
                <a:ext cx="77400" cy="20700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7DF7838F-EC90-5F62-0A99-C98D010025F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997875" y="1046864"/>
                  <a:ext cx="896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5928A70D-8BA4-1C01-EA6A-3F4CB5FF446C}"/>
                    </a:ext>
                  </a:extLst>
                </p14:cNvPr>
                <p14:cNvContentPartPr/>
                <p14:nvPr/>
              </p14:nvContentPartPr>
              <p14:xfrm>
                <a:off x="1889515" y="1052984"/>
                <a:ext cx="100440" cy="9720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5928A70D-8BA4-1C01-EA6A-3F4CB5FF446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83395" y="1046864"/>
                  <a:ext cx="1126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74FF756C-56EE-B361-7A35-C7FB604549C6}"/>
                    </a:ext>
                  </a:extLst>
                </p14:cNvPr>
                <p14:cNvContentPartPr/>
                <p14:nvPr/>
              </p14:nvContentPartPr>
              <p14:xfrm>
                <a:off x="2171035" y="1144064"/>
                <a:ext cx="203760" cy="2520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74FF756C-56EE-B361-7A35-C7FB604549C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164915" y="1137944"/>
                  <a:ext cx="216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BA3D205D-D032-5F74-18E8-CA40402C560F}"/>
                    </a:ext>
                  </a:extLst>
                </p14:cNvPr>
                <p14:cNvContentPartPr/>
                <p14:nvPr/>
              </p14:nvContentPartPr>
              <p14:xfrm>
                <a:off x="2520595" y="1031024"/>
                <a:ext cx="90000" cy="21600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BA3D205D-D032-5F74-18E8-CA40402C560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514475" y="1024904"/>
                  <a:ext cx="1022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F6EF1E01-64A7-E134-9332-52E57E070A0D}"/>
                    </a:ext>
                  </a:extLst>
                </p14:cNvPr>
                <p14:cNvContentPartPr/>
                <p14:nvPr/>
              </p14:nvContentPartPr>
              <p14:xfrm>
                <a:off x="2485675" y="1055864"/>
                <a:ext cx="43560" cy="10764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F6EF1E01-64A7-E134-9332-52E57E070A0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479555" y="1049744"/>
                  <a:ext cx="558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9B672247-9856-4415-21F1-F1BDBD2C78AA}"/>
                    </a:ext>
                  </a:extLst>
                </p14:cNvPr>
                <p14:cNvContentPartPr/>
                <p14:nvPr/>
              </p14:nvContentPartPr>
              <p14:xfrm>
                <a:off x="2630035" y="1204904"/>
                <a:ext cx="6120" cy="5364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9B672247-9856-4415-21F1-F1BDBD2C78A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623915" y="1198784"/>
                  <a:ext cx="183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BD96803E-2156-FBA4-7938-37A3EC8272D6}"/>
                    </a:ext>
                  </a:extLst>
                </p14:cNvPr>
                <p14:cNvContentPartPr/>
                <p14:nvPr/>
              </p14:nvContentPartPr>
              <p14:xfrm>
                <a:off x="2615995" y="1146944"/>
                <a:ext cx="14400" cy="1476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BD96803E-2156-FBA4-7938-37A3EC8272D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609875" y="1140824"/>
                  <a:ext cx="266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ADDCAA66-B0CC-7407-3A82-13D910337583}"/>
                    </a:ext>
                  </a:extLst>
                </p14:cNvPr>
                <p14:cNvContentPartPr/>
                <p14:nvPr/>
              </p14:nvContentPartPr>
              <p14:xfrm>
                <a:off x="2067355" y="1212104"/>
                <a:ext cx="12240" cy="5976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ADDCAA66-B0CC-7407-3A82-13D91033758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061235" y="1205984"/>
                  <a:ext cx="244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77071895-E07C-664F-C26A-8729D28F439D}"/>
                    </a:ext>
                  </a:extLst>
                </p14:cNvPr>
                <p14:cNvContentPartPr/>
                <p14:nvPr/>
              </p14:nvContentPartPr>
              <p14:xfrm>
                <a:off x="2066275" y="1180064"/>
                <a:ext cx="7560" cy="792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77071895-E07C-664F-C26A-8729D28F439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060155" y="1173944"/>
                  <a:ext cx="198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82E3A53D-C474-B4AE-EA52-5F0C9EFAE238}"/>
                    </a:ext>
                  </a:extLst>
                </p14:cNvPr>
                <p14:cNvContentPartPr/>
                <p14:nvPr/>
              </p14:nvContentPartPr>
              <p14:xfrm>
                <a:off x="2435995" y="890624"/>
                <a:ext cx="188640" cy="11448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82E3A53D-C474-B4AE-EA52-5F0C9EFAE23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29875" y="884504"/>
                  <a:ext cx="2008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70602508-98C3-F613-878F-33AF11FB3AC7}"/>
                    </a:ext>
                  </a:extLst>
                </p14:cNvPr>
                <p14:cNvContentPartPr/>
                <p14:nvPr/>
              </p14:nvContentPartPr>
              <p14:xfrm>
                <a:off x="1818955" y="950384"/>
                <a:ext cx="146520" cy="32184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70602508-98C3-F613-878F-33AF11FB3AC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812835" y="944264"/>
                  <a:ext cx="1587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844ECEEE-2176-DC30-CED0-8B1F6A0273CA}"/>
                    </a:ext>
                  </a:extLst>
                </p14:cNvPr>
                <p14:cNvContentPartPr/>
                <p14:nvPr/>
              </p14:nvContentPartPr>
              <p14:xfrm>
                <a:off x="2737315" y="878024"/>
                <a:ext cx="47880" cy="40860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844ECEEE-2176-DC30-CED0-8B1F6A0273C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731195" y="871904"/>
                  <a:ext cx="6012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0CA1B86B-66AE-B02D-32CD-B005B3AED451}"/>
                    </a:ext>
                  </a:extLst>
                </p14:cNvPr>
                <p14:cNvContentPartPr/>
                <p14:nvPr/>
              </p14:nvContentPartPr>
              <p14:xfrm>
                <a:off x="2798875" y="780824"/>
                <a:ext cx="208800" cy="11988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0CA1B86B-66AE-B02D-32CD-B005B3AED45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792755" y="774704"/>
                  <a:ext cx="22104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upo 88">
            <a:extLst>
              <a:ext uri="{FF2B5EF4-FFF2-40B4-BE49-F238E27FC236}">
                <a16:creationId xmlns:a16="http://schemas.microsoft.com/office/drawing/2014/main" id="{25F3C675-11E3-FAA6-7773-C59512EAE63D}"/>
              </a:ext>
            </a:extLst>
          </p:cNvPr>
          <p:cNvGrpSpPr/>
          <p:nvPr/>
        </p:nvGrpSpPr>
        <p:grpSpPr>
          <a:xfrm>
            <a:off x="196795" y="1879184"/>
            <a:ext cx="1780200" cy="639720"/>
            <a:chOff x="196795" y="1879184"/>
            <a:chExt cx="1780200" cy="63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9E3D1E76-AC4D-0D98-D4C5-15746B0D92F1}"/>
                    </a:ext>
                  </a:extLst>
                </p14:cNvPr>
                <p14:cNvContentPartPr/>
                <p14:nvPr/>
              </p14:nvContentPartPr>
              <p14:xfrm>
                <a:off x="196795" y="1919504"/>
                <a:ext cx="173520" cy="42876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9E3D1E76-AC4D-0D98-D4C5-15746B0D92F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90675" y="1913384"/>
                  <a:ext cx="18576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6EFDC337-44AB-5A68-8CB6-8CD7DEF653A0}"/>
                    </a:ext>
                  </a:extLst>
                </p14:cNvPr>
                <p14:cNvContentPartPr/>
                <p14:nvPr/>
              </p14:nvContentPartPr>
              <p14:xfrm>
                <a:off x="443755" y="2121104"/>
                <a:ext cx="160560" cy="1476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6EFDC337-44AB-5A68-8CB6-8CD7DEF653A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37635" y="2114984"/>
                  <a:ext cx="1728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88C3E7B0-FA48-3673-3535-9BBAC6266126}"/>
                    </a:ext>
                  </a:extLst>
                </p14:cNvPr>
                <p14:cNvContentPartPr/>
                <p14:nvPr/>
              </p14:nvContentPartPr>
              <p14:xfrm>
                <a:off x="403075" y="2208584"/>
                <a:ext cx="190080" cy="1008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88C3E7B0-FA48-3673-3535-9BBAC626612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96955" y="2202464"/>
                  <a:ext cx="2023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E7343EE0-F28C-6E5C-8CFD-19FD95A22F5B}"/>
                    </a:ext>
                  </a:extLst>
                </p14:cNvPr>
                <p14:cNvContentPartPr/>
                <p14:nvPr/>
              </p14:nvContentPartPr>
              <p14:xfrm>
                <a:off x="839755" y="1930304"/>
                <a:ext cx="137160" cy="28044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E7343EE0-F28C-6E5C-8CFD-19FD95A22F5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33635" y="1924184"/>
                  <a:ext cx="1494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16B02F5E-6A49-C9F4-FD67-602440E658D8}"/>
                    </a:ext>
                  </a:extLst>
                </p14:cNvPr>
                <p14:cNvContentPartPr/>
                <p14:nvPr/>
              </p14:nvContentPartPr>
              <p14:xfrm>
                <a:off x="758755" y="2265104"/>
                <a:ext cx="293760" cy="2664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16B02F5E-6A49-C9F4-FD67-602440E658D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52635" y="2258984"/>
                  <a:ext cx="3060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05C64438-3295-8BE9-EC3C-E79A29CD9078}"/>
                    </a:ext>
                  </a:extLst>
                </p14:cNvPr>
                <p14:cNvContentPartPr/>
                <p14:nvPr/>
              </p14:nvContentPartPr>
              <p14:xfrm>
                <a:off x="849115" y="2317304"/>
                <a:ext cx="126720" cy="16992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05C64438-3295-8BE9-EC3C-E79A29CD907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42995" y="2311184"/>
                  <a:ext cx="1389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4CF95D56-2407-8242-2E8D-2B0FAE7CFFD9}"/>
                    </a:ext>
                  </a:extLst>
                </p14:cNvPr>
                <p14:cNvContentPartPr/>
                <p14:nvPr/>
              </p14:nvContentPartPr>
              <p14:xfrm>
                <a:off x="1162675" y="2093024"/>
                <a:ext cx="246240" cy="21348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4CF95D56-2407-8242-2E8D-2B0FAE7CFF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56555" y="2086904"/>
                  <a:ext cx="2584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617018D1-D84D-4264-7AFC-BE3B5A828163}"/>
                    </a:ext>
                  </a:extLst>
                </p14:cNvPr>
                <p14:cNvContentPartPr/>
                <p14:nvPr/>
              </p14:nvContentPartPr>
              <p14:xfrm>
                <a:off x="1205515" y="2415944"/>
                <a:ext cx="3960" cy="10296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617018D1-D84D-4264-7AFC-BE3B5A82816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99395" y="2409824"/>
                  <a:ext cx="162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2903F6F7-EC16-662C-0065-71C2FC4C0A77}"/>
                    </a:ext>
                  </a:extLst>
                </p14:cNvPr>
                <p14:cNvContentPartPr/>
                <p14:nvPr/>
              </p14:nvContentPartPr>
              <p14:xfrm>
                <a:off x="1186795" y="2301464"/>
                <a:ext cx="11880" cy="36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2903F6F7-EC16-662C-0065-71C2FC4C0A7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80675" y="2295344"/>
                  <a:ext cx="241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088CE69F-6672-18A0-97D0-57A3EE7007E5}"/>
                    </a:ext>
                  </a:extLst>
                </p14:cNvPr>
                <p14:cNvContentPartPr/>
                <p14:nvPr/>
              </p14:nvContentPartPr>
              <p14:xfrm>
                <a:off x="1224955" y="2417024"/>
                <a:ext cx="117360" cy="1080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088CE69F-6672-18A0-97D0-57A3EE7007E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218835" y="2410904"/>
                  <a:ext cx="1296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139969B3-CD7A-11C4-30DF-B09B72EEC441}"/>
                    </a:ext>
                  </a:extLst>
                </p14:cNvPr>
                <p14:cNvContentPartPr/>
                <p14:nvPr/>
              </p14:nvContentPartPr>
              <p14:xfrm>
                <a:off x="1234675" y="2454824"/>
                <a:ext cx="91080" cy="1080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139969B3-CD7A-11C4-30DF-B09B72EEC44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228555" y="2448704"/>
                  <a:ext cx="1033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9E0BC1ED-D44B-C110-F199-7F33CBBD9A0B}"/>
                    </a:ext>
                  </a:extLst>
                </p14:cNvPr>
                <p14:cNvContentPartPr/>
                <p14:nvPr/>
              </p14:nvContentPartPr>
              <p14:xfrm>
                <a:off x="1360315" y="2367344"/>
                <a:ext cx="85320" cy="11592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9E0BC1ED-D44B-C110-F199-7F33CBBD9A0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354195" y="2361224"/>
                  <a:ext cx="975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ABDFB5A7-A78B-70AC-72E3-1976EB7E1E7B}"/>
                    </a:ext>
                  </a:extLst>
                </p14:cNvPr>
                <p14:cNvContentPartPr/>
                <p14:nvPr/>
              </p14:nvContentPartPr>
              <p14:xfrm>
                <a:off x="1202635" y="1879184"/>
                <a:ext cx="122040" cy="13896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ABDFB5A7-A78B-70AC-72E3-1976EB7E1E7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96515" y="1873064"/>
                  <a:ext cx="1342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DDBC686A-EE69-56CF-EF8E-45897A8A0E0E}"/>
                    </a:ext>
                  </a:extLst>
                </p14:cNvPr>
                <p14:cNvContentPartPr/>
                <p14:nvPr/>
              </p14:nvContentPartPr>
              <p14:xfrm>
                <a:off x="1556155" y="1899344"/>
                <a:ext cx="74880" cy="43344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DDBC686A-EE69-56CF-EF8E-45897A8A0E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550035" y="1893224"/>
                  <a:ext cx="8712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B4011C81-4FAD-3EE6-5FE0-D88E423F78A3}"/>
                    </a:ext>
                  </a:extLst>
                </p14:cNvPr>
                <p14:cNvContentPartPr/>
                <p14:nvPr/>
              </p14:nvContentPartPr>
              <p14:xfrm>
                <a:off x="1832275" y="1977464"/>
                <a:ext cx="118440" cy="20592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B4011C81-4FAD-3EE6-5FE0-D88E423F78A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826155" y="1971344"/>
                  <a:ext cx="1306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51FFC630-9E96-8EBA-5C36-4B51F1503EF4}"/>
                    </a:ext>
                  </a:extLst>
                </p14:cNvPr>
                <p14:cNvContentPartPr/>
                <p14:nvPr/>
              </p14:nvContentPartPr>
              <p14:xfrm>
                <a:off x="1753435" y="1980344"/>
                <a:ext cx="92160" cy="11340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51FFC630-9E96-8EBA-5C36-4B51F1503EF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747315" y="1974224"/>
                  <a:ext cx="1044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3C019DE5-6992-A208-50CF-1153C12FB13A}"/>
                    </a:ext>
                  </a:extLst>
                </p14:cNvPr>
                <p14:cNvContentPartPr/>
                <p14:nvPr/>
              </p14:nvContentPartPr>
              <p14:xfrm>
                <a:off x="1937755" y="2075744"/>
                <a:ext cx="39240" cy="12312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3C019DE5-6992-A208-50CF-1153C12FB13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931635" y="2069624"/>
                  <a:ext cx="514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F3387675-F62C-8066-90EC-79587572F01D}"/>
                    </a:ext>
                  </a:extLst>
                </p14:cNvPr>
                <p14:cNvContentPartPr/>
                <p14:nvPr/>
              </p14:nvContentPartPr>
              <p14:xfrm>
                <a:off x="1930555" y="2026424"/>
                <a:ext cx="360" cy="36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F3387675-F62C-8066-90EC-79587572F01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924435" y="2020304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90" name="Entrada de lápiz 89">
                <a:extLst>
                  <a:ext uri="{FF2B5EF4-FFF2-40B4-BE49-F238E27FC236}">
                    <a16:creationId xmlns:a16="http://schemas.microsoft.com/office/drawing/2014/main" id="{CE86A2E8-3BBB-85D6-B02B-0F6F9D10E59E}"/>
                  </a:ext>
                </a:extLst>
              </p14:cNvPr>
              <p14:cNvContentPartPr/>
              <p14:nvPr/>
            </p14:nvContentPartPr>
            <p14:xfrm>
              <a:off x="2033155" y="2072864"/>
              <a:ext cx="177840" cy="9000"/>
            </p14:xfrm>
          </p:contentPart>
        </mc:Choice>
        <mc:Fallback>
          <p:pic>
            <p:nvPicPr>
              <p:cNvPr id="90" name="Entrada de lápiz 89">
                <a:extLst>
                  <a:ext uri="{FF2B5EF4-FFF2-40B4-BE49-F238E27FC236}">
                    <a16:creationId xmlns:a16="http://schemas.microsoft.com/office/drawing/2014/main" id="{CE86A2E8-3BBB-85D6-B02B-0F6F9D10E59E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2027035" y="2066744"/>
                <a:ext cx="190080" cy="2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upo 118">
            <a:extLst>
              <a:ext uri="{FF2B5EF4-FFF2-40B4-BE49-F238E27FC236}">
                <a16:creationId xmlns:a16="http://schemas.microsoft.com/office/drawing/2014/main" id="{83078B09-3105-347D-23F2-FBDCB9CAAC9F}"/>
              </a:ext>
            </a:extLst>
          </p:cNvPr>
          <p:cNvGrpSpPr/>
          <p:nvPr/>
        </p:nvGrpSpPr>
        <p:grpSpPr>
          <a:xfrm>
            <a:off x="2267155" y="1681544"/>
            <a:ext cx="2347200" cy="954720"/>
            <a:chOff x="2267155" y="1681544"/>
            <a:chExt cx="2347200" cy="95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07E01CAB-DCA5-5F55-13D3-593FA25FB258}"/>
                    </a:ext>
                  </a:extLst>
                </p14:cNvPr>
                <p14:cNvContentPartPr/>
                <p14:nvPr/>
              </p14:nvContentPartPr>
              <p14:xfrm>
                <a:off x="2321515" y="1904744"/>
                <a:ext cx="106200" cy="22464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07E01CAB-DCA5-5F55-13D3-593FA25FB25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315395" y="1898624"/>
                  <a:ext cx="1184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38B4DBFF-C3CB-3253-6B09-D9243B9082DD}"/>
                    </a:ext>
                  </a:extLst>
                </p14:cNvPr>
                <p14:cNvContentPartPr/>
                <p14:nvPr/>
              </p14:nvContentPartPr>
              <p14:xfrm>
                <a:off x="2267155" y="2033624"/>
                <a:ext cx="162360" cy="4680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38B4DBFF-C3CB-3253-6B09-D9243B9082D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261035" y="2027504"/>
                  <a:ext cx="1746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29DAD816-0D8A-FB97-A8DE-F4EB1BC191E9}"/>
                    </a:ext>
                  </a:extLst>
                </p14:cNvPr>
                <p14:cNvContentPartPr/>
                <p14:nvPr/>
              </p14:nvContentPartPr>
              <p14:xfrm>
                <a:off x="2519155" y="1882064"/>
                <a:ext cx="76680" cy="25524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29DAD816-0D8A-FB97-A8DE-F4EB1BC191E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513035" y="1875944"/>
                  <a:ext cx="889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DE64FF33-32D4-3D00-B091-8952E00B9436}"/>
                    </a:ext>
                  </a:extLst>
                </p14:cNvPr>
                <p14:cNvContentPartPr/>
                <p14:nvPr/>
              </p14:nvContentPartPr>
              <p14:xfrm>
                <a:off x="2640475" y="1915184"/>
                <a:ext cx="209880" cy="18216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DE64FF33-32D4-3D00-B091-8952E00B943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634355" y="1909064"/>
                  <a:ext cx="2221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E9AB9A0C-D1FD-1E5B-614E-19057D1F2E8F}"/>
                    </a:ext>
                  </a:extLst>
                </p14:cNvPr>
                <p14:cNvContentPartPr/>
                <p14:nvPr/>
              </p14:nvContentPartPr>
              <p14:xfrm>
                <a:off x="2866915" y="2033624"/>
                <a:ext cx="37080" cy="10908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E9AB9A0C-D1FD-1E5B-614E-19057D1F2E8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860795" y="2027504"/>
                  <a:ext cx="493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DE6900F2-8028-A8A9-9D2D-B7F40A8A0ECE}"/>
                    </a:ext>
                  </a:extLst>
                </p14:cNvPr>
                <p14:cNvContentPartPr/>
                <p14:nvPr/>
              </p14:nvContentPartPr>
              <p14:xfrm>
                <a:off x="2969875" y="1944344"/>
                <a:ext cx="105840" cy="16596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DE6900F2-8028-A8A9-9D2D-B7F40A8A0EC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963755" y="1938224"/>
                  <a:ext cx="1180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65A0C3E3-0A5F-69C2-2BC7-27C61F032027}"/>
                    </a:ext>
                  </a:extLst>
                </p14:cNvPr>
                <p14:cNvContentPartPr/>
                <p14:nvPr/>
              </p14:nvContentPartPr>
              <p14:xfrm>
                <a:off x="2987515" y="1950824"/>
                <a:ext cx="92880" cy="13572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65A0C3E3-0A5F-69C2-2BC7-27C61F03202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981395" y="1944704"/>
                  <a:ext cx="1051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0FD5A86B-A888-D117-6C23-AC7B85DD7D87}"/>
                    </a:ext>
                  </a:extLst>
                </p14:cNvPr>
                <p14:cNvContentPartPr/>
                <p14:nvPr/>
              </p14:nvContentPartPr>
              <p14:xfrm>
                <a:off x="3126115" y="2032184"/>
                <a:ext cx="56880" cy="9288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0FD5A86B-A888-D117-6C23-AC7B85DD7D8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119995" y="2026064"/>
                  <a:ext cx="691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5D1EB8F3-A22C-87F9-4BC5-8D2BB10CB1AF}"/>
                    </a:ext>
                  </a:extLst>
                </p14:cNvPr>
                <p14:cNvContentPartPr/>
                <p14:nvPr/>
              </p14:nvContentPartPr>
              <p14:xfrm>
                <a:off x="3276235" y="1955504"/>
                <a:ext cx="9720" cy="15912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5D1EB8F3-A22C-87F9-4BC5-8D2BB10CB1A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270115" y="1949384"/>
                  <a:ext cx="219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50641E01-A978-EB5A-80C2-0A9EE143F9A8}"/>
                    </a:ext>
                  </a:extLst>
                </p14:cNvPr>
                <p14:cNvContentPartPr/>
                <p14:nvPr/>
              </p14:nvContentPartPr>
              <p14:xfrm>
                <a:off x="3222595" y="2026424"/>
                <a:ext cx="132120" cy="3060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50641E01-A978-EB5A-80C2-0A9EE143F9A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216475" y="2020304"/>
                  <a:ext cx="1443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3E26F4F2-B5E3-C449-46C0-49D065FE960A}"/>
                    </a:ext>
                  </a:extLst>
                </p14:cNvPr>
                <p14:cNvContentPartPr/>
                <p14:nvPr/>
              </p14:nvContentPartPr>
              <p14:xfrm>
                <a:off x="3387475" y="1932824"/>
                <a:ext cx="164160" cy="18072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3E26F4F2-B5E3-C449-46C0-49D065FE960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381355" y="1926704"/>
                  <a:ext cx="1764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AE2D7281-B73A-C844-6795-A22B08134ABF}"/>
                    </a:ext>
                  </a:extLst>
                </p14:cNvPr>
                <p14:cNvContentPartPr/>
                <p14:nvPr/>
              </p14:nvContentPartPr>
              <p14:xfrm>
                <a:off x="3551275" y="2021744"/>
                <a:ext cx="123120" cy="11700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AE2D7281-B73A-C844-6795-A22B08134AB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545155" y="2015624"/>
                  <a:ext cx="1353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5B2C8BAF-A83F-085D-CC92-1F3A34CDD824}"/>
                    </a:ext>
                  </a:extLst>
                </p14:cNvPr>
                <p14:cNvContentPartPr/>
                <p14:nvPr/>
              </p14:nvContentPartPr>
              <p14:xfrm>
                <a:off x="3696715" y="1954424"/>
                <a:ext cx="132120" cy="13536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5B2C8BAF-A83F-085D-CC92-1F3A34CDD82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690595" y="1948304"/>
                  <a:ext cx="1443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48681300-F190-3A49-5A8A-29984816F7CF}"/>
                    </a:ext>
                  </a:extLst>
                </p14:cNvPr>
                <p14:cNvContentPartPr/>
                <p14:nvPr/>
              </p14:nvContentPartPr>
              <p14:xfrm>
                <a:off x="3730195" y="1958384"/>
                <a:ext cx="103680" cy="13536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48681300-F190-3A49-5A8A-29984816F7C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724075" y="1952264"/>
                  <a:ext cx="1159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D0653BDC-28DD-4AB1-2DF7-97C977EC5543}"/>
                    </a:ext>
                  </a:extLst>
                </p14:cNvPr>
                <p14:cNvContentPartPr/>
                <p14:nvPr/>
              </p14:nvContentPartPr>
              <p14:xfrm>
                <a:off x="3859435" y="2008784"/>
                <a:ext cx="133200" cy="12420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D0653BDC-28DD-4AB1-2DF7-97C977EC554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853315" y="2002664"/>
                  <a:ext cx="1454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6E87F7E9-224D-2C5B-B391-258C020A3018}"/>
                    </a:ext>
                  </a:extLst>
                </p14:cNvPr>
                <p14:cNvContentPartPr/>
                <p14:nvPr/>
              </p14:nvContentPartPr>
              <p14:xfrm>
                <a:off x="4055275" y="1944344"/>
                <a:ext cx="12600" cy="15660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6E87F7E9-224D-2C5B-B391-258C020A301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049155" y="1938224"/>
                  <a:ext cx="248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C857D604-CAA4-5F8D-B8F5-C89D45F61CA6}"/>
                    </a:ext>
                  </a:extLst>
                </p14:cNvPr>
                <p14:cNvContentPartPr/>
                <p14:nvPr/>
              </p14:nvContentPartPr>
              <p14:xfrm>
                <a:off x="3991195" y="2025344"/>
                <a:ext cx="120240" cy="3204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C857D604-CAA4-5F8D-B8F5-C89D45F61CA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985075" y="2019224"/>
                  <a:ext cx="1324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DEBF280B-7197-12C2-C819-9683BAE93920}"/>
                    </a:ext>
                  </a:extLst>
                </p14:cNvPr>
                <p14:cNvContentPartPr/>
                <p14:nvPr/>
              </p14:nvContentPartPr>
              <p14:xfrm>
                <a:off x="4184875" y="1987544"/>
                <a:ext cx="117000" cy="11376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DEBF280B-7197-12C2-C819-9683BAE9392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178755" y="1981424"/>
                  <a:ext cx="129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4A6CBE6A-7EAF-4CBC-8D9C-AF2E18FF1B07}"/>
                    </a:ext>
                  </a:extLst>
                </p14:cNvPr>
                <p14:cNvContentPartPr/>
                <p14:nvPr/>
              </p14:nvContentPartPr>
              <p14:xfrm>
                <a:off x="4160035" y="1905464"/>
                <a:ext cx="29520" cy="18216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4A6CBE6A-7EAF-4CBC-8D9C-AF2E18FF1B0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153915" y="1899344"/>
                  <a:ext cx="417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1CEE7EAE-9F2E-6BF1-ED2D-C73679A2E576}"/>
                    </a:ext>
                  </a:extLst>
                </p14:cNvPr>
                <p14:cNvContentPartPr/>
                <p14:nvPr/>
              </p14:nvContentPartPr>
              <p14:xfrm>
                <a:off x="4289995" y="1861184"/>
                <a:ext cx="81720" cy="42660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1CEE7EAE-9F2E-6BF1-ED2D-C73679A2E57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283875" y="1855064"/>
                  <a:ext cx="9396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51989547-F10A-4183-A4F5-C4D3DDD0DB4D}"/>
                    </a:ext>
                  </a:extLst>
                </p14:cNvPr>
                <p14:cNvContentPartPr/>
                <p14:nvPr/>
              </p14:nvContentPartPr>
              <p14:xfrm>
                <a:off x="4411675" y="1809704"/>
                <a:ext cx="120240" cy="82656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51989547-F10A-4183-A4F5-C4D3DDD0DB4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405555" y="1803584"/>
                  <a:ext cx="132480" cy="83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E9D49BA8-4F6B-DE78-A2A2-2E1E0EDD44EE}"/>
                    </a:ext>
                  </a:extLst>
                </p14:cNvPr>
                <p14:cNvContentPartPr/>
                <p14:nvPr/>
              </p14:nvContentPartPr>
              <p14:xfrm>
                <a:off x="4427875" y="1681544"/>
                <a:ext cx="186480" cy="12132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E9D49BA8-4F6B-DE78-A2A2-2E1E0EDD44E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421755" y="1675424"/>
                  <a:ext cx="19872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52B25A24-1950-DB3E-F949-90FB9771C5CC}"/>
              </a:ext>
            </a:extLst>
          </p:cNvPr>
          <p:cNvGrpSpPr/>
          <p:nvPr/>
        </p:nvGrpSpPr>
        <p:grpSpPr>
          <a:xfrm>
            <a:off x="2966995" y="688664"/>
            <a:ext cx="1157400" cy="621720"/>
            <a:chOff x="2966995" y="688664"/>
            <a:chExt cx="1157400" cy="62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E76CD0A2-2F01-4D4E-A623-4A079689876E}"/>
                    </a:ext>
                  </a:extLst>
                </p14:cNvPr>
                <p14:cNvContentPartPr/>
                <p14:nvPr/>
              </p14:nvContentPartPr>
              <p14:xfrm>
                <a:off x="2966995" y="688664"/>
                <a:ext cx="320040" cy="62172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E76CD0A2-2F01-4D4E-A623-4A079689876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960875" y="682544"/>
                  <a:ext cx="332280" cy="63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39D1A801-FA24-ACEB-CFCC-058EAAFD0147}"/>
                    </a:ext>
                  </a:extLst>
                </p14:cNvPr>
                <p14:cNvContentPartPr/>
                <p14:nvPr/>
              </p14:nvContentPartPr>
              <p14:xfrm>
                <a:off x="3405115" y="794504"/>
                <a:ext cx="235440" cy="32688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39D1A801-FA24-ACEB-CFCC-058EAAFD014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398995" y="788384"/>
                  <a:ext cx="2476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DC328C85-179E-7CB0-B8F1-F8FEC2A832C5}"/>
                    </a:ext>
                  </a:extLst>
                </p14:cNvPr>
                <p14:cNvContentPartPr/>
                <p14:nvPr/>
              </p14:nvContentPartPr>
              <p14:xfrm>
                <a:off x="3723355" y="877664"/>
                <a:ext cx="165600" cy="19548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DC328C85-179E-7CB0-B8F1-F8FEC2A832C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717235" y="871544"/>
                  <a:ext cx="1778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94434ADE-5CB0-529D-134A-D816CE55B970}"/>
                    </a:ext>
                  </a:extLst>
                </p14:cNvPr>
                <p14:cNvContentPartPr/>
                <p14:nvPr/>
              </p14:nvContentPartPr>
              <p14:xfrm>
                <a:off x="3946555" y="847424"/>
                <a:ext cx="132840" cy="20736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94434ADE-5CB0-529D-134A-D816CE55B97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940435" y="841304"/>
                  <a:ext cx="1450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5AC225E7-8DF7-A025-8F28-FC81CAD26518}"/>
                    </a:ext>
                  </a:extLst>
                </p14:cNvPr>
                <p14:cNvContentPartPr/>
                <p14:nvPr/>
              </p14:nvContentPartPr>
              <p14:xfrm>
                <a:off x="3923155" y="932024"/>
                <a:ext cx="174600" cy="2988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5AC225E7-8DF7-A025-8F28-FC81CAD2651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917035" y="925904"/>
                  <a:ext cx="1868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21B90182-42D6-5488-55AA-37F3C8DC7D72}"/>
                    </a:ext>
                  </a:extLst>
                </p14:cNvPr>
                <p14:cNvContentPartPr/>
                <p14:nvPr/>
              </p14:nvContentPartPr>
              <p14:xfrm>
                <a:off x="3963835" y="1035344"/>
                <a:ext cx="160560" cy="2808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21B90182-42D6-5488-55AA-37F3C8DC7D7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957715" y="1029224"/>
                  <a:ext cx="17280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58924A94-C230-3197-0E30-25DC46E3A37A}"/>
              </a:ext>
            </a:extLst>
          </p:cNvPr>
          <p:cNvGrpSpPr/>
          <p:nvPr/>
        </p:nvGrpSpPr>
        <p:grpSpPr>
          <a:xfrm>
            <a:off x="213355" y="2805464"/>
            <a:ext cx="636480" cy="859320"/>
            <a:chOff x="213355" y="2805464"/>
            <a:chExt cx="636480" cy="85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B0CD61D5-CC16-5E20-BA7D-5DC876F18E5C}"/>
                    </a:ext>
                  </a:extLst>
                </p14:cNvPr>
                <p14:cNvContentPartPr/>
                <p14:nvPr/>
              </p14:nvContentPartPr>
              <p14:xfrm>
                <a:off x="270235" y="2805464"/>
                <a:ext cx="171000" cy="41868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B0CD61D5-CC16-5E20-BA7D-5DC876F18E5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64115" y="2799344"/>
                  <a:ext cx="18324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C34B6181-8A8B-9C6F-38FC-DDBB7EA5829C}"/>
                    </a:ext>
                  </a:extLst>
                </p14:cNvPr>
                <p14:cNvContentPartPr/>
                <p14:nvPr/>
              </p14:nvContentPartPr>
              <p14:xfrm>
                <a:off x="504955" y="2842544"/>
                <a:ext cx="203400" cy="25956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C34B6181-8A8B-9C6F-38FC-DDBB7EA5829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98835" y="2836424"/>
                  <a:ext cx="21564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662A7144-C643-6E58-EE5A-903C2E1B387B}"/>
                    </a:ext>
                  </a:extLst>
                </p14:cNvPr>
                <p14:cNvContentPartPr/>
                <p14:nvPr/>
              </p14:nvContentPartPr>
              <p14:xfrm>
                <a:off x="213355" y="3273464"/>
                <a:ext cx="636480" cy="3780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662A7144-C643-6E58-EE5A-903C2E1B387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07235" y="3267344"/>
                  <a:ext cx="6487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4DEA2C17-394F-0DB1-AEFC-5BE8F71038C9}"/>
                    </a:ext>
                  </a:extLst>
                </p14:cNvPr>
                <p14:cNvContentPartPr/>
                <p14:nvPr/>
              </p14:nvContentPartPr>
              <p14:xfrm>
                <a:off x="282115" y="3349784"/>
                <a:ext cx="133920" cy="31500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4DEA2C17-394F-0DB1-AEFC-5BE8F71038C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75995" y="3343664"/>
                  <a:ext cx="1461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9125DAC5-7D05-C79E-B123-196DC5B62509}"/>
                    </a:ext>
                  </a:extLst>
                </p14:cNvPr>
                <p14:cNvContentPartPr/>
                <p14:nvPr/>
              </p14:nvContentPartPr>
              <p14:xfrm>
                <a:off x="484795" y="3363824"/>
                <a:ext cx="168840" cy="21636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9125DAC5-7D05-C79E-B123-196DC5B6250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78675" y="3357704"/>
                  <a:ext cx="1810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CDAFB779-EF5C-F7A4-67BA-DF3E20535B35}"/>
                    </a:ext>
                  </a:extLst>
                </p14:cNvPr>
                <p14:cNvContentPartPr/>
                <p14:nvPr/>
              </p14:nvContentPartPr>
              <p14:xfrm>
                <a:off x="647155" y="3453464"/>
                <a:ext cx="97560" cy="17964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CDAFB779-EF5C-F7A4-67BA-DF3E20535B3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41035" y="3447344"/>
                  <a:ext cx="109800" cy="19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upo 147">
            <a:extLst>
              <a:ext uri="{FF2B5EF4-FFF2-40B4-BE49-F238E27FC236}">
                <a16:creationId xmlns:a16="http://schemas.microsoft.com/office/drawing/2014/main" id="{0B249F58-B56B-0B41-5F39-FEB43EDA8547}"/>
              </a:ext>
            </a:extLst>
          </p:cNvPr>
          <p:cNvGrpSpPr/>
          <p:nvPr/>
        </p:nvGrpSpPr>
        <p:grpSpPr>
          <a:xfrm>
            <a:off x="224155" y="3811304"/>
            <a:ext cx="644400" cy="853560"/>
            <a:chOff x="224155" y="3811304"/>
            <a:chExt cx="644400" cy="85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567273C9-7763-6ABA-D3C6-6CBE074BE0F8}"/>
                    </a:ext>
                  </a:extLst>
                </p14:cNvPr>
                <p14:cNvContentPartPr/>
                <p14:nvPr/>
              </p14:nvContentPartPr>
              <p14:xfrm>
                <a:off x="347275" y="3811304"/>
                <a:ext cx="195120" cy="39492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567273C9-7763-6ABA-D3C6-6CBE074BE0F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41155" y="3805184"/>
                  <a:ext cx="20736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B7939458-2C8E-6691-16EB-1E7CC29C11FB}"/>
                    </a:ext>
                  </a:extLst>
                </p14:cNvPr>
                <p14:cNvContentPartPr/>
                <p14:nvPr/>
              </p14:nvContentPartPr>
              <p14:xfrm>
                <a:off x="591715" y="3935504"/>
                <a:ext cx="162000" cy="21348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B7939458-2C8E-6691-16EB-1E7CC29C11F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85595" y="3929384"/>
                  <a:ext cx="1742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82DDBBBD-F2D4-C367-9288-367E037EEF15}"/>
                    </a:ext>
                  </a:extLst>
                </p14:cNvPr>
                <p14:cNvContentPartPr/>
                <p14:nvPr/>
              </p14:nvContentPartPr>
              <p14:xfrm>
                <a:off x="224155" y="4283984"/>
                <a:ext cx="644400" cy="2880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82DDBBBD-F2D4-C367-9288-367E037EEF1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18035" y="4277864"/>
                  <a:ext cx="6566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607045EB-8CD8-1C65-CA57-4EE09884ECBF}"/>
                    </a:ext>
                  </a:extLst>
                </p14:cNvPr>
                <p14:cNvContentPartPr/>
                <p14:nvPr/>
              </p14:nvContentPartPr>
              <p14:xfrm>
                <a:off x="320635" y="4312784"/>
                <a:ext cx="139320" cy="35208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607045EB-8CD8-1C65-CA57-4EE09884ECB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14515" y="4306664"/>
                  <a:ext cx="15156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3D4E7402-5DDB-1323-5527-DCAD48D3102F}"/>
                    </a:ext>
                  </a:extLst>
                </p14:cNvPr>
                <p14:cNvContentPartPr/>
                <p14:nvPr/>
              </p14:nvContentPartPr>
              <p14:xfrm>
                <a:off x="518995" y="4385144"/>
                <a:ext cx="171720" cy="21276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3D4E7402-5DDB-1323-5527-DCAD48D3102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12875" y="4379024"/>
                  <a:ext cx="1839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FC0220D3-41B3-1BCB-0EA3-AA8BA2BE9D7B}"/>
                    </a:ext>
                  </a:extLst>
                </p14:cNvPr>
                <p14:cNvContentPartPr/>
                <p14:nvPr/>
              </p14:nvContentPartPr>
              <p14:xfrm>
                <a:off x="724195" y="4500344"/>
                <a:ext cx="133560" cy="15156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FC0220D3-41B3-1BCB-0EA3-AA8BA2BE9D7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18075" y="4494224"/>
                  <a:ext cx="14580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upo 146">
            <a:extLst>
              <a:ext uri="{FF2B5EF4-FFF2-40B4-BE49-F238E27FC236}">
                <a16:creationId xmlns:a16="http://schemas.microsoft.com/office/drawing/2014/main" id="{928B5BA9-B4D8-535E-1E7C-9FF891440A54}"/>
              </a:ext>
            </a:extLst>
          </p:cNvPr>
          <p:cNvGrpSpPr/>
          <p:nvPr/>
        </p:nvGrpSpPr>
        <p:grpSpPr>
          <a:xfrm>
            <a:off x="284275" y="4808144"/>
            <a:ext cx="514080" cy="833400"/>
            <a:chOff x="284275" y="4808144"/>
            <a:chExt cx="514080" cy="83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2516A0E7-2F33-A98B-47D1-FEE2187CD844}"/>
                    </a:ext>
                  </a:extLst>
                </p14:cNvPr>
                <p14:cNvContentPartPr/>
                <p14:nvPr/>
              </p14:nvContentPartPr>
              <p14:xfrm>
                <a:off x="341875" y="4808144"/>
                <a:ext cx="245520" cy="40428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2516A0E7-2F33-A98B-47D1-FEE2187CD84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35755" y="4802024"/>
                  <a:ext cx="25776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53AB1FCB-C26E-991D-F3DE-E1DFFB73F842}"/>
                    </a:ext>
                  </a:extLst>
                </p14:cNvPr>
                <p14:cNvContentPartPr/>
                <p14:nvPr/>
              </p14:nvContentPartPr>
              <p14:xfrm>
                <a:off x="641755" y="4865744"/>
                <a:ext cx="147240" cy="21816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53AB1FCB-C26E-991D-F3DE-E1DFFB73F84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35635" y="4859624"/>
                  <a:ext cx="1594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049B341A-2999-0880-4947-A77BA44F1C0D}"/>
                    </a:ext>
                  </a:extLst>
                </p14:cNvPr>
                <p14:cNvContentPartPr/>
                <p14:nvPr/>
              </p14:nvContentPartPr>
              <p14:xfrm>
                <a:off x="284275" y="5281904"/>
                <a:ext cx="514080" cy="5292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049B341A-2999-0880-4947-A77BA44F1C0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78155" y="5275784"/>
                  <a:ext cx="5263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58CCEE79-BEA3-DEFB-A8DB-E2A01BC37A32}"/>
                    </a:ext>
                  </a:extLst>
                </p14:cNvPr>
                <p14:cNvContentPartPr/>
                <p14:nvPr/>
              </p14:nvContentPartPr>
              <p14:xfrm>
                <a:off x="388315" y="5303864"/>
                <a:ext cx="160200" cy="33768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58CCEE79-BEA3-DEFB-A8DB-E2A01BC37A3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82195" y="5297744"/>
                  <a:ext cx="17244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BC81F3EE-76B2-3A36-7CA2-5F6BE9A3C1E1}"/>
                    </a:ext>
                  </a:extLst>
                </p14:cNvPr>
                <p14:cNvContentPartPr/>
                <p14:nvPr/>
              </p14:nvContentPartPr>
              <p14:xfrm>
                <a:off x="655435" y="5459384"/>
                <a:ext cx="91800" cy="10188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BC81F3EE-76B2-3A36-7CA2-5F6BE9A3C1E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49315" y="5453264"/>
                  <a:ext cx="1040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EE2EF3E4-141A-3C4D-140C-218CD590EDCA}"/>
                    </a:ext>
                  </a:extLst>
                </p14:cNvPr>
                <p14:cNvContentPartPr/>
                <p14:nvPr/>
              </p14:nvContentPartPr>
              <p14:xfrm>
                <a:off x="634915" y="5318264"/>
                <a:ext cx="30600" cy="20700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EE2EF3E4-141A-3C4D-140C-218CD590EDC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28795" y="5312144"/>
                  <a:ext cx="42840" cy="21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49" name="Entrada de lápiz 148">
                <a:extLst>
                  <a:ext uri="{FF2B5EF4-FFF2-40B4-BE49-F238E27FC236}">
                    <a16:creationId xmlns:a16="http://schemas.microsoft.com/office/drawing/2014/main" id="{254D8C92-F177-89FA-F9B4-4B151FAFD374}"/>
                  </a:ext>
                </a:extLst>
              </p14:cNvPr>
              <p14:cNvContentPartPr/>
              <p14:nvPr/>
            </p14:nvContentPartPr>
            <p14:xfrm>
              <a:off x="893395" y="3129464"/>
              <a:ext cx="179640" cy="18720"/>
            </p14:xfrm>
          </p:contentPart>
        </mc:Choice>
        <mc:Fallback>
          <p:pic>
            <p:nvPicPr>
              <p:cNvPr id="149" name="Entrada de lápiz 148">
                <a:extLst>
                  <a:ext uri="{FF2B5EF4-FFF2-40B4-BE49-F238E27FC236}">
                    <a16:creationId xmlns:a16="http://schemas.microsoft.com/office/drawing/2014/main" id="{254D8C92-F177-89FA-F9B4-4B151FAFD374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887275" y="3123344"/>
                <a:ext cx="19188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50" name="Entrada de lápiz 149">
                <a:extLst>
                  <a:ext uri="{FF2B5EF4-FFF2-40B4-BE49-F238E27FC236}">
                    <a16:creationId xmlns:a16="http://schemas.microsoft.com/office/drawing/2014/main" id="{4E95D35B-1E05-1487-8C42-25CC26B4DC56}"/>
                  </a:ext>
                </a:extLst>
              </p14:cNvPr>
              <p14:cNvContentPartPr/>
              <p14:nvPr/>
            </p14:nvContentPartPr>
            <p14:xfrm>
              <a:off x="955675" y="3358064"/>
              <a:ext cx="207360" cy="19080"/>
            </p14:xfrm>
          </p:contentPart>
        </mc:Choice>
        <mc:Fallback>
          <p:pic>
            <p:nvPicPr>
              <p:cNvPr id="150" name="Entrada de lápiz 149">
                <a:extLst>
                  <a:ext uri="{FF2B5EF4-FFF2-40B4-BE49-F238E27FC236}">
                    <a16:creationId xmlns:a16="http://schemas.microsoft.com/office/drawing/2014/main" id="{4E95D35B-1E05-1487-8C42-25CC26B4DC56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949555" y="3351944"/>
                <a:ext cx="219600" cy="3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upo 212">
            <a:extLst>
              <a:ext uri="{FF2B5EF4-FFF2-40B4-BE49-F238E27FC236}">
                <a16:creationId xmlns:a16="http://schemas.microsoft.com/office/drawing/2014/main" id="{2DFF098D-2574-0F7F-DA99-66E1950BF6E1}"/>
              </a:ext>
            </a:extLst>
          </p:cNvPr>
          <p:cNvGrpSpPr/>
          <p:nvPr/>
        </p:nvGrpSpPr>
        <p:grpSpPr>
          <a:xfrm>
            <a:off x="1279315" y="2705384"/>
            <a:ext cx="3975480" cy="920520"/>
            <a:chOff x="1279315" y="2705384"/>
            <a:chExt cx="3975480" cy="92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84506EA3-11C7-BBB1-24DD-13DAF6A7EC04}"/>
                    </a:ext>
                  </a:extLst>
                </p14:cNvPr>
                <p14:cNvContentPartPr/>
                <p14:nvPr/>
              </p14:nvContentPartPr>
              <p14:xfrm>
                <a:off x="1337635" y="2956304"/>
                <a:ext cx="369360" cy="24156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84506EA3-11C7-BBB1-24DD-13DAF6A7EC0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331515" y="2950184"/>
                  <a:ext cx="3816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58F13BDE-92F2-B1A0-77C4-7BF32CF265CA}"/>
                    </a:ext>
                  </a:extLst>
                </p14:cNvPr>
                <p14:cNvContentPartPr/>
                <p14:nvPr/>
              </p14:nvContentPartPr>
              <p14:xfrm>
                <a:off x="1279315" y="3272384"/>
                <a:ext cx="510480" cy="3672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58F13BDE-92F2-B1A0-77C4-7BF32CF265C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273195" y="3266264"/>
                  <a:ext cx="5227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4827A2DC-B428-0CFD-2542-28F0A6B0ED68}"/>
                    </a:ext>
                  </a:extLst>
                </p14:cNvPr>
                <p14:cNvContentPartPr/>
                <p14:nvPr/>
              </p14:nvContentPartPr>
              <p14:xfrm>
                <a:off x="1486675" y="3350864"/>
                <a:ext cx="195840" cy="20160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4827A2DC-B428-0CFD-2542-28F0A6B0ED6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480555" y="3344744"/>
                  <a:ext cx="2080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61441051-BC22-A6D4-2ACD-FF2367EF4354}"/>
                    </a:ext>
                  </a:extLst>
                </p14:cNvPr>
                <p14:cNvContentPartPr/>
                <p14:nvPr/>
              </p14:nvContentPartPr>
              <p14:xfrm>
                <a:off x="1884475" y="3019304"/>
                <a:ext cx="315000" cy="32832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61441051-BC22-A6D4-2ACD-FF2367EF435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878355" y="3013184"/>
                  <a:ext cx="32724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EB162859-7724-9B80-FE72-5614CD332D4A}"/>
                    </a:ext>
                  </a:extLst>
                </p14:cNvPr>
                <p14:cNvContentPartPr/>
                <p14:nvPr/>
              </p14:nvContentPartPr>
              <p14:xfrm>
                <a:off x="1989595" y="3475064"/>
                <a:ext cx="14760" cy="12636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EB162859-7724-9B80-FE72-5614CD332D4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983475" y="3468944"/>
                  <a:ext cx="270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0B10CB0D-EDB6-480F-3433-950DD176A17E}"/>
                    </a:ext>
                  </a:extLst>
                </p14:cNvPr>
                <p14:cNvContentPartPr/>
                <p14:nvPr/>
              </p14:nvContentPartPr>
              <p14:xfrm>
                <a:off x="1965115" y="3365264"/>
                <a:ext cx="6120" cy="576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0B10CB0D-EDB6-480F-3433-950DD176A17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958995" y="3359144"/>
                  <a:ext cx="18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753728AD-E1E4-2349-0AF1-472234352D58}"/>
                    </a:ext>
                  </a:extLst>
                </p14:cNvPr>
                <p14:cNvContentPartPr/>
                <p14:nvPr/>
              </p14:nvContentPartPr>
              <p14:xfrm>
                <a:off x="2044675" y="3454904"/>
                <a:ext cx="90720" cy="360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753728AD-E1E4-2349-0AF1-472234352D5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038555" y="3448784"/>
                  <a:ext cx="10296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FD7B67E2-3105-3E9C-41C2-DFB8633E1791}"/>
                    </a:ext>
                  </a:extLst>
                </p14:cNvPr>
                <p14:cNvContentPartPr/>
                <p14:nvPr/>
              </p14:nvContentPartPr>
              <p14:xfrm>
                <a:off x="2016955" y="3485144"/>
                <a:ext cx="140760" cy="144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FD7B67E2-3105-3E9C-41C2-DFB8633E179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010835" y="3479024"/>
                  <a:ext cx="1530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D7E89F5B-962E-A1A1-B987-945CFAF5F07E}"/>
                    </a:ext>
                  </a:extLst>
                </p14:cNvPr>
                <p14:cNvContentPartPr/>
                <p14:nvPr/>
              </p14:nvContentPartPr>
              <p14:xfrm>
                <a:off x="2158795" y="3391544"/>
                <a:ext cx="94680" cy="10800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D7E89F5B-962E-A1A1-B987-945CFAF5F07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152675" y="3385424"/>
                  <a:ext cx="1069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58DE4A03-F746-26AA-9567-4A997E0B7DE2}"/>
                    </a:ext>
                  </a:extLst>
                </p14:cNvPr>
                <p14:cNvContentPartPr/>
                <p14:nvPr/>
              </p14:nvContentPartPr>
              <p14:xfrm>
                <a:off x="1952155" y="2715464"/>
                <a:ext cx="150840" cy="18144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58DE4A03-F746-26AA-9567-4A997E0B7DE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946035" y="2709344"/>
                  <a:ext cx="1630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4ECB0D7E-1039-32BE-7D27-66DA2BB593C6}"/>
                    </a:ext>
                  </a:extLst>
                </p14:cNvPr>
                <p14:cNvContentPartPr/>
                <p14:nvPr/>
              </p14:nvContentPartPr>
              <p14:xfrm>
                <a:off x="2313235" y="2741384"/>
                <a:ext cx="180360" cy="62820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4ECB0D7E-1039-32BE-7D27-66DA2BB593C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307115" y="2735264"/>
                  <a:ext cx="192600" cy="64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B43A7606-3087-B7C3-9EEE-A8E6B117653D}"/>
                    </a:ext>
                  </a:extLst>
                </p14:cNvPr>
                <p14:cNvContentPartPr/>
                <p14:nvPr/>
              </p14:nvContentPartPr>
              <p14:xfrm>
                <a:off x="2624275" y="2897624"/>
                <a:ext cx="100440" cy="24048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B43A7606-3087-B7C3-9EEE-A8E6B117653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618155" y="2891504"/>
                  <a:ext cx="1126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561481D5-3A29-0C25-82A4-F73F93C65D2F}"/>
                    </a:ext>
                  </a:extLst>
                </p14:cNvPr>
                <p14:cNvContentPartPr/>
                <p14:nvPr/>
              </p14:nvContentPartPr>
              <p14:xfrm>
                <a:off x="2542195" y="2928224"/>
                <a:ext cx="84240" cy="12312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561481D5-3A29-0C25-82A4-F73F93C65D2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536075" y="2922104"/>
                  <a:ext cx="964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A383FC1D-24C8-7720-1900-79D7DAC88F4F}"/>
                    </a:ext>
                  </a:extLst>
                </p14:cNvPr>
                <p14:cNvContentPartPr/>
                <p14:nvPr/>
              </p14:nvContentPartPr>
              <p14:xfrm>
                <a:off x="2754595" y="3095984"/>
                <a:ext cx="28800" cy="6372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A383FC1D-24C8-7720-1900-79D7DAC88F4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748475" y="3089864"/>
                  <a:ext cx="410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1EC389F8-F099-5AC8-01DB-01DD30205952}"/>
                    </a:ext>
                  </a:extLst>
                </p14:cNvPr>
                <p14:cNvContentPartPr/>
                <p14:nvPr/>
              </p14:nvContentPartPr>
              <p14:xfrm>
                <a:off x="2740195" y="3026144"/>
                <a:ext cx="14760" cy="36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1EC389F8-F099-5AC8-01DB-01DD3020595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734075" y="3020024"/>
                  <a:ext cx="270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0B606C2C-658A-8E93-4980-497734F890DA}"/>
                    </a:ext>
                  </a:extLst>
                </p14:cNvPr>
                <p14:cNvContentPartPr/>
                <p14:nvPr/>
              </p14:nvContentPartPr>
              <p14:xfrm>
                <a:off x="2890315" y="3020384"/>
                <a:ext cx="141840" cy="1800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0B606C2C-658A-8E93-4980-497734F890D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884195" y="3014264"/>
                  <a:ext cx="154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19A64F3F-E576-CED0-ECB7-FF43D00777EA}"/>
                    </a:ext>
                  </a:extLst>
                </p14:cNvPr>
                <p14:cNvContentPartPr/>
                <p14:nvPr/>
              </p14:nvContentPartPr>
              <p14:xfrm>
                <a:off x="3188755" y="2852984"/>
                <a:ext cx="76680" cy="30564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19A64F3F-E576-CED0-ECB7-FF43D00777E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182635" y="2846864"/>
                  <a:ext cx="8892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25234FE0-0B22-F44D-97F4-E553233AABB3}"/>
                    </a:ext>
                  </a:extLst>
                </p14:cNvPr>
                <p14:cNvContentPartPr/>
                <p14:nvPr/>
              </p14:nvContentPartPr>
              <p14:xfrm>
                <a:off x="3094075" y="3000584"/>
                <a:ext cx="153360" cy="2376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25234FE0-0B22-F44D-97F4-E553233AABB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087955" y="2994464"/>
                  <a:ext cx="165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6C441DCD-D043-CC9E-CDD1-E47F93AE9E38}"/>
                    </a:ext>
                  </a:extLst>
                </p14:cNvPr>
                <p14:cNvContentPartPr/>
                <p14:nvPr/>
              </p14:nvContentPartPr>
              <p14:xfrm>
                <a:off x="3336355" y="2838224"/>
                <a:ext cx="65160" cy="37512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6C441DCD-D043-CC9E-CDD1-E47F93AE9E3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330235" y="2832104"/>
                  <a:ext cx="7740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9381663C-A737-AE4F-C39A-12CC98FD4D91}"/>
                    </a:ext>
                  </a:extLst>
                </p14:cNvPr>
                <p14:cNvContentPartPr/>
                <p14:nvPr/>
              </p14:nvContentPartPr>
              <p14:xfrm>
                <a:off x="3406555" y="2923544"/>
                <a:ext cx="208440" cy="18216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9381663C-A737-AE4F-C39A-12CC98FD4D9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400435" y="2917424"/>
                  <a:ext cx="2206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2FB28951-F002-5A4E-A30A-989AB2D3D4B5}"/>
                    </a:ext>
                  </a:extLst>
                </p14:cNvPr>
                <p14:cNvContentPartPr/>
                <p14:nvPr/>
              </p14:nvContentPartPr>
              <p14:xfrm>
                <a:off x="3627955" y="3001664"/>
                <a:ext cx="70920" cy="12852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2FB28951-F002-5A4E-A30A-989AB2D3D4B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621835" y="2995544"/>
                  <a:ext cx="831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43C96F7E-8202-3FF8-95C8-14B6828A3935}"/>
                    </a:ext>
                  </a:extLst>
                </p14:cNvPr>
                <p14:cNvContentPartPr/>
                <p14:nvPr/>
              </p14:nvContentPartPr>
              <p14:xfrm>
                <a:off x="3743515" y="2916344"/>
                <a:ext cx="125280" cy="16668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43C96F7E-8202-3FF8-95C8-14B6828A393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737395" y="2910224"/>
                  <a:ext cx="1375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84289F15-7D76-99D9-FE95-7C5FDD199E1F}"/>
                    </a:ext>
                  </a:extLst>
                </p14:cNvPr>
                <p14:cNvContentPartPr/>
                <p14:nvPr/>
              </p14:nvContentPartPr>
              <p14:xfrm>
                <a:off x="3760075" y="2920664"/>
                <a:ext cx="96840" cy="18252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84289F15-7D76-99D9-FE95-7C5FDD199E1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753955" y="2914544"/>
                  <a:ext cx="1090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5CAC12F1-BA11-D3FF-ED04-F2808B6B26BE}"/>
                    </a:ext>
                  </a:extLst>
                </p14:cNvPr>
                <p14:cNvContentPartPr/>
                <p14:nvPr/>
              </p14:nvContentPartPr>
              <p14:xfrm>
                <a:off x="3877075" y="3023624"/>
                <a:ext cx="49680" cy="10584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5CAC12F1-BA11-D3FF-ED04-F2808B6B26B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870955" y="3017504"/>
                  <a:ext cx="619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1548E13D-3BAF-D130-9958-2FDDC77D8DF0}"/>
                    </a:ext>
                  </a:extLst>
                </p14:cNvPr>
                <p14:cNvContentPartPr/>
                <p14:nvPr/>
              </p14:nvContentPartPr>
              <p14:xfrm>
                <a:off x="4021435" y="2938664"/>
                <a:ext cx="30600" cy="15588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1548E13D-3BAF-D130-9958-2FDDC77D8DF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015315" y="2932544"/>
                  <a:ext cx="428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F26233C0-8A99-41B7-A460-B5BEDEE6A5BB}"/>
                    </a:ext>
                  </a:extLst>
                </p14:cNvPr>
                <p14:cNvContentPartPr/>
                <p14:nvPr/>
              </p14:nvContentPartPr>
              <p14:xfrm>
                <a:off x="3966715" y="3019304"/>
                <a:ext cx="150480" cy="1656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F26233C0-8A99-41B7-A460-B5BEDEE6A5B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960595" y="3013184"/>
                  <a:ext cx="1627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91D35513-6C58-A8D3-2901-50F42200C0DC}"/>
                    </a:ext>
                  </a:extLst>
                </p14:cNvPr>
                <p14:cNvContentPartPr/>
                <p14:nvPr/>
              </p14:nvContentPartPr>
              <p14:xfrm>
                <a:off x="4117555" y="2900144"/>
                <a:ext cx="208080" cy="18792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91D35513-6C58-A8D3-2901-50F42200C0D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111435" y="2894024"/>
                  <a:ext cx="2203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312BD48F-2A2D-D012-FBF3-E595059B96FF}"/>
                    </a:ext>
                  </a:extLst>
                </p14:cNvPr>
                <p14:cNvContentPartPr/>
                <p14:nvPr/>
              </p14:nvContentPartPr>
              <p14:xfrm>
                <a:off x="4341115" y="3000584"/>
                <a:ext cx="91080" cy="13140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312BD48F-2A2D-D012-FBF3-E595059B96F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334995" y="2994464"/>
                  <a:ext cx="1033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8795DF09-8125-F788-CA19-EDC1F228A1B4}"/>
                    </a:ext>
                  </a:extLst>
                </p14:cNvPr>
                <p14:cNvContentPartPr/>
                <p14:nvPr/>
              </p14:nvContentPartPr>
              <p14:xfrm>
                <a:off x="4446595" y="2908784"/>
                <a:ext cx="149400" cy="15120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8795DF09-8125-F788-CA19-EDC1F228A1B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440475" y="2902664"/>
                  <a:ext cx="1616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9D4B156D-D2E3-C423-6882-29F06D0CCEF6}"/>
                    </a:ext>
                  </a:extLst>
                </p14:cNvPr>
                <p14:cNvContentPartPr/>
                <p14:nvPr/>
              </p14:nvContentPartPr>
              <p14:xfrm>
                <a:off x="4488355" y="2922464"/>
                <a:ext cx="88200" cy="18252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9D4B156D-D2E3-C423-6882-29F06D0CCEF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482235" y="2916344"/>
                  <a:ext cx="1004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B03C4F7C-4949-CDDD-3B2E-59C1C304B410}"/>
                    </a:ext>
                  </a:extLst>
                </p14:cNvPr>
                <p14:cNvContentPartPr/>
                <p14:nvPr/>
              </p14:nvContentPartPr>
              <p14:xfrm>
                <a:off x="4611115" y="3017864"/>
                <a:ext cx="114480" cy="9216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B03C4F7C-4949-CDDD-3B2E-59C1C304B41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604995" y="3011744"/>
                  <a:ext cx="1267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661A871F-5E7E-57F6-E68A-4DB714BA4551}"/>
                    </a:ext>
                  </a:extLst>
                </p14:cNvPr>
                <p14:cNvContentPartPr/>
                <p14:nvPr/>
              </p14:nvContentPartPr>
              <p14:xfrm>
                <a:off x="4782115" y="2927864"/>
                <a:ext cx="11520" cy="14364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661A871F-5E7E-57F6-E68A-4DB714BA455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775995" y="2921744"/>
                  <a:ext cx="237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5F9EF382-EE27-F01E-CE64-FEFDC4312CE8}"/>
                    </a:ext>
                  </a:extLst>
                </p14:cNvPr>
                <p14:cNvContentPartPr/>
                <p14:nvPr/>
              </p14:nvContentPartPr>
              <p14:xfrm>
                <a:off x="4710835" y="2978624"/>
                <a:ext cx="97560" cy="1908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5F9EF382-EE27-F01E-CE64-FEFDC4312CE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704715" y="2972504"/>
                  <a:ext cx="1098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D3C3C5EE-7978-9908-11D4-3E94CD5C0556}"/>
                    </a:ext>
                  </a:extLst>
                </p14:cNvPr>
                <p14:cNvContentPartPr/>
                <p14:nvPr/>
              </p14:nvContentPartPr>
              <p14:xfrm>
                <a:off x="4876435" y="2951264"/>
                <a:ext cx="114120" cy="9756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D3C3C5EE-7978-9908-11D4-3E94CD5C055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870315" y="2945144"/>
                  <a:ext cx="1263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F06C6034-181D-31DC-AA34-3AA90EBD08EB}"/>
                    </a:ext>
                  </a:extLst>
                </p14:cNvPr>
                <p14:cNvContentPartPr/>
                <p14:nvPr/>
              </p14:nvContentPartPr>
              <p14:xfrm>
                <a:off x="4842595" y="2809424"/>
                <a:ext cx="33120" cy="18720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F06C6034-181D-31DC-AA34-3AA90EBD08E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836475" y="2803304"/>
                  <a:ext cx="453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006A2880-37AA-C75F-873D-1CB9CE581B80}"/>
                    </a:ext>
                  </a:extLst>
                </p14:cNvPr>
                <p14:cNvContentPartPr/>
                <p14:nvPr/>
              </p14:nvContentPartPr>
              <p14:xfrm>
                <a:off x="5011795" y="2865944"/>
                <a:ext cx="62280" cy="257760"/>
              </p14:xfrm>
            </p:contentPart>
          </mc:Choice>
          <mc:Fallback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006A2880-37AA-C75F-873D-1CB9CE581B80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005675" y="2859824"/>
                  <a:ext cx="745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1772919A-CF22-6FC6-E8D9-E4C11CE7BE94}"/>
                    </a:ext>
                  </a:extLst>
                </p14:cNvPr>
                <p14:cNvContentPartPr/>
                <p14:nvPr/>
              </p14:nvContentPartPr>
              <p14:xfrm>
                <a:off x="5117275" y="2705384"/>
                <a:ext cx="137520" cy="770040"/>
              </p14:xfrm>
            </p:contentPart>
          </mc:Choice>
          <mc:Fallback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1772919A-CF22-6FC6-E8D9-E4C11CE7BE9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111155" y="2699264"/>
                  <a:ext cx="149760" cy="78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87072A8E-F2B4-BB28-1BFA-BA0AEBE2D051}"/>
                    </a:ext>
                  </a:extLst>
                </p14:cNvPr>
                <p14:cNvContentPartPr/>
                <p14:nvPr/>
              </p14:nvContentPartPr>
              <p14:xfrm>
                <a:off x="3046195" y="3113624"/>
                <a:ext cx="2001960" cy="23256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87072A8E-F2B4-BB28-1BFA-BA0AEBE2D05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040075" y="3107504"/>
                  <a:ext cx="20142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F3706322-BBC3-264A-779A-B4CE01E26FC1}"/>
                    </a:ext>
                  </a:extLst>
                </p14:cNvPr>
                <p14:cNvContentPartPr/>
                <p14:nvPr/>
              </p14:nvContentPartPr>
              <p14:xfrm>
                <a:off x="3905515" y="3381104"/>
                <a:ext cx="132120" cy="18252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F3706322-BBC3-264A-779A-B4CE01E26FC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899395" y="3374984"/>
                  <a:ext cx="1443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E3E5C652-F559-9C1B-4C36-4FB77E669E8A}"/>
                    </a:ext>
                  </a:extLst>
                </p14:cNvPr>
                <p14:cNvContentPartPr/>
                <p14:nvPr/>
              </p14:nvContentPartPr>
              <p14:xfrm>
                <a:off x="3853675" y="3376784"/>
                <a:ext cx="29160" cy="113040"/>
              </p14:xfrm>
            </p:contentPart>
          </mc:Choice>
          <mc:Fallback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E3E5C652-F559-9C1B-4C36-4FB77E669E8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847555" y="3370664"/>
                  <a:ext cx="414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821473DF-26D0-EBDB-0120-75BCF84031DF}"/>
                    </a:ext>
                  </a:extLst>
                </p14:cNvPr>
                <p14:cNvContentPartPr/>
                <p14:nvPr/>
              </p14:nvContentPartPr>
              <p14:xfrm>
                <a:off x="3859075" y="3298664"/>
                <a:ext cx="109080" cy="45000"/>
              </p14:xfrm>
            </p:contentPart>
          </mc:Choice>
          <mc:Fallback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821473DF-26D0-EBDB-0120-75BCF84031D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852955" y="3292544"/>
                  <a:ext cx="1213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1AD26D01-92CE-E814-2E88-F0CAFCB1D49E}"/>
                    </a:ext>
                  </a:extLst>
                </p14:cNvPr>
                <p14:cNvContentPartPr/>
                <p14:nvPr/>
              </p14:nvContentPartPr>
              <p14:xfrm>
                <a:off x="3853675" y="3440144"/>
                <a:ext cx="55080" cy="97200"/>
              </p14:xfrm>
            </p:contentPart>
          </mc:Choice>
          <mc:Fallback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1AD26D01-92CE-E814-2E88-F0CAFCB1D49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847555" y="3434024"/>
                  <a:ext cx="673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3817BE6A-9D6F-DF02-7C51-0D490D29C8CF}"/>
                    </a:ext>
                  </a:extLst>
                </p14:cNvPr>
                <p14:cNvContentPartPr/>
                <p14:nvPr/>
              </p14:nvContentPartPr>
              <p14:xfrm>
                <a:off x="3905515" y="3481184"/>
                <a:ext cx="10440" cy="11520"/>
              </p14:xfrm>
            </p:contentPart>
          </mc:Choice>
          <mc:Fallback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3817BE6A-9D6F-DF02-7C51-0D490D29C8C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899395" y="3475064"/>
                  <a:ext cx="226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CAE4CA28-E93A-05BF-A7D2-EE06BAD74A3E}"/>
                    </a:ext>
                  </a:extLst>
                </p14:cNvPr>
                <p14:cNvContentPartPr/>
                <p14:nvPr/>
              </p14:nvContentPartPr>
              <p14:xfrm>
                <a:off x="3770875" y="3502424"/>
                <a:ext cx="120600" cy="123480"/>
              </p14:xfrm>
            </p:contentPart>
          </mc:Choice>
          <mc:Fallback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CAE4CA28-E93A-05BF-A7D2-EE06BAD74A3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764755" y="3496304"/>
                  <a:ext cx="132840" cy="13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236" name="Entrada de lápiz 235">
                <a:extLst>
                  <a:ext uri="{FF2B5EF4-FFF2-40B4-BE49-F238E27FC236}">
                    <a16:creationId xmlns:a16="http://schemas.microsoft.com/office/drawing/2014/main" id="{76491F00-4314-8136-57ED-8B2F73DA3590}"/>
                  </a:ext>
                </a:extLst>
              </p14:cNvPr>
              <p14:cNvContentPartPr/>
              <p14:nvPr/>
            </p14:nvContentPartPr>
            <p14:xfrm>
              <a:off x="8526741" y="2586913"/>
              <a:ext cx="4680" cy="360"/>
            </p14:xfrm>
          </p:contentPart>
        </mc:Choice>
        <mc:Fallback>
          <p:pic>
            <p:nvPicPr>
              <p:cNvPr id="236" name="Entrada de lápiz 235">
                <a:extLst>
                  <a:ext uri="{FF2B5EF4-FFF2-40B4-BE49-F238E27FC236}">
                    <a16:creationId xmlns:a16="http://schemas.microsoft.com/office/drawing/2014/main" id="{76491F00-4314-8136-57ED-8B2F73DA3590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8520621" y="2580793"/>
                <a:ext cx="1692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1" name="Grupo 240">
            <a:extLst>
              <a:ext uri="{FF2B5EF4-FFF2-40B4-BE49-F238E27FC236}">
                <a16:creationId xmlns:a16="http://schemas.microsoft.com/office/drawing/2014/main" id="{728A6F1A-978A-0611-FE7A-49A9099D12B7}"/>
              </a:ext>
            </a:extLst>
          </p:cNvPr>
          <p:cNvGrpSpPr/>
          <p:nvPr/>
        </p:nvGrpSpPr>
        <p:grpSpPr>
          <a:xfrm>
            <a:off x="5376475" y="2619704"/>
            <a:ext cx="770760" cy="730080"/>
            <a:chOff x="5376475" y="2619704"/>
            <a:chExt cx="770760" cy="73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EFE8D8A5-4FA1-91F8-165C-72069DBE6771}"/>
                    </a:ext>
                  </a:extLst>
                </p14:cNvPr>
                <p14:cNvContentPartPr/>
                <p14:nvPr/>
              </p14:nvContentPartPr>
              <p14:xfrm>
                <a:off x="5376475" y="2619704"/>
                <a:ext cx="158760" cy="73008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EFE8D8A5-4FA1-91F8-165C-72069DBE677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370355" y="2613584"/>
                  <a:ext cx="171000" cy="74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4CC46C66-C368-233E-5B2C-64C3EAF6916D}"/>
                    </a:ext>
                  </a:extLst>
                </p14:cNvPr>
                <p14:cNvContentPartPr/>
                <p14:nvPr/>
              </p14:nvContentPartPr>
              <p14:xfrm>
                <a:off x="5478715" y="2952704"/>
                <a:ext cx="181080" cy="324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4CC46C66-C368-233E-5B2C-64C3EAF6916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472595" y="2946584"/>
                  <a:ext cx="19332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2BDC34AC-B879-7381-8448-B49E7A8646F1}"/>
                    </a:ext>
                  </a:extLst>
                </p14:cNvPr>
                <p14:cNvContentPartPr/>
                <p14:nvPr/>
              </p14:nvContentPartPr>
              <p14:xfrm>
                <a:off x="5704075" y="2776304"/>
                <a:ext cx="252000" cy="27972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2BDC34AC-B879-7381-8448-B49E7A8646F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697955" y="2770184"/>
                  <a:ext cx="2642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CBC4D30B-A2C7-AB4F-D887-0AABE8296B83}"/>
                    </a:ext>
                  </a:extLst>
                </p14:cNvPr>
                <p14:cNvContentPartPr/>
                <p14:nvPr/>
              </p14:nvContentPartPr>
              <p14:xfrm>
                <a:off x="5771755" y="2833904"/>
                <a:ext cx="132480" cy="169560"/>
              </p14:xfrm>
            </p:contentPart>
          </mc:Choice>
          <mc:Fallback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CBC4D30B-A2C7-AB4F-D887-0AABE8296B8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765635" y="2827784"/>
                  <a:ext cx="1447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214C4FD3-1E9C-601A-D019-A1E59C6D0BD3}"/>
                    </a:ext>
                  </a:extLst>
                </p14:cNvPr>
                <p14:cNvContentPartPr/>
                <p14:nvPr/>
              </p14:nvContentPartPr>
              <p14:xfrm>
                <a:off x="5973715" y="2908784"/>
                <a:ext cx="88200" cy="12960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214C4FD3-1E9C-601A-D019-A1E59C6D0BD3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967595" y="2902664"/>
                  <a:ext cx="1004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0A13A24F-2123-D9E8-B451-D4B36F0CB9C4}"/>
                    </a:ext>
                  </a:extLst>
                </p14:cNvPr>
                <p14:cNvContentPartPr/>
                <p14:nvPr/>
              </p14:nvContentPartPr>
              <p14:xfrm>
                <a:off x="6069115" y="2683424"/>
                <a:ext cx="78120" cy="639720"/>
              </p14:xfrm>
            </p:contentPart>
          </mc:Choice>
          <mc:Fallback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0A13A24F-2123-D9E8-B451-D4B36F0CB9C4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062995" y="2677304"/>
                  <a:ext cx="90360" cy="65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8">
            <p14:nvContentPartPr>
              <p14:cNvPr id="242" name="Entrada de lápiz 241">
                <a:extLst>
                  <a:ext uri="{FF2B5EF4-FFF2-40B4-BE49-F238E27FC236}">
                    <a16:creationId xmlns:a16="http://schemas.microsoft.com/office/drawing/2014/main" id="{A32C8034-8FFD-F07E-20FB-8E1D1A79302B}"/>
                  </a:ext>
                </a:extLst>
              </p14:cNvPr>
              <p14:cNvContentPartPr/>
              <p14:nvPr/>
            </p14:nvContentPartPr>
            <p14:xfrm>
              <a:off x="6285835" y="2899064"/>
              <a:ext cx="127800" cy="17640"/>
            </p14:xfrm>
          </p:contentPart>
        </mc:Choice>
        <mc:Fallback>
          <p:pic>
            <p:nvPicPr>
              <p:cNvPr id="242" name="Entrada de lápiz 241">
                <a:extLst>
                  <a:ext uri="{FF2B5EF4-FFF2-40B4-BE49-F238E27FC236}">
                    <a16:creationId xmlns:a16="http://schemas.microsoft.com/office/drawing/2014/main" id="{A32C8034-8FFD-F07E-20FB-8E1D1A79302B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6279715" y="2892944"/>
                <a:ext cx="14004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243" name="Entrada de lápiz 242">
                <a:extLst>
                  <a:ext uri="{FF2B5EF4-FFF2-40B4-BE49-F238E27FC236}">
                    <a16:creationId xmlns:a16="http://schemas.microsoft.com/office/drawing/2014/main" id="{842ED42B-E054-321C-CB79-D055AE294199}"/>
                  </a:ext>
                </a:extLst>
              </p14:cNvPr>
              <p14:cNvContentPartPr/>
              <p14:nvPr/>
            </p14:nvContentPartPr>
            <p14:xfrm>
              <a:off x="6254155" y="2958464"/>
              <a:ext cx="196560" cy="23760"/>
            </p14:xfrm>
          </p:contentPart>
        </mc:Choice>
        <mc:Fallback>
          <p:pic>
            <p:nvPicPr>
              <p:cNvPr id="243" name="Entrada de lápiz 242">
                <a:extLst>
                  <a:ext uri="{FF2B5EF4-FFF2-40B4-BE49-F238E27FC236}">
                    <a16:creationId xmlns:a16="http://schemas.microsoft.com/office/drawing/2014/main" id="{842ED42B-E054-321C-CB79-D055AE294199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6248035" y="2952344"/>
                <a:ext cx="2088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3" name="Grupo 272">
            <a:extLst>
              <a:ext uri="{FF2B5EF4-FFF2-40B4-BE49-F238E27FC236}">
                <a16:creationId xmlns:a16="http://schemas.microsoft.com/office/drawing/2014/main" id="{3B72D659-D922-A704-DA11-4FE8A1886AA4}"/>
              </a:ext>
            </a:extLst>
          </p:cNvPr>
          <p:cNvGrpSpPr/>
          <p:nvPr/>
        </p:nvGrpSpPr>
        <p:grpSpPr>
          <a:xfrm>
            <a:off x="6615955" y="2295704"/>
            <a:ext cx="3122280" cy="888480"/>
            <a:chOff x="6615955" y="2295704"/>
            <a:chExt cx="3122280" cy="88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AF49BFA0-0169-0E2C-2B1F-322D51D9CDE4}"/>
                    </a:ext>
                  </a:extLst>
                </p14:cNvPr>
                <p14:cNvContentPartPr/>
                <p14:nvPr/>
              </p14:nvContentPartPr>
              <p14:xfrm>
                <a:off x="6615955" y="2901944"/>
                <a:ext cx="206280" cy="15480"/>
              </p14:xfrm>
            </p:contentPart>
          </mc:Choice>
          <mc:Fallback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AF49BFA0-0169-0E2C-2B1F-322D51D9CDE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609835" y="2895824"/>
                  <a:ext cx="2185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46" name="Entrada de lápiz 245">
                  <a:extLst>
                    <a:ext uri="{FF2B5EF4-FFF2-40B4-BE49-F238E27FC236}">
                      <a16:creationId xmlns:a16="http://schemas.microsoft.com/office/drawing/2014/main" id="{F2512BD5-2024-3732-CAE5-73FE55F6C0D8}"/>
                    </a:ext>
                  </a:extLst>
                </p14:cNvPr>
                <p14:cNvContentPartPr/>
                <p14:nvPr/>
              </p14:nvContentPartPr>
              <p14:xfrm>
                <a:off x="6874435" y="2644904"/>
                <a:ext cx="288000" cy="259920"/>
              </p14:xfrm>
            </p:contentPart>
          </mc:Choice>
          <mc:Fallback>
            <p:pic>
              <p:nvPicPr>
                <p:cNvPr id="246" name="Entrada de lápiz 245">
                  <a:extLst>
                    <a:ext uri="{FF2B5EF4-FFF2-40B4-BE49-F238E27FC236}">
                      <a16:creationId xmlns:a16="http://schemas.microsoft.com/office/drawing/2014/main" id="{F2512BD5-2024-3732-CAE5-73FE55F6C0D8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868315" y="2638784"/>
                  <a:ext cx="3002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47" name="Entrada de lápiz 246">
                  <a:extLst>
                    <a:ext uri="{FF2B5EF4-FFF2-40B4-BE49-F238E27FC236}">
                      <a16:creationId xmlns:a16="http://schemas.microsoft.com/office/drawing/2014/main" id="{8C700873-5EEE-69ED-73DC-959A1168A19B}"/>
                    </a:ext>
                  </a:extLst>
                </p14:cNvPr>
                <p14:cNvContentPartPr/>
                <p14:nvPr/>
              </p14:nvContentPartPr>
              <p14:xfrm>
                <a:off x="6938155" y="2956304"/>
                <a:ext cx="167760" cy="190440"/>
              </p14:xfrm>
            </p:contentPart>
          </mc:Choice>
          <mc:Fallback>
            <p:pic>
              <p:nvPicPr>
                <p:cNvPr id="247" name="Entrada de lápiz 246">
                  <a:extLst>
                    <a:ext uri="{FF2B5EF4-FFF2-40B4-BE49-F238E27FC236}">
                      <a16:creationId xmlns:a16="http://schemas.microsoft.com/office/drawing/2014/main" id="{8C700873-5EEE-69ED-73DC-959A1168A19B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932035" y="2950184"/>
                  <a:ext cx="1800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48" name="Entrada de lápiz 247">
                  <a:extLst>
                    <a:ext uri="{FF2B5EF4-FFF2-40B4-BE49-F238E27FC236}">
                      <a16:creationId xmlns:a16="http://schemas.microsoft.com/office/drawing/2014/main" id="{20256177-C7DE-6CB2-89B9-10530DF98EED}"/>
                    </a:ext>
                  </a:extLst>
                </p14:cNvPr>
                <p14:cNvContentPartPr/>
                <p14:nvPr/>
              </p14:nvContentPartPr>
              <p14:xfrm>
                <a:off x="7265755" y="2652824"/>
                <a:ext cx="360720" cy="353160"/>
              </p14:xfrm>
            </p:contentPart>
          </mc:Choice>
          <mc:Fallback>
            <p:pic>
              <p:nvPicPr>
                <p:cNvPr id="248" name="Entrada de lápiz 247">
                  <a:extLst>
                    <a:ext uri="{FF2B5EF4-FFF2-40B4-BE49-F238E27FC236}">
                      <a16:creationId xmlns:a16="http://schemas.microsoft.com/office/drawing/2014/main" id="{20256177-C7DE-6CB2-89B9-10530DF98EE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259635" y="2646704"/>
                  <a:ext cx="3729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50" name="Entrada de lápiz 249">
                  <a:extLst>
                    <a:ext uri="{FF2B5EF4-FFF2-40B4-BE49-F238E27FC236}">
                      <a16:creationId xmlns:a16="http://schemas.microsoft.com/office/drawing/2014/main" id="{076BB17E-E444-B5C3-3DC2-960CDDE4FAF8}"/>
                    </a:ext>
                  </a:extLst>
                </p14:cNvPr>
                <p14:cNvContentPartPr/>
                <p14:nvPr/>
              </p14:nvContentPartPr>
              <p14:xfrm>
                <a:off x="7364035" y="3072584"/>
                <a:ext cx="16200" cy="111600"/>
              </p14:xfrm>
            </p:contentPart>
          </mc:Choice>
          <mc:Fallback>
            <p:pic>
              <p:nvPicPr>
                <p:cNvPr id="250" name="Entrada de lápiz 249">
                  <a:extLst>
                    <a:ext uri="{FF2B5EF4-FFF2-40B4-BE49-F238E27FC236}">
                      <a16:creationId xmlns:a16="http://schemas.microsoft.com/office/drawing/2014/main" id="{076BB17E-E444-B5C3-3DC2-960CDDE4FAF8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357915" y="3066464"/>
                  <a:ext cx="284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51" name="Entrada de lápiz 250">
                  <a:extLst>
                    <a:ext uri="{FF2B5EF4-FFF2-40B4-BE49-F238E27FC236}">
                      <a16:creationId xmlns:a16="http://schemas.microsoft.com/office/drawing/2014/main" id="{3DEF59D4-6EBF-1372-61C1-5E7B1A947603}"/>
                    </a:ext>
                  </a:extLst>
                </p14:cNvPr>
                <p14:cNvContentPartPr/>
                <p14:nvPr/>
              </p14:nvContentPartPr>
              <p14:xfrm>
                <a:off x="7335595" y="3001664"/>
                <a:ext cx="10080" cy="360"/>
              </p14:xfrm>
            </p:contentPart>
          </mc:Choice>
          <mc:Fallback>
            <p:pic>
              <p:nvPicPr>
                <p:cNvPr id="251" name="Entrada de lápiz 250">
                  <a:extLst>
                    <a:ext uri="{FF2B5EF4-FFF2-40B4-BE49-F238E27FC236}">
                      <a16:creationId xmlns:a16="http://schemas.microsoft.com/office/drawing/2014/main" id="{3DEF59D4-6EBF-1372-61C1-5E7B1A94760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329475" y="2995544"/>
                  <a:ext cx="223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52" name="Entrada de lápiz 251">
                  <a:extLst>
                    <a:ext uri="{FF2B5EF4-FFF2-40B4-BE49-F238E27FC236}">
                      <a16:creationId xmlns:a16="http://schemas.microsoft.com/office/drawing/2014/main" id="{43850458-FCDA-CC46-45A4-F8DB8BC994C9}"/>
                    </a:ext>
                  </a:extLst>
                </p14:cNvPr>
                <p14:cNvContentPartPr/>
                <p14:nvPr/>
              </p14:nvContentPartPr>
              <p14:xfrm>
                <a:off x="7439275" y="3068624"/>
                <a:ext cx="117720" cy="9000"/>
              </p14:xfrm>
            </p:contentPart>
          </mc:Choice>
          <mc:Fallback>
            <p:pic>
              <p:nvPicPr>
                <p:cNvPr id="252" name="Entrada de lápiz 251">
                  <a:extLst>
                    <a:ext uri="{FF2B5EF4-FFF2-40B4-BE49-F238E27FC236}">
                      <a16:creationId xmlns:a16="http://schemas.microsoft.com/office/drawing/2014/main" id="{43850458-FCDA-CC46-45A4-F8DB8BC994C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433155" y="3062504"/>
                  <a:ext cx="1299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53" name="Entrada de lápiz 252">
                  <a:extLst>
                    <a:ext uri="{FF2B5EF4-FFF2-40B4-BE49-F238E27FC236}">
                      <a16:creationId xmlns:a16="http://schemas.microsoft.com/office/drawing/2014/main" id="{073DF52B-0920-18E2-71A4-B937F18753FC}"/>
                    </a:ext>
                  </a:extLst>
                </p14:cNvPr>
                <p14:cNvContentPartPr/>
                <p14:nvPr/>
              </p14:nvContentPartPr>
              <p14:xfrm>
                <a:off x="7427035" y="3123344"/>
                <a:ext cx="118440" cy="360"/>
              </p14:xfrm>
            </p:contentPart>
          </mc:Choice>
          <mc:Fallback>
            <p:pic>
              <p:nvPicPr>
                <p:cNvPr id="253" name="Entrada de lápiz 252">
                  <a:extLst>
                    <a:ext uri="{FF2B5EF4-FFF2-40B4-BE49-F238E27FC236}">
                      <a16:creationId xmlns:a16="http://schemas.microsoft.com/office/drawing/2014/main" id="{073DF52B-0920-18E2-71A4-B937F18753F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420915" y="3117224"/>
                  <a:ext cx="130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54" name="Entrada de lápiz 253">
                  <a:extLst>
                    <a:ext uri="{FF2B5EF4-FFF2-40B4-BE49-F238E27FC236}">
                      <a16:creationId xmlns:a16="http://schemas.microsoft.com/office/drawing/2014/main" id="{3D5ED18E-C8C8-8870-E233-EAC1F9748860}"/>
                    </a:ext>
                  </a:extLst>
                </p14:cNvPr>
                <p14:cNvContentPartPr/>
                <p14:nvPr/>
              </p14:nvContentPartPr>
              <p14:xfrm>
                <a:off x="7572475" y="3036944"/>
                <a:ext cx="90000" cy="137160"/>
              </p14:xfrm>
            </p:contentPart>
          </mc:Choice>
          <mc:Fallback>
            <p:pic>
              <p:nvPicPr>
                <p:cNvPr id="254" name="Entrada de lápiz 253">
                  <a:extLst>
                    <a:ext uri="{FF2B5EF4-FFF2-40B4-BE49-F238E27FC236}">
                      <a16:creationId xmlns:a16="http://schemas.microsoft.com/office/drawing/2014/main" id="{3D5ED18E-C8C8-8870-E233-EAC1F9748860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566355" y="3030824"/>
                  <a:ext cx="1022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55" name="Entrada de lápiz 254">
                  <a:extLst>
                    <a:ext uri="{FF2B5EF4-FFF2-40B4-BE49-F238E27FC236}">
                      <a16:creationId xmlns:a16="http://schemas.microsoft.com/office/drawing/2014/main" id="{6DB95D72-EA0B-1E95-F6DA-1525E33547AB}"/>
                    </a:ext>
                  </a:extLst>
                </p14:cNvPr>
                <p14:cNvContentPartPr/>
                <p14:nvPr/>
              </p14:nvContentPartPr>
              <p14:xfrm>
                <a:off x="7400035" y="2395784"/>
                <a:ext cx="148680" cy="190800"/>
              </p14:xfrm>
            </p:contentPart>
          </mc:Choice>
          <mc:Fallback>
            <p:pic>
              <p:nvPicPr>
                <p:cNvPr id="255" name="Entrada de lápiz 254">
                  <a:extLst>
                    <a:ext uri="{FF2B5EF4-FFF2-40B4-BE49-F238E27FC236}">
                      <a16:creationId xmlns:a16="http://schemas.microsoft.com/office/drawing/2014/main" id="{6DB95D72-EA0B-1E95-F6DA-1525E33547AB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393915" y="2389664"/>
                  <a:ext cx="1609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57" name="Entrada de lápiz 256">
                  <a:extLst>
                    <a:ext uri="{FF2B5EF4-FFF2-40B4-BE49-F238E27FC236}">
                      <a16:creationId xmlns:a16="http://schemas.microsoft.com/office/drawing/2014/main" id="{BF23D588-1789-4C48-54CA-0EC90803BF84}"/>
                    </a:ext>
                  </a:extLst>
                </p14:cNvPr>
                <p14:cNvContentPartPr/>
                <p14:nvPr/>
              </p14:nvContentPartPr>
              <p14:xfrm>
                <a:off x="7784875" y="2633744"/>
                <a:ext cx="343440" cy="232920"/>
              </p14:xfrm>
            </p:contentPart>
          </mc:Choice>
          <mc:Fallback>
            <p:pic>
              <p:nvPicPr>
                <p:cNvPr id="257" name="Entrada de lápiz 256">
                  <a:extLst>
                    <a:ext uri="{FF2B5EF4-FFF2-40B4-BE49-F238E27FC236}">
                      <a16:creationId xmlns:a16="http://schemas.microsoft.com/office/drawing/2014/main" id="{BF23D588-1789-4C48-54CA-0EC90803BF8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778755" y="2627624"/>
                  <a:ext cx="3556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58" name="Entrada de lápiz 257">
                  <a:extLst>
                    <a:ext uri="{FF2B5EF4-FFF2-40B4-BE49-F238E27FC236}">
                      <a16:creationId xmlns:a16="http://schemas.microsoft.com/office/drawing/2014/main" id="{CC218ADE-45B8-9F63-4346-E4352FF754AF}"/>
                    </a:ext>
                  </a:extLst>
                </p14:cNvPr>
                <p14:cNvContentPartPr/>
                <p14:nvPr/>
              </p14:nvContentPartPr>
              <p14:xfrm>
                <a:off x="7919515" y="2613944"/>
                <a:ext cx="138960" cy="204840"/>
              </p14:xfrm>
            </p:contentPart>
          </mc:Choice>
          <mc:Fallback>
            <p:pic>
              <p:nvPicPr>
                <p:cNvPr id="258" name="Entrada de lápiz 257">
                  <a:extLst>
                    <a:ext uri="{FF2B5EF4-FFF2-40B4-BE49-F238E27FC236}">
                      <a16:creationId xmlns:a16="http://schemas.microsoft.com/office/drawing/2014/main" id="{CC218ADE-45B8-9F63-4346-E4352FF754A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913395" y="2607824"/>
                  <a:ext cx="1512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59" name="Entrada de lápiz 258">
                  <a:extLst>
                    <a:ext uri="{FF2B5EF4-FFF2-40B4-BE49-F238E27FC236}">
                      <a16:creationId xmlns:a16="http://schemas.microsoft.com/office/drawing/2014/main" id="{6C8A7E27-332B-0EF2-8339-3D7C1E6C65B5}"/>
                    </a:ext>
                  </a:extLst>
                </p14:cNvPr>
                <p14:cNvContentPartPr/>
                <p14:nvPr/>
              </p14:nvContentPartPr>
              <p14:xfrm>
                <a:off x="8122555" y="2741384"/>
                <a:ext cx="127440" cy="177120"/>
              </p14:xfrm>
            </p:contentPart>
          </mc:Choice>
          <mc:Fallback>
            <p:pic>
              <p:nvPicPr>
                <p:cNvPr id="259" name="Entrada de lápiz 258">
                  <a:extLst>
                    <a:ext uri="{FF2B5EF4-FFF2-40B4-BE49-F238E27FC236}">
                      <a16:creationId xmlns:a16="http://schemas.microsoft.com/office/drawing/2014/main" id="{6C8A7E27-332B-0EF2-8339-3D7C1E6C65B5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116435" y="2735264"/>
                  <a:ext cx="1396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60" name="Entrada de lápiz 259">
                  <a:extLst>
                    <a:ext uri="{FF2B5EF4-FFF2-40B4-BE49-F238E27FC236}">
                      <a16:creationId xmlns:a16="http://schemas.microsoft.com/office/drawing/2014/main" id="{2A15CD46-27B9-2DF7-2ACF-F9D9273E9B01}"/>
                    </a:ext>
                  </a:extLst>
                </p14:cNvPr>
                <p14:cNvContentPartPr/>
                <p14:nvPr/>
              </p14:nvContentPartPr>
              <p14:xfrm>
                <a:off x="8390035" y="2413784"/>
                <a:ext cx="124200" cy="611280"/>
              </p14:xfrm>
            </p:contentPart>
          </mc:Choice>
          <mc:Fallback>
            <p:pic>
              <p:nvPicPr>
                <p:cNvPr id="260" name="Entrada de lápiz 259">
                  <a:extLst>
                    <a:ext uri="{FF2B5EF4-FFF2-40B4-BE49-F238E27FC236}">
                      <a16:creationId xmlns:a16="http://schemas.microsoft.com/office/drawing/2014/main" id="{2A15CD46-27B9-2DF7-2ACF-F9D9273E9B0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383915" y="2407664"/>
                  <a:ext cx="136440" cy="62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62" name="Entrada de lápiz 261">
                  <a:extLst>
                    <a:ext uri="{FF2B5EF4-FFF2-40B4-BE49-F238E27FC236}">
                      <a16:creationId xmlns:a16="http://schemas.microsoft.com/office/drawing/2014/main" id="{3F8B0A6D-49CE-1097-CDC3-DB46E098AAD5}"/>
                    </a:ext>
                  </a:extLst>
                </p14:cNvPr>
                <p14:cNvContentPartPr/>
                <p14:nvPr/>
              </p14:nvContentPartPr>
              <p14:xfrm>
                <a:off x="8638435" y="2567504"/>
                <a:ext cx="160920" cy="207360"/>
              </p14:xfrm>
            </p:contentPart>
          </mc:Choice>
          <mc:Fallback>
            <p:pic>
              <p:nvPicPr>
                <p:cNvPr id="262" name="Entrada de lápiz 261">
                  <a:extLst>
                    <a:ext uri="{FF2B5EF4-FFF2-40B4-BE49-F238E27FC236}">
                      <a16:creationId xmlns:a16="http://schemas.microsoft.com/office/drawing/2014/main" id="{3F8B0A6D-49CE-1097-CDC3-DB46E098AAD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632315" y="2561384"/>
                  <a:ext cx="1731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63" name="Entrada de lápiz 262">
                  <a:extLst>
                    <a:ext uri="{FF2B5EF4-FFF2-40B4-BE49-F238E27FC236}">
                      <a16:creationId xmlns:a16="http://schemas.microsoft.com/office/drawing/2014/main" id="{FD8B18A1-1514-E8E0-8CB6-9CD873AC9CA7}"/>
                    </a:ext>
                  </a:extLst>
                </p14:cNvPr>
                <p14:cNvContentPartPr/>
                <p14:nvPr/>
              </p14:nvContentPartPr>
              <p14:xfrm>
                <a:off x="8572195" y="2570744"/>
                <a:ext cx="64800" cy="136080"/>
              </p14:xfrm>
            </p:contentPart>
          </mc:Choice>
          <mc:Fallback>
            <p:pic>
              <p:nvPicPr>
                <p:cNvPr id="263" name="Entrada de lápiz 262">
                  <a:extLst>
                    <a:ext uri="{FF2B5EF4-FFF2-40B4-BE49-F238E27FC236}">
                      <a16:creationId xmlns:a16="http://schemas.microsoft.com/office/drawing/2014/main" id="{FD8B18A1-1514-E8E0-8CB6-9CD873AC9CA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566075" y="2564624"/>
                  <a:ext cx="770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64" name="Entrada de lápiz 263">
                  <a:extLst>
                    <a:ext uri="{FF2B5EF4-FFF2-40B4-BE49-F238E27FC236}">
                      <a16:creationId xmlns:a16="http://schemas.microsoft.com/office/drawing/2014/main" id="{BB5E56E6-28BC-A5AD-DA6F-841BAE731772}"/>
                    </a:ext>
                  </a:extLst>
                </p14:cNvPr>
                <p14:cNvContentPartPr/>
                <p14:nvPr/>
              </p14:nvContentPartPr>
              <p14:xfrm>
                <a:off x="8849035" y="2762984"/>
                <a:ext cx="9360" cy="56880"/>
              </p14:xfrm>
            </p:contentPart>
          </mc:Choice>
          <mc:Fallback>
            <p:pic>
              <p:nvPicPr>
                <p:cNvPr id="264" name="Entrada de lápiz 263">
                  <a:extLst>
                    <a:ext uri="{FF2B5EF4-FFF2-40B4-BE49-F238E27FC236}">
                      <a16:creationId xmlns:a16="http://schemas.microsoft.com/office/drawing/2014/main" id="{BB5E56E6-28BC-A5AD-DA6F-841BAE731772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842915" y="2756864"/>
                  <a:ext cx="216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091A7CA4-C125-9DCC-1B8E-B5B5FDDDBA05}"/>
                    </a:ext>
                  </a:extLst>
                </p14:cNvPr>
                <p14:cNvContentPartPr/>
                <p14:nvPr/>
              </p14:nvContentPartPr>
              <p14:xfrm>
                <a:off x="8823475" y="2683424"/>
                <a:ext cx="20160" cy="360"/>
              </p14:xfrm>
            </p:contentPart>
          </mc:Choice>
          <mc:Fallback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091A7CA4-C125-9DCC-1B8E-B5B5FDDDBA05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817355" y="2677304"/>
                  <a:ext cx="32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C9E613D1-32AA-3193-C2DB-42E8EC8784F2}"/>
                    </a:ext>
                  </a:extLst>
                </p14:cNvPr>
                <p14:cNvContentPartPr/>
                <p14:nvPr/>
              </p14:nvContentPartPr>
              <p14:xfrm>
                <a:off x="8964955" y="2670464"/>
                <a:ext cx="204120" cy="9000"/>
              </p14:xfrm>
            </p:contentPart>
          </mc:Choice>
          <mc:Fallback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C9E613D1-32AA-3193-C2DB-42E8EC8784F2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958835" y="2664344"/>
                  <a:ext cx="2163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67" name="Entrada de lápiz 266">
                  <a:extLst>
                    <a:ext uri="{FF2B5EF4-FFF2-40B4-BE49-F238E27FC236}">
                      <a16:creationId xmlns:a16="http://schemas.microsoft.com/office/drawing/2014/main" id="{995B771B-A403-E2FF-6451-68587D560F6D}"/>
                    </a:ext>
                  </a:extLst>
                </p14:cNvPr>
                <p14:cNvContentPartPr/>
                <p14:nvPr/>
              </p14:nvContentPartPr>
              <p14:xfrm>
                <a:off x="9362755" y="2567504"/>
                <a:ext cx="84960" cy="203400"/>
              </p14:xfrm>
            </p:contentPart>
          </mc:Choice>
          <mc:Fallback>
            <p:pic>
              <p:nvPicPr>
                <p:cNvPr id="267" name="Entrada de lápiz 266">
                  <a:extLst>
                    <a:ext uri="{FF2B5EF4-FFF2-40B4-BE49-F238E27FC236}">
                      <a16:creationId xmlns:a16="http://schemas.microsoft.com/office/drawing/2014/main" id="{995B771B-A403-E2FF-6451-68587D560F6D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356635" y="2561384"/>
                  <a:ext cx="972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68" name="Entrada de lápiz 267">
                  <a:extLst>
                    <a:ext uri="{FF2B5EF4-FFF2-40B4-BE49-F238E27FC236}">
                      <a16:creationId xmlns:a16="http://schemas.microsoft.com/office/drawing/2014/main" id="{F6E26B57-2C5F-BBF9-35D5-A2227CAFDF9E}"/>
                    </a:ext>
                  </a:extLst>
                </p14:cNvPr>
                <p14:cNvContentPartPr/>
                <p14:nvPr/>
              </p14:nvContentPartPr>
              <p14:xfrm>
                <a:off x="9310195" y="2630144"/>
                <a:ext cx="48960" cy="79920"/>
              </p14:xfrm>
            </p:contentPart>
          </mc:Choice>
          <mc:Fallback>
            <p:pic>
              <p:nvPicPr>
                <p:cNvPr id="268" name="Entrada de lápiz 267">
                  <a:extLst>
                    <a:ext uri="{FF2B5EF4-FFF2-40B4-BE49-F238E27FC236}">
                      <a16:creationId xmlns:a16="http://schemas.microsoft.com/office/drawing/2014/main" id="{F6E26B57-2C5F-BBF9-35D5-A2227CAFDF9E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304075" y="2624024"/>
                  <a:ext cx="612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236F32CA-BA8D-4770-8A9B-4C49CEB470F1}"/>
                    </a:ext>
                  </a:extLst>
                </p14:cNvPr>
                <p14:cNvContentPartPr/>
                <p14:nvPr/>
              </p14:nvContentPartPr>
              <p14:xfrm>
                <a:off x="9495955" y="2729504"/>
                <a:ext cx="10440" cy="52560"/>
              </p14:xfrm>
            </p:contentPart>
          </mc:Choice>
          <mc:Fallback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236F32CA-BA8D-4770-8A9B-4C49CEB470F1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489835" y="2723384"/>
                  <a:ext cx="226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70" name="Entrada de lápiz 269">
                  <a:extLst>
                    <a:ext uri="{FF2B5EF4-FFF2-40B4-BE49-F238E27FC236}">
                      <a16:creationId xmlns:a16="http://schemas.microsoft.com/office/drawing/2014/main" id="{DED762E6-D605-0137-453B-AABDBF6B2275}"/>
                    </a:ext>
                  </a:extLst>
                </p14:cNvPr>
                <p14:cNvContentPartPr/>
                <p14:nvPr/>
              </p14:nvContentPartPr>
              <p14:xfrm>
                <a:off x="9468595" y="2669024"/>
                <a:ext cx="10440" cy="10440"/>
              </p14:xfrm>
            </p:contentPart>
          </mc:Choice>
          <mc:Fallback>
            <p:pic>
              <p:nvPicPr>
                <p:cNvPr id="270" name="Entrada de lápiz 269">
                  <a:extLst>
                    <a:ext uri="{FF2B5EF4-FFF2-40B4-BE49-F238E27FC236}">
                      <a16:creationId xmlns:a16="http://schemas.microsoft.com/office/drawing/2014/main" id="{DED762E6-D605-0137-453B-AABDBF6B2275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462475" y="2662904"/>
                  <a:ext cx="226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71" name="Entrada de lápiz 270">
                  <a:extLst>
                    <a:ext uri="{FF2B5EF4-FFF2-40B4-BE49-F238E27FC236}">
                      <a16:creationId xmlns:a16="http://schemas.microsoft.com/office/drawing/2014/main" id="{CF4F6040-F74F-BFA4-1314-9194D35B8FEE}"/>
                    </a:ext>
                  </a:extLst>
                </p14:cNvPr>
                <p14:cNvContentPartPr/>
                <p14:nvPr/>
              </p14:nvContentPartPr>
              <p14:xfrm>
                <a:off x="9296515" y="2383904"/>
                <a:ext cx="209880" cy="129960"/>
              </p14:xfrm>
            </p:contentPart>
          </mc:Choice>
          <mc:Fallback>
            <p:pic>
              <p:nvPicPr>
                <p:cNvPr id="271" name="Entrada de lápiz 270">
                  <a:extLst>
                    <a:ext uri="{FF2B5EF4-FFF2-40B4-BE49-F238E27FC236}">
                      <a16:creationId xmlns:a16="http://schemas.microsoft.com/office/drawing/2014/main" id="{CF4F6040-F74F-BFA4-1314-9194D35B8FEE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290395" y="2377784"/>
                  <a:ext cx="2221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72" name="Entrada de lápiz 271">
                  <a:extLst>
                    <a:ext uri="{FF2B5EF4-FFF2-40B4-BE49-F238E27FC236}">
                      <a16:creationId xmlns:a16="http://schemas.microsoft.com/office/drawing/2014/main" id="{E9CD259E-D1CB-C7F4-FC4F-7EBFABAAD59C}"/>
                    </a:ext>
                  </a:extLst>
                </p14:cNvPr>
                <p14:cNvContentPartPr/>
                <p14:nvPr/>
              </p14:nvContentPartPr>
              <p14:xfrm>
                <a:off x="9632395" y="2295704"/>
                <a:ext cx="105840" cy="622800"/>
              </p14:xfrm>
            </p:contentPart>
          </mc:Choice>
          <mc:Fallback>
            <p:pic>
              <p:nvPicPr>
                <p:cNvPr id="272" name="Entrada de lápiz 271">
                  <a:extLst>
                    <a:ext uri="{FF2B5EF4-FFF2-40B4-BE49-F238E27FC236}">
                      <a16:creationId xmlns:a16="http://schemas.microsoft.com/office/drawing/2014/main" id="{E9CD259E-D1CB-C7F4-FC4F-7EBFABAAD59C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626275" y="2289584"/>
                  <a:ext cx="118080" cy="63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upo 275">
            <a:extLst>
              <a:ext uri="{FF2B5EF4-FFF2-40B4-BE49-F238E27FC236}">
                <a16:creationId xmlns:a16="http://schemas.microsoft.com/office/drawing/2014/main" id="{81ECFC1A-D91D-04A6-D25D-40E5F30309E9}"/>
              </a:ext>
            </a:extLst>
          </p:cNvPr>
          <p:cNvGrpSpPr/>
          <p:nvPr/>
        </p:nvGrpSpPr>
        <p:grpSpPr>
          <a:xfrm>
            <a:off x="1036675" y="4238984"/>
            <a:ext cx="177840" cy="135000"/>
            <a:chOff x="1036675" y="4238984"/>
            <a:chExt cx="177840" cy="13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74" name="Entrada de lápiz 273">
                  <a:extLst>
                    <a:ext uri="{FF2B5EF4-FFF2-40B4-BE49-F238E27FC236}">
                      <a16:creationId xmlns:a16="http://schemas.microsoft.com/office/drawing/2014/main" id="{5F80931F-B67A-D4FF-59AC-7C56C6512D66}"/>
                    </a:ext>
                  </a:extLst>
                </p14:cNvPr>
                <p14:cNvContentPartPr/>
                <p14:nvPr/>
              </p14:nvContentPartPr>
              <p14:xfrm>
                <a:off x="1036675" y="4238984"/>
                <a:ext cx="174600" cy="16560"/>
              </p14:xfrm>
            </p:contentPart>
          </mc:Choice>
          <mc:Fallback>
            <p:pic>
              <p:nvPicPr>
                <p:cNvPr id="274" name="Entrada de lápiz 273">
                  <a:extLst>
                    <a:ext uri="{FF2B5EF4-FFF2-40B4-BE49-F238E27FC236}">
                      <a16:creationId xmlns:a16="http://schemas.microsoft.com/office/drawing/2014/main" id="{5F80931F-B67A-D4FF-59AC-7C56C6512D66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30555" y="4232864"/>
                  <a:ext cx="186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75" name="Entrada de lápiz 274">
                  <a:extLst>
                    <a:ext uri="{FF2B5EF4-FFF2-40B4-BE49-F238E27FC236}">
                      <a16:creationId xmlns:a16="http://schemas.microsoft.com/office/drawing/2014/main" id="{D1BD0A08-C78D-3C00-BDD1-99FE00CBD9C3}"/>
                    </a:ext>
                  </a:extLst>
                </p14:cNvPr>
                <p14:cNvContentPartPr/>
                <p14:nvPr/>
              </p14:nvContentPartPr>
              <p14:xfrm>
                <a:off x="1036675" y="4343024"/>
                <a:ext cx="177840" cy="30960"/>
              </p14:xfrm>
            </p:contentPart>
          </mc:Choice>
          <mc:Fallback>
            <p:pic>
              <p:nvPicPr>
                <p:cNvPr id="275" name="Entrada de lápiz 274">
                  <a:extLst>
                    <a:ext uri="{FF2B5EF4-FFF2-40B4-BE49-F238E27FC236}">
                      <a16:creationId xmlns:a16="http://schemas.microsoft.com/office/drawing/2014/main" id="{D1BD0A08-C78D-3C00-BDD1-99FE00CBD9C3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30555" y="4336904"/>
                  <a:ext cx="19008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upo 300">
            <a:extLst>
              <a:ext uri="{FF2B5EF4-FFF2-40B4-BE49-F238E27FC236}">
                <a16:creationId xmlns:a16="http://schemas.microsoft.com/office/drawing/2014/main" id="{075A5E25-E3B8-4DB6-B8FC-E76778A99C3C}"/>
              </a:ext>
            </a:extLst>
          </p:cNvPr>
          <p:cNvGrpSpPr/>
          <p:nvPr/>
        </p:nvGrpSpPr>
        <p:grpSpPr>
          <a:xfrm>
            <a:off x="1413955" y="3903104"/>
            <a:ext cx="2608560" cy="846000"/>
            <a:chOff x="1413955" y="3903104"/>
            <a:chExt cx="2608560" cy="84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77" name="Entrada de lápiz 276">
                  <a:extLst>
                    <a:ext uri="{FF2B5EF4-FFF2-40B4-BE49-F238E27FC236}">
                      <a16:creationId xmlns:a16="http://schemas.microsoft.com/office/drawing/2014/main" id="{CFA392BA-9C97-4D87-067B-DE109F03EE8F}"/>
                    </a:ext>
                  </a:extLst>
                </p14:cNvPr>
                <p14:cNvContentPartPr/>
                <p14:nvPr/>
              </p14:nvContentPartPr>
              <p14:xfrm>
                <a:off x="1441315" y="4095344"/>
                <a:ext cx="200160" cy="247680"/>
              </p14:xfrm>
            </p:contentPart>
          </mc:Choice>
          <mc:Fallback>
            <p:pic>
              <p:nvPicPr>
                <p:cNvPr id="277" name="Entrada de lápiz 276">
                  <a:extLst>
                    <a:ext uri="{FF2B5EF4-FFF2-40B4-BE49-F238E27FC236}">
                      <a16:creationId xmlns:a16="http://schemas.microsoft.com/office/drawing/2014/main" id="{CFA392BA-9C97-4D87-067B-DE109F03EE8F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435195" y="4089224"/>
                  <a:ext cx="2124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78" name="Entrada de lápiz 277">
                  <a:extLst>
                    <a:ext uri="{FF2B5EF4-FFF2-40B4-BE49-F238E27FC236}">
                      <a16:creationId xmlns:a16="http://schemas.microsoft.com/office/drawing/2014/main" id="{4B32971F-2B43-8FBA-A687-B4C5486FDB2D}"/>
                    </a:ext>
                  </a:extLst>
                </p14:cNvPr>
                <p14:cNvContentPartPr/>
                <p14:nvPr/>
              </p14:nvContentPartPr>
              <p14:xfrm>
                <a:off x="1413955" y="4413944"/>
                <a:ext cx="424440" cy="60480"/>
              </p14:xfrm>
            </p:contentPart>
          </mc:Choice>
          <mc:Fallback>
            <p:pic>
              <p:nvPicPr>
                <p:cNvPr id="278" name="Entrada de lápiz 277">
                  <a:extLst>
                    <a:ext uri="{FF2B5EF4-FFF2-40B4-BE49-F238E27FC236}">
                      <a16:creationId xmlns:a16="http://schemas.microsoft.com/office/drawing/2014/main" id="{4B32971F-2B43-8FBA-A687-B4C5486FDB2D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407835" y="4407824"/>
                  <a:ext cx="4366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79" name="Entrada de lápiz 278">
                  <a:extLst>
                    <a:ext uri="{FF2B5EF4-FFF2-40B4-BE49-F238E27FC236}">
                      <a16:creationId xmlns:a16="http://schemas.microsoft.com/office/drawing/2014/main" id="{51A3D42B-6D54-E148-2667-BE7C5D529AA4}"/>
                    </a:ext>
                  </a:extLst>
                </p14:cNvPr>
                <p14:cNvContentPartPr/>
                <p14:nvPr/>
              </p14:nvContentPartPr>
              <p14:xfrm>
                <a:off x="1588195" y="4515824"/>
                <a:ext cx="173520" cy="180360"/>
              </p14:xfrm>
            </p:contentPart>
          </mc:Choice>
          <mc:Fallback>
            <p:pic>
              <p:nvPicPr>
                <p:cNvPr id="279" name="Entrada de lápiz 278">
                  <a:extLst>
                    <a:ext uri="{FF2B5EF4-FFF2-40B4-BE49-F238E27FC236}">
                      <a16:creationId xmlns:a16="http://schemas.microsoft.com/office/drawing/2014/main" id="{51A3D42B-6D54-E148-2667-BE7C5D529AA4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582075" y="4509704"/>
                  <a:ext cx="1857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80" name="Entrada de lápiz 279">
                  <a:extLst>
                    <a:ext uri="{FF2B5EF4-FFF2-40B4-BE49-F238E27FC236}">
                      <a16:creationId xmlns:a16="http://schemas.microsoft.com/office/drawing/2014/main" id="{DB4EFB0E-F4C0-DFC1-001C-A628AD538F99}"/>
                    </a:ext>
                  </a:extLst>
                </p14:cNvPr>
                <p14:cNvContentPartPr/>
                <p14:nvPr/>
              </p14:nvContentPartPr>
              <p14:xfrm>
                <a:off x="1943515" y="4254104"/>
                <a:ext cx="162000" cy="279000"/>
              </p14:xfrm>
            </p:contentPart>
          </mc:Choice>
          <mc:Fallback>
            <p:pic>
              <p:nvPicPr>
                <p:cNvPr id="280" name="Entrada de lápiz 279">
                  <a:extLst>
                    <a:ext uri="{FF2B5EF4-FFF2-40B4-BE49-F238E27FC236}">
                      <a16:creationId xmlns:a16="http://schemas.microsoft.com/office/drawing/2014/main" id="{DB4EFB0E-F4C0-DFC1-001C-A628AD538F99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937395" y="4247984"/>
                  <a:ext cx="1742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81" name="Entrada de lápiz 280">
                  <a:extLst>
                    <a:ext uri="{FF2B5EF4-FFF2-40B4-BE49-F238E27FC236}">
                      <a16:creationId xmlns:a16="http://schemas.microsoft.com/office/drawing/2014/main" id="{D87D6936-0B34-1692-3F1F-CB78C474BC73}"/>
                    </a:ext>
                  </a:extLst>
                </p14:cNvPr>
                <p14:cNvContentPartPr/>
                <p14:nvPr/>
              </p14:nvContentPartPr>
              <p14:xfrm>
                <a:off x="2039995" y="4654064"/>
                <a:ext cx="5040" cy="95040"/>
              </p14:xfrm>
            </p:contentPart>
          </mc:Choice>
          <mc:Fallback>
            <p:pic>
              <p:nvPicPr>
                <p:cNvPr id="281" name="Entrada de lápiz 280">
                  <a:extLst>
                    <a:ext uri="{FF2B5EF4-FFF2-40B4-BE49-F238E27FC236}">
                      <a16:creationId xmlns:a16="http://schemas.microsoft.com/office/drawing/2014/main" id="{D87D6936-0B34-1692-3F1F-CB78C474BC73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033875" y="4647944"/>
                  <a:ext cx="17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82" name="Entrada de lápiz 281">
                  <a:extLst>
                    <a:ext uri="{FF2B5EF4-FFF2-40B4-BE49-F238E27FC236}">
                      <a16:creationId xmlns:a16="http://schemas.microsoft.com/office/drawing/2014/main" id="{529F5A2F-694A-619B-D304-EB3CBCB24B7E}"/>
                    </a:ext>
                  </a:extLst>
                </p14:cNvPr>
                <p14:cNvContentPartPr/>
                <p14:nvPr/>
              </p14:nvContentPartPr>
              <p14:xfrm>
                <a:off x="2029195" y="4561544"/>
                <a:ext cx="27720" cy="360"/>
              </p14:xfrm>
            </p:contentPart>
          </mc:Choice>
          <mc:Fallback>
            <p:pic>
              <p:nvPicPr>
                <p:cNvPr id="282" name="Entrada de lápiz 281">
                  <a:extLst>
                    <a:ext uri="{FF2B5EF4-FFF2-40B4-BE49-F238E27FC236}">
                      <a16:creationId xmlns:a16="http://schemas.microsoft.com/office/drawing/2014/main" id="{529F5A2F-694A-619B-D304-EB3CBCB24B7E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023075" y="4555424"/>
                  <a:ext cx="39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83" name="Entrada de lápiz 282">
                  <a:extLst>
                    <a:ext uri="{FF2B5EF4-FFF2-40B4-BE49-F238E27FC236}">
                      <a16:creationId xmlns:a16="http://schemas.microsoft.com/office/drawing/2014/main" id="{C3416A0F-C31B-DC31-B6C1-3E810978D560}"/>
                    </a:ext>
                  </a:extLst>
                </p14:cNvPr>
                <p14:cNvContentPartPr/>
                <p14:nvPr/>
              </p14:nvContentPartPr>
              <p14:xfrm>
                <a:off x="2086075" y="4640024"/>
                <a:ext cx="98280" cy="18720"/>
              </p14:xfrm>
            </p:contentPart>
          </mc:Choice>
          <mc:Fallback>
            <p:pic>
              <p:nvPicPr>
                <p:cNvPr id="283" name="Entrada de lápiz 282">
                  <a:extLst>
                    <a:ext uri="{FF2B5EF4-FFF2-40B4-BE49-F238E27FC236}">
                      <a16:creationId xmlns:a16="http://schemas.microsoft.com/office/drawing/2014/main" id="{C3416A0F-C31B-DC31-B6C1-3E810978D560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2079955" y="4633904"/>
                  <a:ext cx="1105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84" name="Entrada de lápiz 283">
                  <a:extLst>
                    <a:ext uri="{FF2B5EF4-FFF2-40B4-BE49-F238E27FC236}">
                      <a16:creationId xmlns:a16="http://schemas.microsoft.com/office/drawing/2014/main" id="{628D0A17-AEE5-7A90-42D8-EF472FD38404}"/>
                    </a:ext>
                  </a:extLst>
                </p14:cNvPr>
                <p14:cNvContentPartPr/>
                <p14:nvPr/>
              </p14:nvContentPartPr>
              <p14:xfrm>
                <a:off x="2079235" y="4672784"/>
                <a:ext cx="136080" cy="31320"/>
              </p14:xfrm>
            </p:contentPart>
          </mc:Choice>
          <mc:Fallback>
            <p:pic>
              <p:nvPicPr>
                <p:cNvPr id="284" name="Entrada de lápiz 283">
                  <a:extLst>
                    <a:ext uri="{FF2B5EF4-FFF2-40B4-BE49-F238E27FC236}">
                      <a16:creationId xmlns:a16="http://schemas.microsoft.com/office/drawing/2014/main" id="{628D0A17-AEE5-7A90-42D8-EF472FD38404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2073115" y="4666664"/>
                  <a:ext cx="1483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85" name="Entrada de lápiz 284">
                  <a:extLst>
                    <a:ext uri="{FF2B5EF4-FFF2-40B4-BE49-F238E27FC236}">
                      <a16:creationId xmlns:a16="http://schemas.microsoft.com/office/drawing/2014/main" id="{5C2A5853-AFE5-54EC-1280-E5CD966BCD75}"/>
                    </a:ext>
                  </a:extLst>
                </p14:cNvPr>
                <p14:cNvContentPartPr/>
                <p14:nvPr/>
              </p14:nvContentPartPr>
              <p14:xfrm>
                <a:off x="2223595" y="4559024"/>
                <a:ext cx="97560" cy="121320"/>
              </p14:xfrm>
            </p:contentPart>
          </mc:Choice>
          <mc:Fallback>
            <p:pic>
              <p:nvPicPr>
                <p:cNvPr id="285" name="Entrada de lápiz 284">
                  <a:extLst>
                    <a:ext uri="{FF2B5EF4-FFF2-40B4-BE49-F238E27FC236}">
                      <a16:creationId xmlns:a16="http://schemas.microsoft.com/office/drawing/2014/main" id="{5C2A5853-AFE5-54EC-1280-E5CD966BCD7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2217475" y="4552904"/>
                  <a:ext cx="1098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87" name="Entrada de lápiz 286">
                  <a:extLst>
                    <a:ext uri="{FF2B5EF4-FFF2-40B4-BE49-F238E27FC236}">
                      <a16:creationId xmlns:a16="http://schemas.microsoft.com/office/drawing/2014/main" id="{1BF39F35-A362-42F2-C2AD-1B8582DF0A00}"/>
                    </a:ext>
                  </a:extLst>
                </p14:cNvPr>
                <p14:cNvContentPartPr/>
                <p14:nvPr/>
              </p14:nvContentPartPr>
              <p14:xfrm>
                <a:off x="1988875" y="3981224"/>
                <a:ext cx="150120" cy="175680"/>
              </p14:xfrm>
            </p:contentPart>
          </mc:Choice>
          <mc:Fallback>
            <p:pic>
              <p:nvPicPr>
                <p:cNvPr id="287" name="Entrada de lápiz 286">
                  <a:extLst>
                    <a:ext uri="{FF2B5EF4-FFF2-40B4-BE49-F238E27FC236}">
                      <a16:creationId xmlns:a16="http://schemas.microsoft.com/office/drawing/2014/main" id="{1BF39F35-A362-42F2-C2AD-1B8582DF0A00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982755" y="3975104"/>
                  <a:ext cx="1623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88" name="Entrada de lápiz 287">
                  <a:extLst>
                    <a:ext uri="{FF2B5EF4-FFF2-40B4-BE49-F238E27FC236}">
                      <a16:creationId xmlns:a16="http://schemas.microsoft.com/office/drawing/2014/main" id="{4A5C7A76-A0E7-87C0-2DA9-EC74743F7EED}"/>
                    </a:ext>
                  </a:extLst>
                </p14:cNvPr>
                <p14:cNvContentPartPr/>
                <p14:nvPr/>
              </p14:nvContentPartPr>
              <p14:xfrm>
                <a:off x="2459395" y="3923624"/>
                <a:ext cx="175680" cy="718200"/>
              </p14:xfrm>
            </p:contentPart>
          </mc:Choice>
          <mc:Fallback>
            <p:pic>
              <p:nvPicPr>
                <p:cNvPr id="288" name="Entrada de lápiz 287">
                  <a:extLst>
                    <a:ext uri="{FF2B5EF4-FFF2-40B4-BE49-F238E27FC236}">
                      <a16:creationId xmlns:a16="http://schemas.microsoft.com/office/drawing/2014/main" id="{4A5C7A76-A0E7-87C0-2DA9-EC74743F7EED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2453275" y="3917504"/>
                  <a:ext cx="187920" cy="73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90" name="Entrada de lápiz 289">
                  <a:extLst>
                    <a:ext uri="{FF2B5EF4-FFF2-40B4-BE49-F238E27FC236}">
                      <a16:creationId xmlns:a16="http://schemas.microsoft.com/office/drawing/2014/main" id="{AA7AD6D3-068D-629C-4B9B-DBB25D125277}"/>
                    </a:ext>
                  </a:extLst>
                </p14:cNvPr>
                <p14:cNvContentPartPr/>
                <p14:nvPr/>
              </p14:nvContentPartPr>
              <p14:xfrm>
                <a:off x="2860075" y="4025864"/>
                <a:ext cx="97560" cy="374040"/>
              </p14:xfrm>
            </p:contentPart>
          </mc:Choice>
          <mc:Fallback>
            <p:pic>
              <p:nvPicPr>
                <p:cNvPr id="290" name="Entrada de lápiz 289">
                  <a:extLst>
                    <a:ext uri="{FF2B5EF4-FFF2-40B4-BE49-F238E27FC236}">
                      <a16:creationId xmlns:a16="http://schemas.microsoft.com/office/drawing/2014/main" id="{AA7AD6D3-068D-629C-4B9B-DBB25D125277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2853955" y="4019744"/>
                  <a:ext cx="1098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91" name="Entrada de lápiz 290">
                  <a:extLst>
                    <a:ext uri="{FF2B5EF4-FFF2-40B4-BE49-F238E27FC236}">
                      <a16:creationId xmlns:a16="http://schemas.microsoft.com/office/drawing/2014/main" id="{7EE13FE0-6D6A-7C92-A1FD-3A1C9C222FB8}"/>
                    </a:ext>
                  </a:extLst>
                </p14:cNvPr>
                <p14:cNvContentPartPr/>
                <p14:nvPr/>
              </p14:nvContentPartPr>
              <p14:xfrm>
                <a:off x="2784835" y="4040624"/>
                <a:ext cx="97200" cy="186120"/>
              </p14:xfrm>
            </p:contentPart>
          </mc:Choice>
          <mc:Fallback>
            <p:pic>
              <p:nvPicPr>
                <p:cNvPr id="291" name="Entrada de lápiz 290">
                  <a:extLst>
                    <a:ext uri="{FF2B5EF4-FFF2-40B4-BE49-F238E27FC236}">
                      <a16:creationId xmlns:a16="http://schemas.microsoft.com/office/drawing/2014/main" id="{7EE13FE0-6D6A-7C92-A1FD-3A1C9C222FB8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2778715" y="4034504"/>
                  <a:ext cx="1094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92" name="Entrada de lápiz 291">
                  <a:extLst>
                    <a:ext uri="{FF2B5EF4-FFF2-40B4-BE49-F238E27FC236}">
                      <a16:creationId xmlns:a16="http://schemas.microsoft.com/office/drawing/2014/main" id="{EBCCD02C-050A-65FB-0A2C-7DB3E5C20396}"/>
                    </a:ext>
                  </a:extLst>
                </p14:cNvPr>
                <p14:cNvContentPartPr/>
                <p14:nvPr/>
              </p14:nvContentPartPr>
              <p14:xfrm>
                <a:off x="3037555" y="4328624"/>
                <a:ext cx="28440" cy="75960"/>
              </p14:xfrm>
            </p:contentPart>
          </mc:Choice>
          <mc:Fallback>
            <p:pic>
              <p:nvPicPr>
                <p:cNvPr id="292" name="Entrada de lápiz 291">
                  <a:extLst>
                    <a:ext uri="{FF2B5EF4-FFF2-40B4-BE49-F238E27FC236}">
                      <a16:creationId xmlns:a16="http://schemas.microsoft.com/office/drawing/2014/main" id="{EBCCD02C-050A-65FB-0A2C-7DB3E5C20396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3031435" y="4322504"/>
                  <a:ext cx="406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93" name="Entrada de lápiz 292">
                  <a:extLst>
                    <a:ext uri="{FF2B5EF4-FFF2-40B4-BE49-F238E27FC236}">
                      <a16:creationId xmlns:a16="http://schemas.microsoft.com/office/drawing/2014/main" id="{CCF4A3EA-907D-FC2D-1937-F025D3607410}"/>
                    </a:ext>
                  </a:extLst>
                </p14:cNvPr>
                <p14:cNvContentPartPr/>
                <p14:nvPr/>
              </p14:nvContentPartPr>
              <p14:xfrm>
                <a:off x="3018835" y="4240424"/>
                <a:ext cx="29520" cy="15120"/>
              </p14:xfrm>
            </p:contentPart>
          </mc:Choice>
          <mc:Fallback>
            <p:pic>
              <p:nvPicPr>
                <p:cNvPr id="293" name="Entrada de lápiz 292">
                  <a:extLst>
                    <a:ext uri="{FF2B5EF4-FFF2-40B4-BE49-F238E27FC236}">
                      <a16:creationId xmlns:a16="http://schemas.microsoft.com/office/drawing/2014/main" id="{CCF4A3EA-907D-FC2D-1937-F025D3607410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3012715" y="4234304"/>
                  <a:ext cx="41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94" name="Entrada de lápiz 293">
                  <a:extLst>
                    <a:ext uri="{FF2B5EF4-FFF2-40B4-BE49-F238E27FC236}">
                      <a16:creationId xmlns:a16="http://schemas.microsoft.com/office/drawing/2014/main" id="{8FAF0565-EC4B-5348-ED54-CE6897C8023F}"/>
                    </a:ext>
                  </a:extLst>
                </p14:cNvPr>
                <p14:cNvContentPartPr/>
                <p14:nvPr/>
              </p14:nvContentPartPr>
              <p14:xfrm>
                <a:off x="3214315" y="4246184"/>
                <a:ext cx="213120" cy="7920"/>
              </p14:xfrm>
            </p:contentPart>
          </mc:Choice>
          <mc:Fallback>
            <p:pic>
              <p:nvPicPr>
                <p:cNvPr id="294" name="Entrada de lápiz 293">
                  <a:extLst>
                    <a:ext uri="{FF2B5EF4-FFF2-40B4-BE49-F238E27FC236}">
                      <a16:creationId xmlns:a16="http://schemas.microsoft.com/office/drawing/2014/main" id="{8FAF0565-EC4B-5348-ED54-CE6897C8023F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3208195" y="4240064"/>
                  <a:ext cx="2253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95" name="Entrada de lápiz 294">
                  <a:extLst>
                    <a:ext uri="{FF2B5EF4-FFF2-40B4-BE49-F238E27FC236}">
                      <a16:creationId xmlns:a16="http://schemas.microsoft.com/office/drawing/2014/main" id="{7084AFAA-EA95-849B-AE18-30F7CAD979D0}"/>
                    </a:ext>
                  </a:extLst>
                </p14:cNvPr>
                <p14:cNvContentPartPr/>
                <p14:nvPr/>
              </p14:nvContentPartPr>
              <p14:xfrm>
                <a:off x="3713995" y="4098584"/>
                <a:ext cx="80640" cy="273960"/>
              </p14:xfrm>
            </p:contentPart>
          </mc:Choice>
          <mc:Fallback>
            <p:pic>
              <p:nvPicPr>
                <p:cNvPr id="295" name="Entrada de lápiz 294">
                  <a:extLst>
                    <a:ext uri="{FF2B5EF4-FFF2-40B4-BE49-F238E27FC236}">
                      <a16:creationId xmlns:a16="http://schemas.microsoft.com/office/drawing/2014/main" id="{7084AFAA-EA95-849B-AE18-30F7CAD979D0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3707875" y="4092464"/>
                  <a:ext cx="928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96" name="Entrada de lápiz 295">
                  <a:extLst>
                    <a:ext uri="{FF2B5EF4-FFF2-40B4-BE49-F238E27FC236}">
                      <a16:creationId xmlns:a16="http://schemas.microsoft.com/office/drawing/2014/main" id="{1ABF7A3F-3258-088A-CDF5-76EA8AB00E97}"/>
                    </a:ext>
                  </a:extLst>
                </p14:cNvPr>
                <p14:cNvContentPartPr/>
                <p14:nvPr/>
              </p14:nvContentPartPr>
              <p14:xfrm>
                <a:off x="3599515" y="4170944"/>
                <a:ext cx="102600" cy="77400"/>
              </p14:xfrm>
            </p:contentPart>
          </mc:Choice>
          <mc:Fallback>
            <p:pic>
              <p:nvPicPr>
                <p:cNvPr id="296" name="Entrada de lápiz 295">
                  <a:extLst>
                    <a:ext uri="{FF2B5EF4-FFF2-40B4-BE49-F238E27FC236}">
                      <a16:creationId xmlns:a16="http://schemas.microsoft.com/office/drawing/2014/main" id="{1ABF7A3F-3258-088A-CDF5-76EA8AB00E97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3593395" y="4164824"/>
                  <a:ext cx="1148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97" name="Entrada de lápiz 296">
                  <a:extLst>
                    <a:ext uri="{FF2B5EF4-FFF2-40B4-BE49-F238E27FC236}">
                      <a16:creationId xmlns:a16="http://schemas.microsoft.com/office/drawing/2014/main" id="{20EB4375-D75D-77CB-6B8A-E2923F81ED1E}"/>
                    </a:ext>
                  </a:extLst>
                </p14:cNvPr>
                <p14:cNvContentPartPr/>
                <p14:nvPr/>
              </p14:nvContentPartPr>
              <p14:xfrm>
                <a:off x="3824515" y="4328624"/>
                <a:ext cx="23040" cy="94320"/>
              </p14:xfrm>
            </p:contentPart>
          </mc:Choice>
          <mc:Fallback>
            <p:pic>
              <p:nvPicPr>
                <p:cNvPr id="297" name="Entrada de lápiz 296">
                  <a:extLst>
                    <a:ext uri="{FF2B5EF4-FFF2-40B4-BE49-F238E27FC236}">
                      <a16:creationId xmlns:a16="http://schemas.microsoft.com/office/drawing/2014/main" id="{20EB4375-D75D-77CB-6B8A-E2923F81ED1E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3818395" y="4322504"/>
                  <a:ext cx="352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98" name="Entrada de lápiz 297">
                  <a:extLst>
                    <a:ext uri="{FF2B5EF4-FFF2-40B4-BE49-F238E27FC236}">
                      <a16:creationId xmlns:a16="http://schemas.microsoft.com/office/drawing/2014/main" id="{E0E2734B-EAAB-7583-5AD8-62699BE6B7A6}"/>
                    </a:ext>
                  </a:extLst>
                </p14:cNvPr>
                <p14:cNvContentPartPr/>
                <p14:nvPr/>
              </p14:nvContentPartPr>
              <p14:xfrm>
                <a:off x="3798235" y="4263464"/>
                <a:ext cx="7920" cy="6120"/>
              </p14:xfrm>
            </p:contentPart>
          </mc:Choice>
          <mc:Fallback>
            <p:pic>
              <p:nvPicPr>
                <p:cNvPr id="298" name="Entrada de lápiz 297">
                  <a:extLst>
                    <a:ext uri="{FF2B5EF4-FFF2-40B4-BE49-F238E27FC236}">
                      <a16:creationId xmlns:a16="http://schemas.microsoft.com/office/drawing/2014/main" id="{E0E2734B-EAAB-7583-5AD8-62699BE6B7A6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3792115" y="4257344"/>
                  <a:ext cx="2016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99" name="Entrada de lápiz 298">
                  <a:extLst>
                    <a:ext uri="{FF2B5EF4-FFF2-40B4-BE49-F238E27FC236}">
                      <a16:creationId xmlns:a16="http://schemas.microsoft.com/office/drawing/2014/main" id="{2F260E04-7444-1892-6DAE-04FA0316ED2C}"/>
                    </a:ext>
                  </a:extLst>
                </p14:cNvPr>
                <p14:cNvContentPartPr/>
                <p14:nvPr/>
              </p14:nvContentPartPr>
              <p14:xfrm>
                <a:off x="3604195" y="3903104"/>
                <a:ext cx="195120" cy="131040"/>
              </p14:xfrm>
            </p:contentPart>
          </mc:Choice>
          <mc:Fallback>
            <p:pic>
              <p:nvPicPr>
                <p:cNvPr id="299" name="Entrada de lápiz 298">
                  <a:extLst>
                    <a:ext uri="{FF2B5EF4-FFF2-40B4-BE49-F238E27FC236}">
                      <a16:creationId xmlns:a16="http://schemas.microsoft.com/office/drawing/2014/main" id="{2F260E04-7444-1892-6DAE-04FA0316ED2C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3598075" y="3896984"/>
                  <a:ext cx="2073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300" name="Entrada de lápiz 299">
                  <a:extLst>
                    <a:ext uri="{FF2B5EF4-FFF2-40B4-BE49-F238E27FC236}">
                      <a16:creationId xmlns:a16="http://schemas.microsoft.com/office/drawing/2014/main" id="{2AB48060-EDC3-436F-58EC-A89412682787}"/>
                    </a:ext>
                  </a:extLst>
                </p14:cNvPr>
                <p14:cNvContentPartPr/>
                <p14:nvPr/>
              </p14:nvContentPartPr>
              <p14:xfrm>
                <a:off x="3905515" y="3910664"/>
                <a:ext cx="117000" cy="684360"/>
              </p14:xfrm>
            </p:contentPart>
          </mc:Choice>
          <mc:Fallback>
            <p:pic>
              <p:nvPicPr>
                <p:cNvPr id="300" name="Entrada de lápiz 299">
                  <a:extLst>
                    <a:ext uri="{FF2B5EF4-FFF2-40B4-BE49-F238E27FC236}">
                      <a16:creationId xmlns:a16="http://schemas.microsoft.com/office/drawing/2014/main" id="{2AB48060-EDC3-436F-58EC-A89412682787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3899395" y="3904544"/>
                  <a:ext cx="129240" cy="69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" name="Grupo 306">
            <a:extLst>
              <a:ext uri="{FF2B5EF4-FFF2-40B4-BE49-F238E27FC236}">
                <a16:creationId xmlns:a16="http://schemas.microsoft.com/office/drawing/2014/main" id="{2676A096-9B40-A74B-64DC-80EF85A61E62}"/>
              </a:ext>
            </a:extLst>
          </p:cNvPr>
          <p:cNvGrpSpPr/>
          <p:nvPr/>
        </p:nvGrpSpPr>
        <p:grpSpPr>
          <a:xfrm>
            <a:off x="4095235" y="4003184"/>
            <a:ext cx="514800" cy="378000"/>
            <a:chOff x="4095235" y="4003184"/>
            <a:chExt cx="514800" cy="37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302" name="Entrada de lápiz 301">
                  <a:extLst>
                    <a:ext uri="{FF2B5EF4-FFF2-40B4-BE49-F238E27FC236}">
                      <a16:creationId xmlns:a16="http://schemas.microsoft.com/office/drawing/2014/main" id="{C5C6E205-CC01-8D26-70DF-830CBDC3B941}"/>
                    </a:ext>
                  </a:extLst>
                </p14:cNvPr>
                <p14:cNvContentPartPr/>
                <p14:nvPr/>
              </p14:nvContentPartPr>
              <p14:xfrm>
                <a:off x="4187395" y="4003184"/>
                <a:ext cx="219960" cy="347760"/>
              </p14:xfrm>
            </p:contentPart>
          </mc:Choice>
          <mc:Fallback>
            <p:pic>
              <p:nvPicPr>
                <p:cNvPr id="302" name="Entrada de lápiz 301">
                  <a:extLst>
                    <a:ext uri="{FF2B5EF4-FFF2-40B4-BE49-F238E27FC236}">
                      <a16:creationId xmlns:a16="http://schemas.microsoft.com/office/drawing/2014/main" id="{C5C6E205-CC01-8D26-70DF-830CBDC3B941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4181275" y="3997064"/>
                  <a:ext cx="23220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303" name="Entrada de lápiz 302">
                  <a:extLst>
                    <a:ext uri="{FF2B5EF4-FFF2-40B4-BE49-F238E27FC236}">
                      <a16:creationId xmlns:a16="http://schemas.microsoft.com/office/drawing/2014/main" id="{011C9F4A-FC9E-FE15-33AE-69DDDEBD1093}"/>
                    </a:ext>
                  </a:extLst>
                </p14:cNvPr>
                <p14:cNvContentPartPr/>
                <p14:nvPr/>
              </p14:nvContentPartPr>
              <p14:xfrm>
                <a:off x="4162555" y="4018664"/>
                <a:ext cx="281520" cy="277920"/>
              </p14:xfrm>
            </p:contentPart>
          </mc:Choice>
          <mc:Fallback>
            <p:pic>
              <p:nvPicPr>
                <p:cNvPr id="303" name="Entrada de lápiz 302">
                  <a:extLst>
                    <a:ext uri="{FF2B5EF4-FFF2-40B4-BE49-F238E27FC236}">
                      <a16:creationId xmlns:a16="http://schemas.microsoft.com/office/drawing/2014/main" id="{011C9F4A-FC9E-FE15-33AE-69DDDEBD1093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4156435" y="4012544"/>
                  <a:ext cx="2937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304" name="Entrada de lápiz 303">
                  <a:extLst>
                    <a:ext uri="{FF2B5EF4-FFF2-40B4-BE49-F238E27FC236}">
                      <a16:creationId xmlns:a16="http://schemas.microsoft.com/office/drawing/2014/main" id="{1183CC32-B4A0-995F-3A3A-1E35BBB7E611}"/>
                    </a:ext>
                  </a:extLst>
                </p14:cNvPr>
                <p14:cNvContentPartPr/>
                <p14:nvPr/>
              </p14:nvContentPartPr>
              <p14:xfrm>
                <a:off x="4491595" y="4198304"/>
                <a:ext cx="118440" cy="182880"/>
              </p14:xfrm>
            </p:contentPart>
          </mc:Choice>
          <mc:Fallback>
            <p:pic>
              <p:nvPicPr>
                <p:cNvPr id="304" name="Entrada de lápiz 303">
                  <a:extLst>
                    <a:ext uri="{FF2B5EF4-FFF2-40B4-BE49-F238E27FC236}">
                      <a16:creationId xmlns:a16="http://schemas.microsoft.com/office/drawing/2014/main" id="{1183CC32-B4A0-995F-3A3A-1E35BBB7E611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4485475" y="4192184"/>
                  <a:ext cx="1306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306" name="Entrada de lápiz 305">
                  <a:extLst>
                    <a:ext uri="{FF2B5EF4-FFF2-40B4-BE49-F238E27FC236}">
                      <a16:creationId xmlns:a16="http://schemas.microsoft.com/office/drawing/2014/main" id="{8202D0A2-563F-CADB-55EA-2FD464166B2F}"/>
                    </a:ext>
                  </a:extLst>
                </p14:cNvPr>
                <p14:cNvContentPartPr/>
                <p14:nvPr/>
              </p14:nvContentPartPr>
              <p14:xfrm>
                <a:off x="4095235" y="4113344"/>
                <a:ext cx="110520" cy="16200"/>
              </p14:xfrm>
            </p:contentPart>
          </mc:Choice>
          <mc:Fallback>
            <p:pic>
              <p:nvPicPr>
                <p:cNvPr id="306" name="Entrada de lápiz 305">
                  <a:extLst>
                    <a:ext uri="{FF2B5EF4-FFF2-40B4-BE49-F238E27FC236}">
                      <a16:creationId xmlns:a16="http://schemas.microsoft.com/office/drawing/2014/main" id="{8202D0A2-563F-CADB-55EA-2FD464166B2F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4089115" y="4107224"/>
                  <a:ext cx="122760" cy="2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8">
            <p14:nvContentPartPr>
              <p14:cNvPr id="308" name="Entrada de lápiz 307">
                <a:extLst>
                  <a:ext uri="{FF2B5EF4-FFF2-40B4-BE49-F238E27FC236}">
                    <a16:creationId xmlns:a16="http://schemas.microsoft.com/office/drawing/2014/main" id="{8D529180-B6E9-975D-7888-57A459A0D479}"/>
                  </a:ext>
                </a:extLst>
              </p14:cNvPr>
              <p14:cNvContentPartPr/>
              <p14:nvPr/>
            </p14:nvContentPartPr>
            <p14:xfrm>
              <a:off x="4833595" y="4069784"/>
              <a:ext cx="158400" cy="1800"/>
            </p14:xfrm>
          </p:contentPart>
        </mc:Choice>
        <mc:Fallback>
          <p:pic>
            <p:nvPicPr>
              <p:cNvPr id="308" name="Entrada de lápiz 307">
                <a:extLst>
                  <a:ext uri="{FF2B5EF4-FFF2-40B4-BE49-F238E27FC236}">
                    <a16:creationId xmlns:a16="http://schemas.microsoft.com/office/drawing/2014/main" id="{8D529180-B6E9-975D-7888-57A459A0D479}"/>
                  </a:ext>
                </a:extLst>
              </p:cNvPr>
              <p:cNvPicPr/>
              <p:nvPr/>
            </p:nvPicPr>
            <p:blipFill>
              <a:blip r:embed="rId449"/>
              <a:stretch>
                <a:fillRect/>
              </a:stretch>
            </p:blipFill>
            <p:spPr>
              <a:xfrm>
                <a:off x="4827475" y="4063664"/>
                <a:ext cx="1706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0">
            <p14:nvContentPartPr>
              <p14:cNvPr id="309" name="Entrada de lápiz 308">
                <a:extLst>
                  <a:ext uri="{FF2B5EF4-FFF2-40B4-BE49-F238E27FC236}">
                    <a16:creationId xmlns:a16="http://schemas.microsoft.com/office/drawing/2014/main" id="{1B610C8F-6F39-561B-B240-CE03D9F45983}"/>
                  </a:ext>
                </a:extLst>
              </p14:cNvPr>
              <p14:cNvContentPartPr/>
              <p14:nvPr/>
            </p14:nvContentPartPr>
            <p14:xfrm>
              <a:off x="4819195" y="4185704"/>
              <a:ext cx="160920" cy="20880"/>
            </p14:xfrm>
          </p:contentPart>
        </mc:Choice>
        <mc:Fallback>
          <p:pic>
            <p:nvPicPr>
              <p:cNvPr id="309" name="Entrada de lápiz 308">
                <a:extLst>
                  <a:ext uri="{FF2B5EF4-FFF2-40B4-BE49-F238E27FC236}">
                    <a16:creationId xmlns:a16="http://schemas.microsoft.com/office/drawing/2014/main" id="{1B610C8F-6F39-561B-B240-CE03D9F45983}"/>
                  </a:ext>
                </a:extLst>
              </p:cNvPr>
              <p:cNvPicPr/>
              <p:nvPr/>
            </p:nvPicPr>
            <p:blipFill>
              <a:blip r:embed="rId451"/>
              <a:stretch>
                <a:fillRect/>
              </a:stretch>
            </p:blipFill>
            <p:spPr>
              <a:xfrm>
                <a:off x="4813075" y="4179584"/>
                <a:ext cx="173160" cy="3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2" name="Grupo 321">
            <a:extLst>
              <a:ext uri="{FF2B5EF4-FFF2-40B4-BE49-F238E27FC236}">
                <a16:creationId xmlns:a16="http://schemas.microsoft.com/office/drawing/2014/main" id="{1192897F-B907-895F-AEE9-7C6F70C78D8D}"/>
              </a:ext>
            </a:extLst>
          </p:cNvPr>
          <p:cNvGrpSpPr/>
          <p:nvPr/>
        </p:nvGrpSpPr>
        <p:grpSpPr>
          <a:xfrm>
            <a:off x="5257675" y="3913904"/>
            <a:ext cx="858960" cy="484560"/>
            <a:chOff x="5257675" y="3913904"/>
            <a:chExt cx="858960" cy="48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10" name="Entrada de lápiz 309">
                  <a:extLst>
                    <a:ext uri="{FF2B5EF4-FFF2-40B4-BE49-F238E27FC236}">
                      <a16:creationId xmlns:a16="http://schemas.microsoft.com/office/drawing/2014/main" id="{9CB9EFF4-174E-E37A-2412-E40CB12DBC59}"/>
                    </a:ext>
                  </a:extLst>
                </p14:cNvPr>
                <p14:cNvContentPartPr/>
                <p14:nvPr/>
              </p14:nvContentPartPr>
              <p14:xfrm>
                <a:off x="5257675" y="4070504"/>
                <a:ext cx="134640" cy="22680"/>
              </p14:xfrm>
            </p:contentPart>
          </mc:Choice>
          <mc:Fallback>
            <p:pic>
              <p:nvPicPr>
                <p:cNvPr id="310" name="Entrada de lápiz 309">
                  <a:extLst>
                    <a:ext uri="{FF2B5EF4-FFF2-40B4-BE49-F238E27FC236}">
                      <a16:creationId xmlns:a16="http://schemas.microsoft.com/office/drawing/2014/main" id="{9CB9EFF4-174E-E37A-2412-E40CB12DBC59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5251555" y="4064384"/>
                  <a:ext cx="1468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11" name="Entrada de lápiz 310">
                  <a:extLst>
                    <a:ext uri="{FF2B5EF4-FFF2-40B4-BE49-F238E27FC236}">
                      <a16:creationId xmlns:a16="http://schemas.microsoft.com/office/drawing/2014/main" id="{3A938A6D-9F1D-EEB7-397D-A5A405136602}"/>
                    </a:ext>
                  </a:extLst>
                </p14:cNvPr>
                <p14:cNvContentPartPr/>
                <p14:nvPr/>
              </p14:nvContentPartPr>
              <p14:xfrm>
                <a:off x="5483035" y="3913904"/>
                <a:ext cx="156240" cy="209160"/>
              </p14:xfrm>
            </p:contentPart>
          </mc:Choice>
          <mc:Fallback>
            <p:pic>
              <p:nvPicPr>
                <p:cNvPr id="311" name="Entrada de lápiz 310">
                  <a:extLst>
                    <a:ext uri="{FF2B5EF4-FFF2-40B4-BE49-F238E27FC236}">
                      <a16:creationId xmlns:a16="http://schemas.microsoft.com/office/drawing/2014/main" id="{3A938A6D-9F1D-EEB7-397D-A5A405136602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5476915" y="3907784"/>
                  <a:ext cx="1684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12" name="Entrada de lápiz 311">
                  <a:extLst>
                    <a:ext uri="{FF2B5EF4-FFF2-40B4-BE49-F238E27FC236}">
                      <a16:creationId xmlns:a16="http://schemas.microsoft.com/office/drawing/2014/main" id="{9E5993BF-A295-2B09-3669-B271A12E485F}"/>
                    </a:ext>
                  </a:extLst>
                </p14:cNvPr>
                <p14:cNvContentPartPr/>
                <p14:nvPr/>
              </p14:nvContentPartPr>
              <p14:xfrm>
                <a:off x="5471875" y="4191464"/>
                <a:ext cx="151920" cy="207000"/>
              </p14:xfrm>
            </p:contentPart>
          </mc:Choice>
          <mc:Fallback>
            <p:pic>
              <p:nvPicPr>
                <p:cNvPr id="312" name="Entrada de lápiz 311">
                  <a:extLst>
                    <a:ext uri="{FF2B5EF4-FFF2-40B4-BE49-F238E27FC236}">
                      <a16:creationId xmlns:a16="http://schemas.microsoft.com/office/drawing/2014/main" id="{9E5993BF-A295-2B09-3669-B271A12E485F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5465755" y="4185344"/>
                  <a:ext cx="1641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13" name="Entrada de lápiz 312">
                  <a:extLst>
                    <a:ext uri="{FF2B5EF4-FFF2-40B4-BE49-F238E27FC236}">
                      <a16:creationId xmlns:a16="http://schemas.microsoft.com/office/drawing/2014/main" id="{A8C7CB67-1541-DE7E-CF9A-98AD277A493A}"/>
                    </a:ext>
                  </a:extLst>
                </p14:cNvPr>
                <p14:cNvContentPartPr/>
                <p14:nvPr/>
              </p14:nvContentPartPr>
              <p14:xfrm>
                <a:off x="5339035" y="4169504"/>
                <a:ext cx="316440" cy="26280"/>
              </p14:xfrm>
            </p:contentPart>
          </mc:Choice>
          <mc:Fallback>
            <p:pic>
              <p:nvPicPr>
                <p:cNvPr id="313" name="Entrada de lápiz 312">
                  <a:extLst>
                    <a:ext uri="{FF2B5EF4-FFF2-40B4-BE49-F238E27FC236}">
                      <a16:creationId xmlns:a16="http://schemas.microsoft.com/office/drawing/2014/main" id="{A8C7CB67-1541-DE7E-CF9A-98AD277A493A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332915" y="4163384"/>
                  <a:ext cx="3286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15" name="Entrada de lápiz 314">
                  <a:extLst>
                    <a:ext uri="{FF2B5EF4-FFF2-40B4-BE49-F238E27FC236}">
                      <a16:creationId xmlns:a16="http://schemas.microsoft.com/office/drawing/2014/main" id="{65AF1F7C-27D3-1BDA-0572-8C72A9A90DAD}"/>
                    </a:ext>
                  </a:extLst>
                </p14:cNvPr>
                <p14:cNvContentPartPr/>
                <p14:nvPr/>
              </p14:nvContentPartPr>
              <p14:xfrm>
                <a:off x="5808115" y="3940544"/>
                <a:ext cx="204480" cy="245520"/>
              </p14:xfrm>
            </p:contentPart>
          </mc:Choice>
          <mc:Fallback>
            <p:pic>
              <p:nvPicPr>
                <p:cNvPr id="315" name="Entrada de lápiz 314">
                  <a:extLst>
                    <a:ext uri="{FF2B5EF4-FFF2-40B4-BE49-F238E27FC236}">
                      <a16:creationId xmlns:a16="http://schemas.microsoft.com/office/drawing/2014/main" id="{65AF1F7C-27D3-1BDA-0572-8C72A9A90DAD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5801995" y="3934424"/>
                  <a:ext cx="2167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17" name="Entrada de lápiz 316">
                  <a:extLst>
                    <a:ext uri="{FF2B5EF4-FFF2-40B4-BE49-F238E27FC236}">
                      <a16:creationId xmlns:a16="http://schemas.microsoft.com/office/drawing/2014/main" id="{D9E3FA21-6C25-4886-E88C-379742388B06}"/>
                    </a:ext>
                  </a:extLst>
                </p14:cNvPr>
                <p14:cNvContentPartPr/>
                <p14:nvPr/>
              </p14:nvContentPartPr>
              <p14:xfrm>
                <a:off x="5855995" y="4288304"/>
                <a:ext cx="13320" cy="78480"/>
              </p14:xfrm>
            </p:contentPart>
          </mc:Choice>
          <mc:Fallback>
            <p:pic>
              <p:nvPicPr>
                <p:cNvPr id="317" name="Entrada de lápiz 316">
                  <a:extLst>
                    <a:ext uri="{FF2B5EF4-FFF2-40B4-BE49-F238E27FC236}">
                      <a16:creationId xmlns:a16="http://schemas.microsoft.com/office/drawing/2014/main" id="{D9E3FA21-6C25-4886-E88C-379742388B06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5849875" y="4282184"/>
                  <a:ext cx="255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18" name="Entrada de lápiz 317">
                  <a:extLst>
                    <a:ext uri="{FF2B5EF4-FFF2-40B4-BE49-F238E27FC236}">
                      <a16:creationId xmlns:a16="http://schemas.microsoft.com/office/drawing/2014/main" id="{4FAF1DD0-D6C1-71CA-6E96-54129962FE49}"/>
                    </a:ext>
                  </a:extLst>
                </p14:cNvPr>
                <p14:cNvContentPartPr/>
                <p14:nvPr/>
              </p14:nvContentPartPr>
              <p14:xfrm>
                <a:off x="5854555" y="4201544"/>
                <a:ext cx="360" cy="17640"/>
              </p14:xfrm>
            </p:contentPart>
          </mc:Choice>
          <mc:Fallback>
            <p:pic>
              <p:nvPicPr>
                <p:cNvPr id="318" name="Entrada de lápiz 317">
                  <a:extLst>
                    <a:ext uri="{FF2B5EF4-FFF2-40B4-BE49-F238E27FC236}">
                      <a16:creationId xmlns:a16="http://schemas.microsoft.com/office/drawing/2014/main" id="{4FAF1DD0-D6C1-71CA-6E96-54129962FE49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5848435" y="4195424"/>
                  <a:ext cx="126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19" name="Entrada de lápiz 318">
                  <a:extLst>
                    <a:ext uri="{FF2B5EF4-FFF2-40B4-BE49-F238E27FC236}">
                      <a16:creationId xmlns:a16="http://schemas.microsoft.com/office/drawing/2014/main" id="{C49B9939-4345-159F-7083-7CBBA3B2A535}"/>
                    </a:ext>
                  </a:extLst>
                </p14:cNvPr>
                <p14:cNvContentPartPr/>
                <p14:nvPr/>
              </p14:nvContentPartPr>
              <p14:xfrm>
                <a:off x="5930515" y="4260584"/>
                <a:ext cx="55080" cy="9720"/>
              </p14:xfrm>
            </p:contentPart>
          </mc:Choice>
          <mc:Fallback>
            <p:pic>
              <p:nvPicPr>
                <p:cNvPr id="319" name="Entrada de lápiz 318">
                  <a:extLst>
                    <a:ext uri="{FF2B5EF4-FFF2-40B4-BE49-F238E27FC236}">
                      <a16:creationId xmlns:a16="http://schemas.microsoft.com/office/drawing/2014/main" id="{C49B9939-4345-159F-7083-7CBBA3B2A535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5924395" y="4254464"/>
                  <a:ext cx="673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20" name="Entrada de lápiz 319">
                  <a:extLst>
                    <a:ext uri="{FF2B5EF4-FFF2-40B4-BE49-F238E27FC236}">
                      <a16:creationId xmlns:a16="http://schemas.microsoft.com/office/drawing/2014/main" id="{E3D912F8-F1C3-8689-8C6C-D70CFAA39841}"/>
                    </a:ext>
                  </a:extLst>
                </p14:cNvPr>
                <p14:cNvContentPartPr/>
                <p14:nvPr/>
              </p14:nvContentPartPr>
              <p14:xfrm>
                <a:off x="5917195" y="4307024"/>
                <a:ext cx="87120" cy="12600"/>
              </p14:xfrm>
            </p:contentPart>
          </mc:Choice>
          <mc:Fallback>
            <p:pic>
              <p:nvPicPr>
                <p:cNvPr id="320" name="Entrada de lápiz 319">
                  <a:extLst>
                    <a:ext uri="{FF2B5EF4-FFF2-40B4-BE49-F238E27FC236}">
                      <a16:creationId xmlns:a16="http://schemas.microsoft.com/office/drawing/2014/main" id="{E3D912F8-F1C3-8689-8C6C-D70CFAA39841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5911075" y="4300904"/>
                  <a:ext cx="993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21" name="Entrada de lápiz 320">
                  <a:extLst>
                    <a:ext uri="{FF2B5EF4-FFF2-40B4-BE49-F238E27FC236}">
                      <a16:creationId xmlns:a16="http://schemas.microsoft.com/office/drawing/2014/main" id="{F4404E8C-A1A1-37F3-62B4-C387E2D88F92}"/>
                    </a:ext>
                  </a:extLst>
                </p14:cNvPr>
                <p14:cNvContentPartPr/>
                <p14:nvPr/>
              </p14:nvContentPartPr>
              <p14:xfrm>
                <a:off x="6045715" y="4179944"/>
                <a:ext cx="70920" cy="140040"/>
              </p14:xfrm>
            </p:contentPart>
          </mc:Choice>
          <mc:Fallback>
            <p:pic>
              <p:nvPicPr>
                <p:cNvPr id="321" name="Entrada de lápiz 320">
                  <a:extLst>
                    <a:ext uri="{FF2B5EF4-FFF2-40B4-BE49-F238E27FC236}">
                      <a16:creationId xmlns:a16="http://schemas.microsoft.com/office/drawing/2014/main" id="{F4404E8C-A1A1-37F3-62B4-C387E2D88F92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6039595" y="4173824"/>
                  <a:ext cx="83160" cy="15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2">
            <p14:nvContentPartPr>
              <p14:cNvPr id="323" name="Entrada de lápiz 322">
                <a:extLst>
                  <a:ext uri="{FF2B5EF4-FFF2-40B4-BE49-F238E27FC236}">
                    <a16:creationId xmlns:a16="http://schemas.microsoft.com/office/drawing/2014/main" id="{50AAC370-F5A0-9217-5AEA-9178FCA5B71C}"/>
                  </a:ext>
                </a:extLst>
              </p14:cNvPr>
              <p14:cNvContentPartPr/>
              <p14:nvPr/>
            </p14:nvContentPartPr>
            <p14:xfrm>
              <a:off x="5844115" y="3641744"/>
              <a:ext cx="99720" cy="169560"/>
            </p14:xfrm>
          </p:contentPart>
        </mc:Choice>
        <mc:Fallback>
          <p:pic>
            <p:nvPicPr>
              <p:cNvPr id="323" name="Entrada de lápiz 322">
                <a:extLst>
                  <a:ext uri="{FF2B5EF4-FFF2-40B4-BE49-F238E27FC236}">
                    <a16:creationId xmlns:a16="http://schemas.microsoft.com/office/drawing/2014/main" id="{50AAC370-F5A0-9217-5AEA-9178FCA5B71C}"/>
                  </a:ext>
                </a:extLst>
              </p:cNvPr>
              <p:cNvPicPr/>
              <p:nvPr/>
            </p:nvPicPr>
            <p:blipFill>
              <a:blip r:embed="rId473"/>
              <a:stretch>
                <a:fillRect/>
              </a:stretch>
            </p:blipFill>
            <p:spPr>
              <a:xfrm>
                <a:off x="5837995" y="3635624"/>
                <a:ext cx="111960" cy="18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1" name="Grupo 340">
            <a:extLst>
              <a:ext uri="{FF2B5EF4-FFF2-40B4-BE49-F238E27FC236}">
                <a16:creationId xmlns:a16="http://schemas.microsoft.com/office/drawing/2014/main" id="{7FFBA2ED-4AF9-0C3E-8E04-6F9CC30A407C}"/>
              </a:ext>
            </a:extLst>
          </p:cNvPr>
          <p:cNvGrpSpPr/>
          <p:nvPr/>
        </p:nvGrpSpPr>
        <p:grpSpPr>
          <a:xfrm>
            <a:off x="6208795" y="3652904"/>
            <a:ext cx="1610640" cy="531360"/>
            <a:chOff x="6208795" y="3652904"/>
            <a:chExt cx="1610640" cy="53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24" name="Entrada de lápiz 323">
                  <a:extLst>
                    <a:ext uri="{FF2B5EF4-FFF2-40B4-BE49-F238E27FC236}">
                      <a16:creationId xmlns:a16="http://schemas.microsoft.com/office/drawing/2014/main" id="{FDEC5AC4-CCB2-121A-526E-77CEC914BAF0}"/>
                    </a:ext>
                  </a:extLst>
                </p14:cNvPr>
                <p14:cNvContentPartPr/>
                <p14:nvPr/>
              </p14:nvContentPartPr>
              <p14:xfrm>
                <a:off x="6208795" y="3890504"/>
                <a:ext cx="216360" cy="183960"/>
              </p14:xfrm>
            </p:contentPart>
          </mc:Choice>
          <mc:Fallback>
            <p:pic>
              <p:nvPicPr>
                <p:cNvPr id="324" name="Entrada de lápiz 323">
                  <a:extLst>
                    <a:ext uri="{FF2B5EF4-FFF2-40B4-BE49-F238E27FC236}">
                      <a16:creationId xmlns:a16="http://schemas.microsoft.com/office/drawing/2014/main" id="{FDEC5AC4-CCB2-121A-526E-77CEC914BAF0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6202675" y="3884384"/>
                  <a:ext cx="2286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25" name="Entrada de lápiz 324">
                  <a:extLst>
                    <a:ext uri="{FF2B5EF4-FFF2-40B4-BE49-F238E27FC236}">
                      <a16:creationId xmlns:a16="http://schemas.microsoft.com/office/drawing/2014/main" id="{5C95011D-76CA-F38E-2330-F46892DA034F}"/>
                    </a:ext>
                  </a:extLst>
                </p14:cNvPr>
                <p14:cNvContentPartPr/>
                <p14:nvPr/>
              </p14:nvContentPartPr>
              <p14:xfrm>
                <a:off x="6304915" y="3890504"/>
                <a:ext cx="146880" cy="163440"/>
              </p14:xfrm>
            </p:contentPart>
          </mc:Choice>
          <mc:Fallback>
            <p:pic>
              <p:nvPicPr>
                <p:cNvPr id="325" name="Entrada de lápiz 324">
                  <a:extLst>
                    <a:ext uri="{FF2B5EF4-FFF2-40B4-BE49-F238E27FC236}">
                      <a16:creationId xmlns:a16="http://schemas.microsoft.com/office/drawing/2014/main" id="{5C95011D-76CA-F38E-2330-F46892DA034F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6298795" y="3884384"/>
                  <a:ext cx="1591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27" name="Entrada de lápiz 326">
                  <a:extLst>
                    <a:ext uri="{FF2B5EF4-FFF2-40B4-BE49-F238E27FC236}">
                      <a16:creationId xmlns:a16="http://schemas.microsoft.com/office/drawing/2014/main" id="{63580FFE-0107-3A88-4B25-D442E516905D}"/>
                    </a:ext>
                  </a:extLst>
                </p14:cNvPr>
                <p14:cNvContentPartPr/>
                <p14:nvPr/>
              </p14:nvContentPartPr>
              <p14:xfrm>
                <a:off x="6472675" y="4006064"/>
                <a:ext cx="141840" cy="140760"/>
              </p14:xfrm>
            </p:contentPart>
          </mc:Choice>
          <mc:Fallback>
            <p:pic>
              <p:nvPicPr>
                <p:cNvPr id="327" name="Entrada de lápiz 326">
                  <a:extLst>
                    <a:ext uri="{FF2B5EF4-FFF2-40B4-BE49-F238E27FC236}">
                      <a16:creationId xmlns:a16="http://schemas.microsoft.com/office/drawing/2014/main" id="{63580FFE-0107-3A88-4B25-D442E516905D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6466555" y="3999944"/>
                  <a:ext cx="1540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29" name="Entrada de lápiz 328">
                  <a:extLst>
                    <a:ext uri="{FF2B5EF4-FFF2-40B4-BE49-F238E27FC236}">
                      <a16:creationId xmlns:a16="http://schemas.microsoft.com/office/drawing/2014/main" id="{0E5F29EC-3589-AE46-6DE0-D5AA426629B6}"/>
                    </a:ext>
                  </a:extLst>
                </p14:cNvPr>
                <p14:cNvContentPartPr/>
                <p14:nvPr/>
              </p14:nvContentPartPr>
              <p14:xfrm>
                <a:off x="6727195" y="3734984"/>
                <a:ext cx="66600" cy="410400"/>
              </p14:xfrm>
            </p:contentPart>
          </mc:Choice>
          <mc:Fallback>
            <p:pic>
              <p:nvPicPr>
                <p:cNvPr id="329" name="Entrada de lápiz 328">
                  <a:extLst>
                    <a:ext uri="{FF2B5EF4-FFF2-40B4-BE49-F238E27FC236}">
                      <a16:creationId xmlns:a16="http://schemas.microsoft.com/office/drawing/2014/main" id="{0E5F29EC-3589-AE46-6DE0-D5AA426629B6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6721075" y="3728864"/>
                  <a:ext cx="7884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30" name="Entrada de lápiz 329">
                  <a:extLst>
                    <a:ext uri="{FF2B5EF4-FFF2-40B4-BE49-F238E27FC236}">
                      <a16:creationId xmlns:a16="http://schemas.microsoft.com/office/drawing/2014/main" id="{F5F44C51-9CDE-485E-6545-CC8DAC2A1B41}"/>
                    </a:ext>
                  </a:extLst>
                </p14:cNvPr>
                <p14:cNvContentPartPr/>
                <p14:nvPr/>
              </p14:nvContentPartPr>
              <p14:xfrm>
                <a:off x="6995395" y="3867104"/>
                <a:ext cx="83520" cy="226080"/>
              </p14:xfrm>
            </p:contentPart>
          </mc:Choice>
          <mc:Fallback>
            <p:pic>
              <p:nvPicPr>
                <p:cNvPr id="330" name="Entrada de lápiz 329">
                  <a:extLst>
                    <a:ext uri="{FF2B5EF4-FFF2-40B4-BE49-F238E27FC236}">
                      <a16:creationId xmlns:a16="http://schemas.microsoft.com/office/drawing/2014/main" id="{F5F44C51-9CDE-485E-6545-CC8DAC2A1B41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6989275" y="3860984"/>
                  <a:ext cx="957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31" name="Entrada de lápiz 330">
                  <a:extLst>
                    <a:ext uri="{FF2B5EF4-FFF2-40B4-BE49-F238E27FC236}">
                      <a16:creationId xmlns:a16="http://schemas.microsoft.com/office/drawing/2014/main" id="{E7D82167-3731-7960-C17D-FE55815A76CE}"/>
                    </a:ext>
                  </a:extLst>
                </p14:cNvPr>
                <p14:cNvContentPartPr/>
                <p14:nvPr/>
              </p14:nvContentPartPr>
              <p14:xfrm>
                <a:off x="6920515" y="3877184"/>
                <a:ext cx="62640" cy="102960"/>
              </p14:xfrm>
            </p:contentPart>
          </mc:Choice>
          <mc:Fallback>
            <p:pic>
              <p:nvPicPr>
                <p:cNvPr id="331" name="Entrada de lápiz 330">
                  <a:extLst>
                    <a:ext uri="{FF2B5EF4-FFF2-40B4-BE49-F238E27FC236}">
                      <a16:creationId xmlns:a16="http://schemas.microsoft.com/office/drawing/2014/main" id="{E7D82167-3731-7960-C17D-FE55815A76CE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6914395" y="3871064"/>
                  <a:ext cx="748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33" name="Entrada de lápiz 332">
                  <a:extLst>
                    <a:ext uri="{FF2B5EF4-FFF2-40B4-BE49-F238E27FC236}">
                      <a16:creationId xmlns:a16="http://schemas.microsoft.com/office/drawing/2014/main" id="{3B3F6C96-42C8-19BD-4680-AEEFF885DE32}"/>
                    </a:ext>
                  </a:extLst>
                </p14:cNvPr>
                <p14:cNvContentPartPr/>
                <p14:nvPr/>
              </p14:nvContentPartPr>
              <p14:xfrm>
                <a:off x="7113835" y="4033424"/>
                <a:ext cx="28080" cy="57600"/>
              </p14:xfrm>
            </p:contentPart>
          </mc:Choice>
          <mc:Fallback>
            <p:pic>
              <p:nvPicPr>
                <p:cNvPr id="333" name="Entrada de lápiz 332">
                  <a:extLst>
                    <a:ext uri="{FF2B5EF4-FFF2-40B4-BE49-F238E27FC236}">
                      <a16:creationId xmlns:a16="http://schemas.microsoft.com/office/drawing/2014/main" id="{3B3F6C96-42C8-19BD-4680-AEEFF885DE32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7107715" y="4027304"/>
                  <a:ext cx="403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34" name="Entrada de lápiz 333">
                  <a:extLst>
                    <a:ext uri="{FF2B5EF4-FFF2-40B4-BE49-F238E27FC236}">
                      <a16:creationId xmlns:a16="http://schemas.microsoft.com/office/drawing/2014/main" id="{5E168C78-4768-1FCF-3D7F-EAB975ADC306}"/>
                    </a:ext>
                  </a:extLst>
                </p14:cNvPr>
                <p14:cNvContentPartPr/>
                <p14:nvPr/>
              </p14:nvContentPartPr>
              <p14:xfrm>
                <a:off x="7110235" y="3968264"/>
                <a:ext cx="5400" cy="360"/>
              </p14:xfrm>
            </p:contentPart>
          </mc:Choice>
          <mc:Fallback>
            <p:pic>
              <p:nvPicPr>
                <p:cNvPr id="334" name="Entrada de lápiz 333">
                  <a:extLst>
                    <a:ext uri="{FF2B5EF4-FFF2-40B4-BE49-F238E27FC236}">
                      <a16:creationId xmlns:a16="http://schemas.microsoft.com/office/drawing/2014/main" id="{5E168C78-4768-1FCF-3D7F-EAB975ADC306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7104115" y="3962144"/>
                  <a:ext cx="176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35" name="Entrada de lápiz 334">
                  <a:extLst>
                    <a:ext uri="{FF2B5EF4-FFF2-40B4-BE49-F238E27FC236}">
                      <a16:creationId xmlns:a16="http://schemas.microsoft.com/office/drawing/2014/main" id="{F0DA6A8B-A74A-AF9C-CC2C-8FB57E9E889C}"/>
                    </a:ext>
                  </a:extLst>
                </p14:cNvPr>
                <p14:cNvContentPartPr/>
                <p14:nvPr/>
              </p14:nvContentPartPr>
              <p14:xfrm>
                <a:off x="7245955" y="3984824"/>
                <a:ext cx="140400" cy="9720"/>
              </p14:xfrm>
            </p:contentPart>
          </mc:Choice>
          <mc:Fallback>
            <p:pic>
              <p:nvPicPr>
                <p:cNvPr id="335" name="Entrada de lápiz 334">
                  <a:extLst>
                    <a:ext uri="{FF2B5EF4-FFF2-40B4-BE49-F238E27FC236}">
                      <a16:creationId xmlns:a16="http://schemas.microsoft.com/office/drawing/2014/main" id="{F0DA6A8B-A74A-AF9C-CC2C-8FB57E9E889C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7239835" y="3978704"/>
                  <a:ext cx="1526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36" name="Entrada de lápiz 335">
                  <a:extLst>
                    <a:ext uri="{FF2B5EF4-FFF2-40B4-BE49-F238E27FC236}">
                      <a16:creationId xmlns:a16="http://schemas.microsoft.com/office/drawing/2014/main" id="{4EA1110D-79D2-FCA6-F983-09A4CA22AA9A}"/>
                    </a:ext>
                  </a:extLst>
                </p14:cNvPr>
                <p14:cNvContentPartPr/>
                <p14:nvPr/>
              </p14:nvContentPartPr>
              <p14:xfrm>
                <a:off x="7482835" y="3881504"/>
                <a:ext cx="68760" cy="201960"/>
              </p14:xfrm>
            </p:contentPart>
          </mc:Choice>
          <mc:Fallback>
            <p:pic>
              <p:nvPicPr>
                <p:cNvPr id="336" name="Entrada de lápiz 335">
                  <a:extLst>
                    <a:ext uri="{FF2B5EF4-FFF2-40B4-BE49-F238E27FC236}">
                      <a16:creationId xmlns:a16="http://schemas.microsoft.com/office/drawing/2014/main" id="{4EA1110D-79D2-FCA6-F983-09A4CA22AA9A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7476715" y="3875384"/>
                  <a:ext cx="81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37" name="Entrada de lápiz 336">
                  <a:extLst>
                    <a:ext uri="{FF2B5EF4-FFF2-40B4-BE49-F238E27FC236}">
                      <a16:creationId xmlns:a16="http://schemas.microsoft.com/office/drawing/2014/main" id="{C4388BC4-D4E4-4285-0B3A-96EB6D7809C5}"/>
                    </a:ext>
                  </a:extLst>
                </p14:cNvPr>
                <p14:cNvContentPartPr/>
                <p14:nvPr/>
              </p14:nvContentPartPr>
              <p14:xfrm>
                <a:off x="7426675" y="3878624"/>
                <a:ext cx="66960" cy="107640"/>
              </p14:xfrm>
            </p:contentPart>
          </mc:Choice>
          <mc:Fallback>
            <p:pic>
              <p:nvPicPr>
                <p:cNvPr id="337" name="Entrada de lápiz 336">
                  <a:extLst>
                    <a:ext uri="{FF2B5EF4-FFF2-40B4-BE49-F238E27FC236}">
                      <a16:creationId xmlns:a16="http://schemas.microsoft.com/office/drawing/2014/main" id="{C4388BC4-D4E4-4285-0B3A-96EB6D7809C5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7420555" y="3872504"/>
                  <a:ext cx="792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38" name="Entrada de lápiz 337">
                  <a:extLst>
                    <a:ext uri="{FF2B5EF4-FFF2-40B4-BE49-F238E27FC236}">
                      <a16:creationId xmlns:a16="http://schemas.microsoft.com/office/drawing/2014/main" id="{DE307429-F13A-9A1A-E68D-4319ADCADE1F}"/>
                    </a:ext>
                  </a:extLst>
                </p14:cNvPr>
                <p14:cNvContentPartPr/>
                <p14:nvPr/>
              </p14:nvContentPartPr>
              <p14:xfrm>
                <a:off x="7572475" y="3975464"/>
                <a:ext cx="6120" cy="92880"/>
              </p14:xfrm>
            </p:contentPart>
          </mc:Choice>
          <mc:Fallback>
            <p:pic>
              <p:nvPicPr>
                <p:cNvPr id="338" name="Entrada de lápiz 337">
                  <a:extLst>
                    <a:ext uri="{FF2B5EF4-FFF2-40B4-BE49-F238E27FC236}">
                      <a16:creationId xmlns:a16="http://schemas.microsoft.com/office/drawing/2014/main" id="{DE307429-F13A-9A1A-E68D-4319ADCADE1F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7566355" y="3969344"/>
                  <a:ext cx="183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39" name="Entrada de lápiz 338">
                  <a:extLst>
                    <a:ext uri="{FF2B5EF4-FFF2-40B4-BE49-F238E27FC236}">
                      <a16:creationId xmlns:a16="http://schemas.microsoft.com/office/drawing/2014/main" id="{E0EB1C23-2580-1F43-222E-91776D704C4D}"/>
                    </a:ext>
                  </a:extLst>
                </p14:cNvPr>
                <p14:cNvContentPartPr/>
                <p14:nvPr/>
              </p14:nvContentPartPr>
              <p14:xfrm>
                <a:off x="7422355" y="3680624"/>
                <a:ext cx="129960" cy="102960"/>
              </p14:xfrm>
            </p:contentPart>
          </mc:Choice>
          <mc:Fallback>
            <p:pic>
              <p:nvPicPr>
                <p:cNvPr id="339" name="Entrada de lápiz 338">
                  <a:extLst>
                    <a:ext uri="{FF2B5EF4-FFF2-40B4-BE49-F238E27FC236}">
                      <a16:creationId xmlns:a16="http://schemas.microsoft.com/office/drawing/2014/main" id="{E0EB1C23-2580-1F43-222E-91776D704C4D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7416235" y="3674504"/>
                  <a:ext cx="1422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40" name="Entrada de lápiz 339">
                  <a:extLst>
                    <a:ext uri="{FF2B5EF4-FFF2-40B4-BE49-F238E27FC236}">
                      <a16:creationId xmlns:a16="http://schemas.microsoft.com/office/drawing/2014/main" id="{E0083CF4-2801-E00B-1C2D-52774857CEEF}"/>
                    </a:ext>
                  </a:extLst>
                </p14:cNvPr>
                <p14:cNvContentPartPr/>
                <p14:nvPr/>
              </p14:nvContentPartPr>
              <p14:xfrm>
                <a:off x="7692355" y="3652904"/>
                <a:ext cx="127080" cy="531360"/>
              </p14:xfrm>
            </p:contentPart>
          </mc:Choice>
          <mc:Fallback>
            <p:pic>
              <p:nvPicPr>
                <p:cNvPr id="340" name="Entrada de lápiz 339">
                  <a:extLst>
                    <a:ext uri="{FF2B5EF4-FFF2-40B4-BE49-F238E27FC236}">
                      <a16:creationId xmlns:a16="http://schemas.microsoft.com/office/drawing/2014/main" id="{E0083CF4-2801-E00B-1C2D-52774857CEEF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7686235" y="3646784"/>
                  <a:ext cx="139320" cy="54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4" name="Grupo 343">
            <a:extLst>
              <a:ext uri="{FF2B5EF4-FFF2-40B4-BE49-F238E27FC236}">
                <a16:creationId xmlns:a16="http://schemas.microsoft.com/office/drawing/2014/main" id="{0422E5C7-CC04-C691-0AC9-9F2F1399FBA0}"/>
              </a:ext>
            </a:extLst>
          </p:cNvPr>
          <p:cNvGrpSpPr/>
          <p:nvPr/>
        </p:nvGrpSpPr>
        <p:grpSpPr>
          <a:xfrm>
            <a:off x="972595" y="5229704"/>
            <a:ext cx="221400" cy="126360"/>
            <a:chOff x="972595" y="5229704"/>
            <a:chExt cx="221400" cy="12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42" name="Entrada de lápiz 341">
                  <a:extLst>
                    <a:ext uri="{FF2B5EF4-FFF2-40B4-BE49-F238E27FC236}">
                      <a16:creationId xmlns:a16="http://schemas.microsoft.com/office/drawing/2014/main" id="{65D587D3-E648-9E38-DDE1-85FA35D7747E}"/>
                    </a:ext>
                  </a:extLst>
                </p14:cNvPr>
                <p14:cNvContentPartPr/>
                <p14:nvPr/>
              </p14:nvContentPartPr>
              <p14:xfrm>
                <a:off x="978355" y="5229704"/>
                <a:ext cx="215640" cy="26640"/>
              </p14:xfrm>
            </p:contentPart>
          </mc:Choice>
          <mc:Fallback>
            <p:pic>
              <p:nvPicPr>
                <p:cNvPr id="342" name="Entrada de lápiz 341">
                  <a:extLst>
                    <a:ext uri="{FF2B5EF4-FFF2-40B4-BE49-F238E27FC236}">
                      <a16:creationId xmlns:a16="http://schemas.microsoft.com/office/drawing/2014/main" id="{65D587D3-E648-9E38-DDE1-85FA35D7747E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972235" y="5223584"/>
                  <a:ext cx="2278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43" name="Entrada de lápiz 342">
                  <a:extLst>
                    <a:ext uri="{FF2B5EF4-FFF2-40B4-BE49-F238E27FC236}">
                      <a16:creationId xmlns:a16="http://schemas.microsoft.com/office/drawing/2014/main" id="{BB889850-0C21-6555-54CA-5364F57D4747}"/>
                    </a:ext>
                  </a:extLst>
                </p14:cNvPr>
                <p14:cNvContentPartPr/>
                <p14:nvPr/>
              </p14:nvContentPartPr>
              <p14:xfrm>
                <a:off x="972595" y="5313584"/>
                <a:ext cx="178560" cy="42480"/>
              </p14:xfrm>
            </p:contentPart>
          </mc:Choice>
          <mc:Fallback>
            <p:pic>
              <p:nvPicPr>
                <p:cNvPr id="343" name="Entrada de lápiz 342">
                  <a:extLst>
                    <a:ext uri="{FF2B5EF4-FFF2-40B4-BE49-F238E27FC236}">
                      <a16:creationId xmlns:a16="http://schemas.microsoft.com/office/drawing/2014/main" id="{BB889850-0C21-6555-54CA-5364F57D4747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966475" y="5307464"/>
                  <a:ext cx="19080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6" name="Grupo 365">
            <a:extLst>
              <a:ext uri="{FF2B5EF4-FFF2-40B4-BE49-F238E27FC236}">
                <a16:creationId xmlns:a16="http://schemas.microsoft.com/office/drawing/2014/main" id="{405F29F3-5B47-3CEA-8326-635486EF6CC8}"/>
              </a:ext>
            </a:extLst>
          </p:cNvPr>
          <p:cNvGrpSpPr/>
          <p:nvPr/>
        </p:nvGrpSpPr>
        <p:grpSpPr>
          <a:xfrm>
            <a:off x="1380835" y="5045744"/>
            <a:ext cx="918720" cy="735120"/>
            <a:chOff x="1380835" y="5045744"/>
            <a:chExt cx="918720" cy="73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45" name="Entrada de lápiz 344">
                  <a:extLst>
                    <a:ext uri="{FF2B5EF4-FFF2-40B4-BE49-F238E27FC236}">
                      <a16:creationId xmlns:a16="http://schemas.microsoft.com/office/drawing/2014/main" id="{469944BB-C9A4-9D2E-D02D-F09A0685DD77}"/>
                    </a:ext>
                  </a:extLst>
                </p14:cNvPr>
                <p14:cNvContentPartPr/>
                <p14:nvPr/>
              </p14:nvContentPartPr>
              <p14:xfrm>
                <a:off x="1417915" y="5143304"/>
                <a:ext cx="294480" cy="209880"/>
              </p14:xfrm>
            </p:contentPart>
          </mc:Choice>
          <mc:Fallback>
            <p:pic>
              <p:nvPicPr>
                <p:cNvPr id="345" name="Entrada de lápiz 344">
                  <a:extLst>
                    <a:ext uri="{FF2B5EF4-FFF2-40B4-BE49-F238E27FC236}">
                      <a16:creationId xmlns:a16="http://schemas.microsoft.com/office/drawing/2014/main" id="{469944BB-C9A4-9D2E-D02D-F09A0685DD77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411795" y="5137184"/>
                  <a:ext cx="3067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46" name="Entrada de lápiz 345">
                  <a:extLst>
                    <a:ext uri="{FF2B5EF4-FFF2-40B4-BE49-F238E27FC236}">
                      <a16:creationId xmlns:a16="http://schemas.microsoft.com/office/drawing/2014/main" id="{14191975-6382-F0A6-5768-B1C7C6229BCB}"/>
                    </a:ext>
                  </a:extLst>
                </p14:cNvPr>
                <p14:cNvContentPartPr/>
                <p14:nvPr/>
              </p14:nvContentPartPr>
              <p14:xfrm>
                <a:off x="1380835" y="5452904"/>
                <a:ext cx="398880" cy="17640"/>
              </p14:xfrm>
            </p:contentPart>
          </mc:Choice>
          <mc:Fallback>
            <p:pic>
              <p:nvPicPr>
                <p:cNvPr id="346" name="Entrada de lápiz 345">
                  <a:extLst>
                    <a:ext uri="{FF2B5EF4-FFF2-40B4-BE49-F238E27FC236}">
                      <a16:creationId xmlns:a16="http://schemas.microsoft.com/office/drawing/2014/main" id="{14191975-6382-F0A6-5768-B1C7C6229BCB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374715" y="5446784"/>
                  <a:ext cx="4111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47" name="Entrada de lápiz 346">
                  <a:extLst>
                    <a:ext uri="{FF2B5EF4-FFF2-40B4-BE49-F238E27FC236}">
                      <a16:creationId xmlns:a16="http://schemas.microsoft.com/office/drawing/2014/main" id="{3CE7D8E3-8E46-84BB-E480-9240067731D9}"/>
                    </a:ext>
                  </a:extLst>
                </p14:cNvPr>
                <p14:cNvContentPartPr/>
                <p14:nvPr/>
              </p14:nvContentPartPr>
              <p14:xfrm>
                <a:off x="1586395" y="5491064"/>
                <a:ext cx="150480" cy="222840"/>
              </p14:xfrm>
            </p:contentPart>
          </mc:Choice>
          <mc:Fallback>
            <p:pic>
              <p:nvPicPr>
                <p:cNvPr id="347" name="Entrada de lápiz 346">
                  <a:extLst>
                    <a:ext uri="{FF2B5EF4-FFF2-40B4-BE49-F238E27FC236}">
                      <a16:creationId xmlns:a16="http://schemas.microsoft.com/office/drawing/2014/main" id="{3CE7D8E3-8E46-84BB-E480-9240067731D9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580275" y="5484944"/>
                  <a:ext cx="1627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48" name="Entrada de lápiz 347">
                  <a:extLst>
                    <a:ext uri="{FF2B5EF4-FFF2-40B4-BE49-F238E27FC236}">
                      <a16:creationId xmlns:a16="http://schemas.microsoft.com/office/drawing/2014/main" id="{86C72446-4D55-71CE-7A28-DE53E2D00153}"/>
                    </a:ext>
                  </a:extLst>
                </p14:cNvPr>
                <p14:cNvContentPartPr/>
                <p14:nvPr/>
              </p14:nvContentPartPr>
              <p14:xfrm>
                <a:off x="1874035" y="5285504"/>
                <a:ext cx="294840" cy="271440"/>
              </p14:xfrm>
            </p:contentPart>
          </mc:Choice>
          <mc:Fallback>
            <p:pic>
              <p:nvPicPr>
                <p:cNvPr id="348" name="Entrada de lápiz 347">
                  <a:extLst>
                    <a:ext uri="{FF2B5EF4-FFF2-40B4-BE49-F238E27FC236}">
                      <a16:creationId xmlns:a16="http://schemas.microsoft.com/office/drawing/2014/main" id="{86C72446-4D55-71CE-7A28-DE53E2D00153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867915" y="5279384"/>
                  <a:ext cx="3070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49" name="Entrada de lápiz 348">
                  <a:extLst>
                    <a:ext uri="{FF2B5EF4-FFF2-40B4-BE49-F238E27FC236}">
                      <a16:creationId xmlns:a16="http://schemas.microsoft.com/office/drawing/2014/main" id="{3FF1939C-6F65-5C1E-CB55-42CA1627CDDF}"/>
                    </a:ext>
                  </a:extLst>
                </p14:cNvPr>
                <p14:cNvContentPartPr/>
                <p14:nvPr/>
              </p14:nvContentPartPr>
              <p14:xfrm>
                <a:off x="2007955" y="5645504"/>
                <a:ext cx="46080" cy="113040"/>
              </p14:xfrm>
            </p:contentPart>
          </mc:Choice>
          <mc:Fallback>
            <p:pic>
              <p:nvPicPr>
                <p:cNvPr id="349" name="Entrada de lápiz 348">
                  <a:extLst>
                    <a:ext uri="{FF2B5EF4-FFF2-40B4-BE49-F238E27FC236}">
                      <a16:creationId xmlns:a16="http://schemas.microsoft.com/office/drawing/2014/main" id="{3FF1939C-6F65-5C1E-CB55-42CA1627CDDF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2001835" y="5639384"/>
                  <a:ext cx="583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50" name="Entrada de lápiz 349">
                  <a:extLst>
                    <a:ext uri="{FF2B5EF4-FFF2-40B4-BE49-F238E27FC236}">
                      <a16:creationId xmlns:a16="http://schemas.microsoft.com/office/drawing/2014/main" id="{57E041E5-EECD-6FB0-D222-79AB5F0850D2}"/>
                    </a:ext>
                  </a:extLst>
                </p14:cNvPr>
                <p14:cNvContentPartPr/>
                <p14:nvPr/>
              </p14:nvContentPartPr>
              <p14:xfrm>
                <a:off x="2029195" y="5583584"/>
                <a:ext cx="11160" cy="18720"/>
              </p14:xfrm>
            </p:contentPart>
          </mc:Choice>
          <mc:Fallback>
            <p:pic>
              <p:nvPicPr>
                <p:cNvPr id="350" name="Entrada de lápiz 349">
                  <a:extLst>
                    <a:ext uri="{FF2B5EF4-FFF2-40B4-BE49-F238E27FC236}">
                      <a16:creationId xmlns:a16="http://schemas.microsoft.com/office/drawing/2014/main" id="{57E041E5-EECD-6FB0-D222-79AB5F0850D2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2023075" y="5577464"/>
                  <a:ext cx="234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51" name="Entrada de lápiz 350">
                  <a:extLst>
                    <a:ext uri="{FF2B5EF4-FFF2-40B4-BE49-F238E27FC236}">
                      <a16:creationId xmlns:a16="http://schemas.microsoft.com/office/drawing/2014/main" id="{D3052164-81ED-0C39-B1E1-DE52E584E53B}"/>
                    </a:ext>
                  </a:extLst>
                </p14:cNvPr>
                <p14:cNvContentPartPr/>
                <p14:nvPr/>
              </p14:nvContentPartPr>
              <p14:xfrm>
                <a:off x="2081035" y="5658464"/>
                <a:ext cx="79560" cy="17640"/>
              </p14:xfrm>
            </p:contentPart>
          </mc:Choice>
          <mc:Fallback>
            <p:pic>
              <p:nvPicPr>
                <p:cNvPr id="351" name="Entrada de lápiz 350">
                  <a:extLst>
                    <a:ext uri="{FF2B5EF4-FFF2-40B4-BE49-F238E27FC236}">
                      <a16:creationId xmlns:a16="http://schemas.microsoft.com/office/drawing/2014/main" id="{D3052164-81ED-0C39-B1E1-DE52E584E53B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2074915" y="5652344"/>
                  <a:ext cx="918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52" name="Entrada de lápiz 351">
                  <a:extLst>
                    <a:ext uri="{FF2B5EF4-FFF2-40B4-BE49-F238E27FC236}">
                      <a16:creationId xmlns:a16="http://schemas.microsoft.com/office/drawing/2014/main" id="{4C9D5D82-C595-695B-75A9-6A53B85CF340}"/>
                    </a:ext>
                  </a:extLst>
                </p14:cNvPr>
                <p14:cNvContentPartPr/>
                <p14:nvPr/>
              </p14:nvContentPartPr>
              <p14:xfrm>
                <a:off x="2078515" y="5673944"/>
                <a:ext cx="108000" cy="49320"/>
              </p14:xfrm>
            </p:contentPart>
          </mc:Choice>
          <mc:Fallback>
            <p:pic>
              <p:nvPicPr>
                <p:cNvPr id="352" name="Entrada de lápiz 351">
                  <a:extLst>
                    <a:ext uri="{FF2B5EF4-FFF2-40B4-BE49-F238E27FC236}">
                      <a16:creationId xmlns:a16="http://schemas.microsoft.com/office/drawing/2014/main" id="{4C9D5D82-C595-695B-75A9-6A53B85CF340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2072395" y="5667824"/>
                  <a:ext cx="1202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53" name="Entrada de lápiz 352">
                  <a:extLst>
                    <a:ext uri="{FF2B5EF4-FFF2-40B4-BE49-F238E27FC236}">
                      <a16:creationId xmlns:a16="http://schemas.microsoft.com/office/drawing/2014/main" id="{EF468CD0-6D92-EE3D-1E53-24E614568957}"/>
                    </a:ext>
                  </a:extLst>
                </p14:cNvPr>
                <p14:cNvContentPartPr/>
                <p14:nvPr/>
              </p14:nvContentPartPr>
              <p14:xfrm>
                <a:off x="2200915" y="5567024"/>
                <a:ext cx="98640" cy="213840"/>
              </p14:xfrm>
            </p:contentPart>
          </mc:Choice>
          <mc:Fallback>
            <p:pic>
              <p:nvPicPr>
                <p:cNvPr id="353" name="Entrada de lápiz 352">
                  <a:extLst>
                    <a:ext uri="{FF2B5EF4-FFF2-40B4-BE49-F238E27FC236}">
                      <a16:creationId xmlns:a16="http://schemas.microsoft.com/office/drawing/2014/main" id="{EF468CD0-6D92-EE3D-1E53-24E614568957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2194795" y="5560904"/>
                  <a:ext cx="1108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54" name="Entrada de lápiz 353">
                  <a:extLst>
                    <a:ext uri="{FF2B5EF4-FFF2-40B4-BE49-F238E27FC236}">
                      <a16:creationId xmlns:a16="http://schemas.microsoft.com/office/drawing/2014/main" id="{FB1096F3-9123-5E41-7B4E-3FD026412F90}"/>
                    </a:ext>
                  </a:extLst>
                </p14:cNvPr>
                <p14:cNvContentPartPr/>
                <p14:nvPr/>
              </p14:nvContentPartPr>
              <p14:xfrm>
                <a:off x="1976635" y="5045744"/>
                <a:ext cx="176760" cy="181800"/>
              </p14:xfrm>
            </p:contentPart>
          </mc:Choice>
          <mc:Fallback>
            <p:pic>
              <p:nvPicPr>
                <p:cNvPr id="354" name="Entrada de lápiz 353">
                  <a:extLst>
                    <a:ext uri="{FF2B5EF4-FFF2-40B4-BE49-F238E27FC236}">
                      <a16:creationId xmlns:a16="http://schemas.microsoft.com/office/drawing/2014/main" id="{FB1096F3-9123-5E41-7B4E-3FD026412F90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970515" y="5039624"/>
                  <a:ext cx="189000" cy="19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6">
            <p14:nvContentPartPr>
              <p14:cNvPr id="355" name="Entrada de lápiz 354">
                <a:extLst>
                  <a:ext uri="{FF2B5EF4-FFF2-40B4-BE49-F238E27FC236}">
                    <a16:creationId xmlns:a16="http://schemas.microsoft.com/office/drawing/2014/main" id="{53960101-88B7-B6D8-8AAD-44261A4F7268}"/>
                  </a:ext>
                </a:extLst>
              </p14:cNvPr>
              <p14:cNvContentPartPr/>
              <p14:nvPr/>
            </p14:nvContentPartPr>
            <p14:xfrm>
              <a:off x="2506195" y="5033144"/>
              <a:ext cx="108360" cy="568800"/>
            </p14:xfrm>
          </p:contentPart>
        </mc:Choice>
        <mc:Fallback>
          <p:pic>
            <p:nvPicPr>
              <p:cNvPr id="355" name="Entrada de lápiz 354">
                <a:extLst>
                  <a:ext uri="{FF2B5EF4-FFF2-40B4-BE49-F238E27FC236}">
                    <a16:creationId xmlns:a16="http://schemas.microsoft.com/office/drawing/2014/main" id="{53960101-88B7-B6D8-8AAD-44261A4F7268}"/>
                  </a:ext>
                </a:extLst>
              </p:cNvPr>
              <p:cNvPicPr/>
              <p:nvPr/>
            </p:nvPicPr>
            <p:blipFill>
              <a:blip r:embed="rId527"/>
              <a:stretch>
                <a:fillRect/>
              </a:stretch>
            </p:blipFill>
            <p:spPr>
              <a:xfrm>
                <a:off x="2500075" y="5027024"/>
                <a:ext cx="120600" cy="58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9" name="Grupo 368">
            <a:extLst>
              <a:ext uri="{FF2B5EF4-FFF2-40B4-BE49-F238E27FC236}">
                <a16:creationId xmlns:a16="http://schemas.microsoft.com/office/drawing/2014/main" id="{75FACBE0-8112-2E71-3BC3-E25668445165}"/>
              </a:ext>
            </a:extLst>
          </p:cNvPr>
          <p:cNvGrpSpPr/>
          <p:nvPr/>
        </p:nvGrpSpPr>
        <p:grpSpPr>
          <a:xfrm>
            <a:off x="2786275" y="4952144"/>
            <a:ext cx="1352520" cy="670320"/>
            <a:chOff x="2786275" y="4952144"/>
            <a:chExt cx="1352520" cy="67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56" name="Entrada de lápiz 355">
                  <a:extLst>
                    <a:ext uri="{FF2B5EF4-FFF2-40B4-BE49-F238E27FC236}">
                      <a16:creationId xmlns:a16="http://schemas.microsoft.com/office/drawing/2014/main" id="{B27C7243-53B9-AD03-3AF0-666C9CF3A6B0}"/>
                    </a:ext>
                  </a:extLst>
                </p14:cNvPr>
                <p14:cNvContentPartPr/>
                <p14:nvPr/>
              </p14:nvContentPartPr>
              <p14:xfrm>
                <a:off x="2813275" y="5141504"/>
                <a:ext cx="133200" cy="390240"/>
              </p14:xfrm>
            </p:contentPart>
          </mc:Choice>
          <mc:Fallback>
            <p:pic>
              <p:nvPicPr>
                <p:cNvPr id="356" name="Entrada de lápiz 355">
                  <a:extLst>
                    <a:ext uri="{FF2B5EF4-FFF2-40B4-BE49-F238E27FC236}">
                      <a16:creationId xmlns:a16="http://schemas.microsoft.com/office/drawing/2014/main" id="{B27C7243-53B9-AD03-3AF0-666C9CF3A6B0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2807155" y="5135384"/>
                  <a:ext cx="1454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57" name="Entrada de lápiz 356">
                  <a:extLst>
                    <a:ext uri="{FF2B5EF4-FFF2-40B4-BE49-F238E27FC236}">
                      <a16:creationId xmlns:a16="http://schemas.microsoft.com/office/drawing/2014/main" id="{1798074E-9947-787D-3DA5-4C0ABFBB450E}"/>
                    </a:ext>
                  </a:extLst>
                </p14:cNvPr>
                <p14:cNvContentPartPr/>
                <p14:nvPr/>
              </p14:nvContentPartPr>
              <p14:xfrm>
                <a:off x="2786275" y="5219264"/>
                <a:ext cx="66960" cy="195120"/>
              </p14:xfrm>
            </p:contentPart>
          </mc:Choice>
          <mc:Fallback>
            <p:pic>
              <p:nvPicPr>
                <p:cNvPr id="357" name="Entrada de lápiz 356">
                  <a:extLst>
                    <a:ext uri="{FF2B5EF4-FFF2-40B4-BE49-F238E27FC236}">
                      <a16:creationId xmlns:a16="http://schemas.microsoft.com/office/drawing/2014/main" id="{1798074E-9947-787D-3DA5-4C0ABFBB450E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2780155" y="5213144"/>
                  <a:ext cx="792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58" name="Entrada de lápiz 357">
                  <a:extLst>
                    <a:ext uri="{FF2B5EF4-FFF2-40B4-BE49-F238E27FC236}">
                      <a16:creationId xmlns:a16="http://schemas.microsoft.com/office/drawing/2014/main" id="{71ED0387-DDD6-EBF1-7856-12EE1F05EDA9}"/>
                    </a:ext>
                  </a:extLst>
                </p14:cNvPr>
                <p14:cNvContentPartPr/>
                <p14:nvPr/>
              </p14:nvContentPartPr>
              <p14:xfrm>
                <a:off x="2978875" y="5442824"/>
                <a:ext cx="10080" cy="77040"/>
              </p14:xfrm>
            </p:contentPart>
          </mc:Choice>
          <mc:Fallback>
            <p:pic>
              <p:nvPicPr>
                <p:cNvPr id="358" name="Entrada de lápiz 357">
                  <a:extLst>
                    <a:ext uri="{FF2B5EF4-FFF2-40B4-BE49-F238E27FC236}">
                      <a16:creationId xmlns:a16="http://schemas.microsoft.com/office/drawing/2014/main" id="{71ED0387-DDD6-EBF1-7856-12EE1F05EDA9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2972755" y="5436704"/>
                  <a:ext cx="223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59" name="Entrada de lápiz 358">
                  <a:extLst>
                    <a:ext uri="{FF2B5EF4-FFF2-40B4-BE49-F238E27FC236}">
                      <a16:creationId xmlns:a16="http://schemas.microsoft.com/office/drawing/2014/main" id="{A290E159-6A56-4F6E-E584-A600B1EEC746}"/>
                    </a:ext>
                  </a:extLst>
                </p14:cNvPr>
                <p14:cNvContentPartPr/>
                <p14:nvPr/>
              </p14:nvContentPartPr>
              <p14:xfrm>
                <a:off x="2977075" y="5339864"/>
                <a:ext cx="11880" cy="42480"/>
              </p14:xfrm>
            </p:contentPart>
          </mc:Choice>
          <mc:Fallback>
            <p:pic>
              <p:nvPicPr>
                <p:cNvPr id="359" name="Entrada de lápiz 358">
                  <a:extLst>
                    <a:ext uri="{FF2B5EF4-FFF2-40B4-BE49-F238E27FC236}">
                      <a16:creationId xmlns:a16="http://schemas.microsoft.com/office/drawing/2014/main" id="{A290E159-6A56-4F6E-E584-A600B1EEC746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970955" y="5333744"/>
                  <a:ext cx="241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60" name="Entrada de lápiz 359">
                  <a:extLst>
                    <a:ext uri="{FF2B5EF4-FFF2-40B4-BE49-F238E27FC236}">
                      <a16:creationId xmlns:a16="http://schemas.microsoft.com/office/drawing/2014/main" id="{30336537-26E7-5B19-A4BD-973033EE16B7}"/>
                    </a:ext>
                  </a:extLst>
                </p14:cNvPr>
                <p14:cNvContentPartPr/>
                <p14:nvPr/>
              </p14:nvContentPartPr>
              <p14:xfrm>
                <a:off x="3127555" y="5327984"/>
                <a:ext cx="162360" cy="7920"/>
              </p14:xfrm>
            </p:contentPart>
          </mc:Choice>
          <mc:Fallback>
            <p:pic>
              <p:nvPicPr>
                <p:cNvPr id="360" name="Entrada de lápiz 359">
                  <a:extLst>
                    <a:ext uri="{FF2B5EF4-FFF2-40B4-BE49-F238E27FC236}">
                      <a16:creationId xmlns:a16="http://schemas.microsoft.com/office/drawing/2014/main" id="{30336537-26E7-5B19-A4BD-973033EE16B7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3121435" y="5321864"/>
                  <a:ext cx="1746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61" name="Entrada de lápiz 360">
                  <a:extLst>
                    <a:ext uri="{FF2B5EF4-FFF2-40B4-BE49-F238E27FC236}">
                      <a16:creationId xmlns:a16="http://schemas.microsoft.com/office/drawing/2014/main" id="{149F9291-4017-8D96-AB7F-0F6C5041A11C}"/>
                    </a:ext>
                  </a:extLst>
                </p14:cNvPr>
                <p14:cNvContentPartPr/>
                <p14:nvPr/>
              </p14:nvContentPartPr>
              <p14:xfrm>
                <a:off x="3411235" y="5207024"/>
                <a:ext cx="101160" cy="225720"/>
              </p14:xfrm>
            </p:contentPart>
          </mc:Choice>
          <mc:Fallback>
            <p:pic>
              <p:nvPicPr>
                <p:cNvPr id="361" name="Entrada de lápiz 360">
                  <a:extLst>
                    <a:ext uri="{FF2B5EF4-FFF2-40B4-BE49-F238E27FC236}">
                      <a16:creationId xmlns:a16="http://schemas.microsoft.com/office/drawing/2014/main" id="{149F9291-4017-8D96-AB7F-0F6C5041A11C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3405115" y="5200904"/>
                  <a:ext cx="1134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62" name="Entrada de lápiz 361">
                  <a:extLst>
                    <a:ext uri="{FF2B5EF4-FFF2-40B4-BE49-F238E27FC236}">
                      <a16:creationId xmlns:a16="http://schemas.microsoft.com/office/drawing/2014/main" id="{AEC67131-C2FC-5ACD-8DB9-08796E4DACE2}"/>
                    </a:ext>
                  </a:extLst>
                </p14:cNvPr>
                <p14:cNvContentPartPr/>
                <p14:nvPr/>
              </p14:nvContentPartPr>
              <p14:xfrm>
                <a:off x="3350395" y="5167784"/>
                <a:ext cx="92880" cy="141120"/>
              </p14:xfrm>
            </p:contentPart>
          </mc:Choice>
          <mc:Fallback>
            <p:pic>
              <p:nvPicPr>
                <p:cNvPr id="362" name="Entrada de lápiz 361">
                  <a:extLst>
                    <a:ext uri="{FF2B5EF4-FFF2-40B4-BE49-F238E27FC236}">
                      <a16:creationId xmlns:a16="http://schemas.microsoft.com/office/drawing/2014/main" id="{AEC67131-C2FC-5ACD-8DB9-08796E4DACE2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3344275" y="5161664"/>
                  <a:ext cx="1051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63" name="Entrada de lápiz 362">
                  <a:extLst>
                    <a:ext uri="{FF2B5EF4-FFF2-40B4-BE49-F238E27FC236}">
                      <a16:creationId xmlns:a16="http://schemas.microsoft.com/office/drawing/2014/main" id="{B39AFA6D-EEC1-43B4-0F8D-ADAA6BD1B5B7}"/>
                    </a:ext>
                  </a:extLst>
                </p14:cNvPr>
                <p14:cNvContentPartPr/>
                <p14:nvPr/>
              </p14:nvContentPartPr>
              <p14:xfrm>
                <a:off x="3499075" y="5302424"/>
                <a:ext cx="32400" cy="159840"/>
              </p14:xfrm>
            </p:contentPart>
          </mc:Choice>
          <mc:Fallback>
            <p:pic>
              <p:nvPicPr>
                <p:cNvPr id="363" name="Entrada de lápiz 362">
                  <a:extLst>
                    <a:ext uri="{FF2B5EF4-FFF2-40B4-BE49-F238E27FC236}">
                      <a16:creationId xmlns:a16="http://schemas.microsoft.com/office/drawing/2014/main" id="{B39AFA6D-EEC1-43B4-0F8D-ADAA6BD1B5B7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3492955" y="5296304"/>
                  <a:ext cx="446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64" name="Entrada de lápiz 363">
                  <a:extLst>
                    <a:ext uri="{FF2B5EF4-FFF2-40B4-BE49-F238E27FC236}">
                      <a16:creationId xmlns:a16="http://schemas.microsoft.com/office/drawing/2014/main" id="{866C481B-F76F-5412-2BAE-47D832BBEC47}"/>
                    </a:ext>
                  </a:extLst>
                </p14:cNvPr>
                <p14:cNvContentPartPr/>
                <p14:nvPr/>
              </p14:nvContentPartPr>
              <p14:xfrm>
                <a:off x="3299635" y="4952144"/>
                <a:ext cx="189720" cy="146160"/>
              </p14:xfrm>
            </p:contentPart>
          </mc:Choice>
          <mc:Fallback>
            <p:pic>
              <p:nvPicPr>
                <p:cNvPr id="364" name="Entrada de lápiz 363">
                  <a:extLst>
                    <a:ext uri="{FF2B5EF4-FFF2-40B4-BE49-F238E27FC236}">
                      <a16:creationId xmlns:a16="http://schemas.microsoft.com/office/drawing/2014/main" id="{866C481B-F76F-5412-2BAE-47D832BBEC47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3293515" y="4946024"/>
                  <a:ext cx="2019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67" name="Entrada de lápiz 366">
                  <a:extLst>
                    <a:ext uri="{FF2B5EF4-FFF2-40B4-BE49-F238E27FC236}">
                      <a16:creationId xmlns:a16="http://schemas.microsoft.com/office/drawing/2014/main" id="{A348B78C-55EE-18C4-F435-2B17C526E50C}"/>
                    </a:ext>
                  </a:extLst>
                </p14:cNvPr>
                <p14:cNvContentPartPr/>
                <p14:nvPr/>
              </p14:nvContentPartPr>
              <p14:xfrm>
                <a:off x="3615715" y="5039984"/>
                <a:ext cx="183960" cy="582480"/>
              </p14:xfrm>
            </p:contentPart>
          </mc:Choice>
          <mc:Fallback>
            <p:pic>
              <p:nvPicPr>
                <p:cNvPr id="367" name="Entrada de lápiz 366">
                  <a:extLst>
                    <a:ext uri="{FF2B5EF4-FFF2-40B4-BE49-F238E27FC236}">
                      <a16:creationId xmlns:a16="http://schemas.microsoft.com/office/drawing/2014/main" id="{A348B78C-55EE-18C4-F435-2B17C526E50C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3609595" y="5033864"/>
                  <a:ext cx="19620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68" name="Entrada de lápiz 367">
                  <a:extLst>
                    <a:ext uri="{FF2B5EF4-FFF2-40B4-BE49-F238E27FC236}">
                      <a16:creationId xmlns:a16="http://schemas.microsoft.com/office/drawing/2014/main" id="{F6BCE025-97BD-D3F2-5C53-C83EDC1007BE}"/>
                    </a:ext>
                  </a:extLst>
                </p14:cNvPr>
                <p14:cNvContentPartPr/>
                <p14:nvPr/>
              </p14:nvContentPartPr>
              <p14:xfrm>
                <a:off x="3932155" y="4975184"/>
                <a:ext cx="206640" cy="521280"/>
              </p14:xfrm>
            </p:contentPart>
          </mc:Choice>
          <mc:Fallback>
            <p:pic>
              <p:nvPicPr>
                <p:cNvPr id="368" name="Entrada de lápiz 367">
                  <a:extLst>
                    <a:ext uri="{FF2B5EF4-FFF2-40B4-BE49-F238E27FC236}">
                      <a16:creationId xmlns:a16="http://schemas.microsoft.com/office/drawing/2014/main" id="{F6BCE025-97BD-D3F2-5C53-C83EDC1007BE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3926035" y="4969064"/>
                  <a:ext cx="218880" cy="53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4" name="Grupo 373">
            <a:extLst>
              <a:ext uri="{FF2B5EF4-FFF2-40B4-BE49-F238E27FC236}">
                <a16:creationId xmlns:a16="http://schemas.microsoft.com/office/drawing/2014/main" id="{F59FBAE6-2F0C-495B-5CEC-FFDA5D7EB5AB}"/>
              </a:ext>
            </a:extLst>
          </p:cNvPr>
          <p:cNvGrpSpPr/>
          <p:nvPr/>
        </p:nvGrpSpPr>
        <p:grpSpPr>
          <a:xfrm>
            <a:off x="4025395" y="4731464"/>
            <a:ext cx="397080" cy="591480"/>
            <a:chOff x="4025395" y="4731464"/>
            <a:chExt cx="397080" cy="59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70" name="Entrada de lápiz 369">
                  <a:extLst>
                    <a:ext uri="{FF2B5EF4-FFF2-40B4-BE49-F238E27FC236}">
                      <a16:creationId xmlns:a16="http://schemas.microsoft.com/office/drawing/2014/main" id="{BCA900ED-5458-F74E-2F6E-B4C9634F6AFD}"/>
                    </a:ext>
                  </a:extLst>
                </p14:cNvPr>
                <p14:cNvContentPartPr/>
                <p14:nvPr/>
              </p14:nvContentPartPr>
              <p14:xfrm>
                <a:off x="4082635" y="4944944"/>
                <a:ext cx="167400" cy="311040"/>
              </p14:xfrm>
            </p:contentPart>
          </mc:Choice>
          <mc:Fallback>
            <p:pic>
              <p:nvPicPr>
                <p:cNvPr id="370" name="Entrada de lápiz 369">
                  <a:extLst>
                    <a:ext uri="{FF2B5EF4-FFF2-40B4-BE49-F238E27FC236}">
                      <a16:creationId xmlns:a16="http://schemas.microsoft.com/office/drawing/2014/main" id="{BCA900ED-5458-F74E-2F6E-B4C9634F6AFD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4076515" y="4938824"/>
                  <a:ext cx="17964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71" name="Entrada de lápiz 370">
                  <a:extLst>
                    <a:ext uri="{FF2B5EF4-FFF2-40B4-BE49-F238E27FC236}">
                      <a16:creationId xmlns:a16="http://schemas.microsoft.com/office/drawing/2014/main" id="{790296EB-6A0C-90BD-E5E6-A7C87988DA74}"/>
                    </a:ext>
                  </a:extLst>
                </p14:cNvPr>
                <p14:cNvContentPartPr/>
                <p14:nvPr/>
              </p14:nvContentPartPr>
              <p14:xfrm>
                <a:off x="4332475" y="4731464"/>
                <a:ext cx="90000" cy="591480"/>
              </p14:xfrm>
            </p:contentPart>
          </mc:Choice>
          <mc:Fallback>
            <p:pic>
              <p:nvPicPr>
                <p:cNvPr id="371" name="Entrada de lápiz 370">
                  <a:extLst>
                    <a:ext uri="{FF2B5EF4-FFF2-40B4-BE49-F238E27FC236}">
                      <a16:creationId xmlns:a16="http://schemas.microsoft.com/office/drawing/2014/main" id="{790296EB-6A0C-90BD-E5E6-A7C87988DA74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4326355" y="4725344"/>
                  <a:ext cx="102240" cy="6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73" name="Entrada de lápiz 372">
                  <a:extLst>
                    <a:ext uri="{FF2B5EF4-FFF2-40B4-BE49-F238E27FC236}">
                      <a16:creationId xmlns:a16="http://schemas.microsoft.com/office/drawing/2014/main" id="{401CF826-0397-A8D3-E86C-A61F7C879976}"/>
                    </a:ext>
                  </a:extLst>
                </p14:cNvPr>
                <p14:cNvContentPartPr/>
                <p14:nvPr/>
              </p14:nvContentPartPr>
              <p14:xfrm>
                <a:off x="4025395" y="5126384"/>
                <a:ext cx="107280" cy="24840"/>
              </p14:xfrm>
            </p:contentPart>
          </mc:Choice>
          <mc:Fallback>
            <p:pic>
              <p:nvPicPr>
                <p:cNvPr id="373" name="Entrada de lápiz 372">
                  <a:extLst>
                    <a:ext uri="{FF2B5EF4-FFF2-40B4-BE49-F238E27FC236}">
                      <a16:creationId xmlns:a16="http://schemas.microsoft.com/office/drawing/2014/main" id="{401CF826-0397-A8D3-E86C-A61F7C879976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4019275" y="5120264"/>
                  <a:ext cx="11952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6">
            <p14:nvContentPartPr>
              <p14:cNvPr id="375" name="Entrada de lápiz 374">
                <a:extLst>
                  <a:ext uri="{FF2B5EF4-FFF2-40B4-BE49-F238E27FC236}">
                    <a16:creationId xmlns:a16="http://schemas.microsoft.com/office/drawing/2014/main" id="{74ACB565-1B44-942F-93B1-18291A540BCE}"/>
                  </a:ext>
                </a:extLst>
              </p14:cNvPr>
              <p14:cNvContentPartPr/>
              <p14:nvPr/>
            </p14:nvContentPartPr>
            <p14:xfrm>
              <a:off x="4629835" y="4962224"/>
              <a:ext cx="179640" cy="9720"/>
            </p14:xfrm>
          </p:contentPart>
        </mc:Choice>
        <mc:Fallback>
          <p:pic>
            <p:nvPicPr>
              <p:cNvPr id="375" name="Entrada de lápiz 374">
                <a:extLst>
                  <a:ext uri="{FF2B5EF4-FFF2-40B4-BE49-F238E27FC236}">
                    <a16:creationId xmlns:a16="http://schemas.microsoft.com/office/drawing/2014/main" id="{74ACB565-1B44-942F-93B1-18291A540BCE}"/>
                  </a:ext>
                </a:extLst>
              </p:cNvPr>
              <p:cNvPicPr/>
              <p:nvPr/>
            </p:nvPicPr>
            <p:blipFill>
              <a:blip r:embed="rId557"/>
              <a:stretch>
                <a:fillRect/>
              </a:stretch>
            </p:blipFill>
            <p:spPr>
              <a:xfrm>
                <a:off x="4623715" y="4956104"/>
                <a:ext cx="19188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8">
            <p14:nvContentPartPr>
              <p14:cNvPr id="376" name="Entrada de lápiz 375">
                <a:extLst>
                  <a:ext uri="{FF2B5EF4-FFF2-40B4-BE49-F238E27FC236}">
                    <a16:creationId xmlns:a16="http://schemas.microsoft.com/office/drawing/2014/main" id="{20E20171-4D53-8ABF-C21E-9C13677BAC53}"/>
                  </a:ext>
                </a:extLst>
              </p14:cNvPr>
              <p14:cNvContentPartPr/>
              <p14:nvPr/>
            </p14:nvContentPartPr>
            <p14:xfrm>
              <a:off x="4613995" y="5141504"/>
              <a:ext cx="167040" cy="15480"/>
            </p14:xfrm>
          </p:contentPart>
        </mc:Choice>
        <mc:Fallback>
          <p:pic>
            <p:nvPicPr>
              <p:cNvPr id="376" name="Entrada de lápiz 375">
                <a:extLst>
                  <a:ext uri="{FF2B5EF4-FFF2-40B4-BE49-F238E27FC236}">
                    <a16:creationId xmlns:a16="http://schemas.microsoft.com/office/drawing/2014/main" id="{20E20171-4D53-8ABF-C21E-9C13677BAC53}"/>
                  </a:ext>
                </a:extLst>
              </p:cNvPr>
              <p:cNvPicPr/>
              <p:nvPr/>
            </p:nvPicPr>
            <p:blipFill>
              <a:blip r:embed="rId559"/>
              <a:stretch>
                <a:fillRect/>
              </a:stretch>
            </p:blipFill>
            <p:spPr>
              <a:xfrm>
                <a:off x="4607875" y="5135384"/>
                <a:ext cx="179280" cy="2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01" name="Grupo 400">
            <a:extLst>
              <a:ext uri="{FF2B5EF4-FFF2-40B4-BE49-F238E27FC236}">
                <a16:creationId xmlns:a16="http://schemas.microsoft.com/office/drawing/2014/main" id="{90899D4B-D264-1AE9-24C0-B58B3935ED73}"/>
              </a:ext>
            </a:extLst>
          </p:cNvPr>
          <p:cNvGrpSpPr/>
          <p:nvPr/>
        </p:nvGrpSpPr>
        <p:grpSpPr>
          <a:xfrm>
            <a:off x="4966435" y="4521224"/>
            <a:ext cx="2312280" cy="835200"/>
            <a:chOff x="4966435" y="4521224"/>
            <a:chExt cx="2312280" cy="83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77" name="Entrada de lápiz 376">
                  <a:extLst>
                    <a:ext uri="{FF2B5EF4-FFF2-40B4-BE49-F238E27FC236}">
                      <a16:creationId xmlns:a16="http://schemas.microsoft.com/office/drawing/2014/main" id="{63698F4A-037A-6069-056E-F5502639EF0C}"/>
                    </a:ext>
                  </a:extLst>
                </p14:cNvPr>
                <p14:cNvContentPartPr/>
                <p14:nvPr/>
              </p14:nvContentPartPr>
              <p14:xfrm>
                <a:off x="4966435" y="4986344"/>
                <a:ext cx="203040" cy="32400"/>
              </p14:xfrm>
            </p:contentPart>
          </mc:Choice>
          <mc:Fallback>
            <p:pic>
              <p:nvPicPr>
                <p:cNvPr id="377" name="Entrada de lápiz 376">
                  <a:extLst>
                    <a:ext uri="{FF2B5EF4-FFF2-40B4-BE49-F238E27FC236}">
                      <a16:creationId xmlns:a16="http://schemas.microsoft.com/office/drawing/2014/main" id="{63698F4A-037A-6069-056E-F5502639EF0C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4960315" y="4980224"/>
                  <a:ext cx="2152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78" name="Entrada de lápiz 377">
                  <a:extLst>
                    <a:ext uri="{FF2B5EF4-FFF2-40B4-BE49-F238E27FC236}">
                      <a16:creationId xmlns:a16="http://schemas.microsoft.com/office/drawing/2014/main" id="{8DB5DDE0-DE36-3828-557B-93C17D7069D8}"/>
                    </a:ext>
                  </a:extLst>
                </p14:cNvPr>
                <p14:cNvContentPartPr/>
                <p14:nvPr/>
              </p14:nvContentPartPr>
              <p14:xfrm>
                <a:off x="5310595" y="4761344"/>
                <a:ext cx="131760" cy="259560"/>
              </p14:xfrm>
            </p:contentPart>
          </mc:Choice>
          <mc:Fallback>
            <p:pic>
              <p:nvPicPr>
                <p:cNvPr id="378" name="Entrada de lápiz 377">
                  <a:extLst>
                    <a:ext uri="{FF2B5EF4-FFF2-40B4-BE49-F238E27FC236}">
                      <a16:creationId xmlns:a16="http://schemas.microsoft.com/office/drawing/2014/main" id="{8DB5DDE0-DE36-3828-557B-93C17D7069D8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5304475" y="4755224"/>
                  <a:ext cx="1440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79" name="Entrada de lápiz 378">
                  <a:extLst>
                    <a:ext uri="{FF2B5EF4-FFF2-40B4-BE49-F238E27FC236}">
                      <a16:creationId xmlns:a16="http://schemas.microsoft.com/office/drawing/2014/main" id="{C90EDF11-D4B8-8AF1-5855-DDD27CB49293}"/>
                    </a:ext>
                  </a:extLst>
                </p14:cNvPr>
                <p14:cNvContentPartPr/>
                <p14:nvPr/>
              </p14:nvContentPartPr>
              <p14:xfrm>
                <a:off x="5306635" y="5085344"/>
                <a:ext cx="145080" cy="196920"/>
              </p14:xfrm>
            </p:contentPart>
          </mc:Choice>
          <mc:Fallback>
            <p:pic>
              <p:nvPicPr>
                <p:cNvPr id="379" name="Entrada de lápiz 378">
                  <a:extLst>
                    <a:ext uri="{FF2B5EF4-FFF2-40B4-BE49-F238E27FC236}">
                      <a16:creationId xmlns:a16="http://schemas.microsoft.com/office/drawing/2014/main" id="{C90EDF11-D4B8-8AF1-5855-DDD27CB49293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5300515" y="5079224"/>
                  <a:ext cx="1573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81" name="Entrada de lápiz 380">
                  <a:extLst>
                    <a:ext uri="{FF2B5EF4-FFF2-40B4-BE49-F238E27FC236}">
                      <a16:creationId xmlns:a16="http://schemas.microsoft.com/office/drawing/2014/main" id="{745141E7-C94C-6318-8138-C02B9DC60C4E}"/>
                    </a:ext>
                  </a:extLst>
                </p14:cNvPr>
                <p14:cNvContentPartPr/>
                <p14:nvPr/>
              </p14:nvContentPartPr>
              <p14:xfrm>
                <a:off x="5559355" y="4797704"/>
                <a:ext cx="243720" cy="352080"/>
              </p14:xfrm>
            </p:contentPart>
          </mc:Choice>
          <mc:Fallback>
            <p:pic>
              <p:nvPicPr>
                <p:cNvPr id="381" name="Entrada de lápiz 380">
                  <a:extLst>
                    <a:ext uri="{FF2B5EF4-FFF2-40B4-BE49-F238E27FC236}">
                      <a16:creationId xmlns:a16="http://schemas.microsoft.com/office/drawing/2014/main" id="{745141E7-C94C-6318-8138-C02B9DC60C4E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5553235" y="4791584"/>
                  <a:ext cx="25596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83" name="Entrada de lápiz 382">
                  <a:extLst>
                    <a:ext uri="{FF2B5EF4-FFF2-40B4-BE49-F238E27FC236}">
                      <a16:creationId xmlns:a16="http://schemas.microsoft.com/office/drawing/2014/main" id="{25794E7C-453A-2E85-0936-54DEC7850D2F}"/>
                    </a:ext>
                  </a:extLst>
                </p14:cNvPr>
                <p14:cNvContentPartPr/>
                <p14:nvPr/>
              </p14:nvContentPartPr>
              <p14:xfrm>
                <a:off x="5598955" y="5243384"/>
                <a:ext cx="14040" cy="113040"/>
              </p14:xfrm>
            </p:contentPart>
          </mc:Choice>
          <mc:Fallback>
            <p:pic>
              <p:nvPicPr>
                <p:cNvPr id="383" name="Entrada de lápiz 382">
                  <a:extLst>
                    <a:ext uri="{FF2B5EF4-FFF2-40B4-BE49-F238E27FC236}">
                      <a16:creationId xmlns:a16="http://schemas.microsoft.com/office/drawing/2014/main" id="{25794E7C-453A-2E85-0936-54DEC7850D2F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5592835" y="5237264"/>
                  <a:ext cx="262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84" name="Entrada de lápiz 383">
                  <a:extLst>
                    <a:ext uri="{FF2B5EF4-FFF2-40B4-BE49-F238E27FC236}">
                      <a16:creationId xmlns:a16="http://schemas.microsoft.com/office/drawing/2014/main" id="{1D3C80E2-8AA3-E6CD-D7D8-DD8D4F28118C}"/>
                    </a:ext>
                  </a:extLst>
                </p14:cNvPr>
                <p14:cNvContentPartPr/>
                <p14:nvPr/>
              </p14:nvContentPartPr>
              <p14:xfrm>
                <a:off x="5630275" y="5149424"/>
                <a:ext cx="360" cy="5760"/>
              </p14:xfrm>
            </p:contentPart>
          </mc:Choice>
          <mc:Fallback>
            <p:pic>
              <p:nvPicPr>
                <p:cNvPr id="384" name="Entrada de lápiz 383">
                  <a:extLst>
                    <a:ext uri="{FF2B5EF4-FFF2-40B4-BE49-F238E27FC236}">
                      <a16:creationId xmlns:a16="http://schemas.microsoft.com/office/drawing/2014/main" id="{1D3C80E2-8AA3-E6CD-D7D8-DD8D4F28118C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5624155" y="5143304"/>
                  <a:ext cx="12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85" name="Entrada de lápiz 384">
                  <a:extLst>
                    <a:ext uri="{FF2B5EF4-FFF2-40B4-BE49-F238E27FC236}">
                      <a16:creationId xmlns:a16="http://schemas.microsoft.com/office/drawing/2014/main" id="{1168CE4C-D3BC-ADED-B512-64E6F0FAA176}"/>
                    </a:ext>
                  </a:extLst>
                </p14:cNvPr>
                <p14:cNvContentPartPr/>
                <p14:nvPr/>
              </p14:nvContentPartPr>
              <p14:xfrm>
                <a:off x="5672035" y="5230424"/>
                <a:ext cx="100080" cy="18720"/>
              </p14:xfrm>
            </p:contentPart>
          </mc:Choice>
          <mc:Fallback>
            <p:pic>
              <p:nvPicPr>
                <p:cNvPr id="385" name="Entrada de lápiz 384">
                  <a:extLst>
                    <a:ext uri="{FF2B5EF4-FFF2-40B4-BE49-F238E27FC236}">
                      <a16:creationId xmlns:a16="http://schemas.microsoft.com/office/drawing/2014/main" id="{1168CE4C-D3BC-ADED-B512-64E6F0FAA176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5665915" y="5224304"/>
                  <a:ext cx="1123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86" name="Entrada de lápiz 385">
                  <a:extLst>
                    <a:ext uri="{FF2B5EF4-FFF2-40B4-BE49-F238E27FC236}">
                      <a16:creationId xmlns:a16="http://schemas.microsoft.com/office/drawing/2014/main" id="{E81ED8EC-6931-EFC5-09D6-638F4219B907}"/>
                    </a:ext>
                  </a:extLst>
                </p14:cNvPr>
                <p14:cNvContentPartPr/>
                <p14:nvPr/>
              </p14:nvContentPartPr>
              <p14:xfrm>
                <a:off x="5675635" y="5280824"/>
                <a:ext cx="98280" cy="6480"/>
              </p14:xfrm>
            </p:contentPart>
          </mc:Choice>
          <mc:Fallback>
            <p:pic>
              <p:nvPicPr>
                <p:cNvPr id="386" name="Entrada de lápiz 385">
                  <a:extLst>
                    <a:ext uri="{FF2B5EF4-FFF2-40B4-BE49-F238E27FC236}">
                      <a16:creationId xmlns:a16="http://schemas.microsoft.com/office/drawing/2014/main" id="{E81ED8EC-6931-EFC5-09D6-638F4219B907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5669515" y="5274704"/>
                  <a:ext cx="1105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87" name="Entrada de lápiz 386">
                  <a:extLst>
                    <a:ext uri="{FF2B5EF4-FFF2-40B4-BE49-F238E27FC236}">
                      <a16:creationId xmlns:a16="http://schemas.microsoft.com/office/drawing/2014/main" id="{D2C20C84-7D43-42D5-1E03-F91762864309}"/>
                    </a:ext>
                  </a:extLst>
                </p14:cNvPr>
                <p14:cNvContentPartPr/>
                <p14:nvPr/>
              </p14:nvContentPartPr>
              <p14:xfrm>
                <a:off x="5837635" y="5173904"/>
                <a:ext cx="81720" cy="137520"/>
              </p14:xfrm>
            </p:contentPart>
          </mc:Choice>
          <mc:Fallback>
            <p:pic>
              <p:nvPicPr>
                <p:cNvPr id="387" name="Entrada de lápiz 386">
                  <a:extLst>
                    <a:ext uri="{FF2B5EF4-FFF2-40B4-BE49-F238E27FC236}">
                      <a16:creationId xmlns:a16="http://schemas.microsoft.com/office/drawing/2014/main" id="{D2C20C84-7D43-42D5-1E03-F91762864309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5831515" y="5167784"/>
                  <a:ext cx="939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88" name="Entrada de lápiz 387">
                  <a:extLst>
                    <a:ext uri="{FF2B5EF4-FFF2-40B4-BE49-F238E27FC236}">
                      <a16:creationId xmlns:a16="http://schemas.microsoft.com/office/drawing/2014/main" id="{148578C9-DC4E-56A3-7F1D-B919000EB6D1}"/>
                    </a:ext>
                  </a:extLst>
                </p14:cNvPr>
                <p14:cNvContentPartPr/>
                <p14:nvPr/>
              </p14:nvContentPartPr>
              <p14:xfrm>
                <a:off x="5722795" y="4553984"/>
                <a:ext cx="148680" cy="160200"/>
              </p14:xfrm>
            </p:contentPart>
          </mc:Choice>
          <mc:Fallback>
            <p:pic>
              <p:nvPicPr>
                <p:cNvPr id="388" name="Entrada de lápiz 387">
                  <a:extLst>
                    <a:ext uri="{FF2B5EF4-FFF2-40B4-BE49-F238E27FC236}">
                      <a16:creationId xmlns:a16="http://schemas.microsoft.com/office/drawing/2014/main" id="{148578C9-DC4E-56A3-7F1D-B919000EB6D1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5716675" y="4547864"/>
                  <a:ext cx="1609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89" name="Entrada de lápiz 388">
                  <a:extLst>
                    <a:ext uri="{FF2B5EF4-FFF2-40B4-BE49-F238E27FC236}">
                      <a16:creationId xmlns:a16="http://schemas.microsoft.com/office/drawing/2014/main" id="{28AD87BF-19A2-A2A1-1086-34BCCC809E8F}"/>
                    </a:ext>
                  </a:extLst>
                </p14:cNvPr>
                <p14:cNvContentPartPr/>
                <p14:nvPr/>
              </p14:nvContentPartPr>
              <p14:xfrm>
                <a:off x="6025555" y="4667024"/>
                <a:ext cx="141840" cy="418680"/>
              </p14:xfrm>
            </p:contentPart>
          </mc:Choice>
          <mc:Fallback>
            <p:pic>
              <p:nvPicPr>
                <p:cNvPr id="389" name="Entrada de lápiz 388">
                  <a:extLst>
                    <a:ext uri="{FF2B5EF4-FFF2-40B4-BE49-F238E27FC236}">
                      <a16:creationId xmlns:a16="http://schemas.microsoft.com/office/drawing/2014/main" id="{28AD87BF-19A2-A2A1-1086-34BCCC809E8F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6019435" y="4660904"/>
                  <a:ext cx="15408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90" name="Entrada de lápiz 389">
                  <a:extLst>
                    <a:ext uri="{FF2B5EF4-FFF2-40B4-BE49-F238E27FC236}">
                      <a16:creationId xmlns:a16="http://schemas.microsoft.com/office/drawing/2014/main" id="{820CE1C6-5581-0301-D3EB-A6E7337A19D9}"/>
                    </a:ext>
                  </a:extLst>
                </p14:cNvPr>
                <p14:cNvContentPartPr/>
                <p14:nvPr/>
              </p14:nvContentPartPr>
              <p14:xfrm>
                <a:off x="6250195" y="4746584"/>
                <a:ext cx="128880" cy="250920"/>
              </p14:xfrm>
            </p:contentPart>
          </mc:Choice>
          <mc:Fallback>
            <p:pic>
              <p:nvPicPr>
                <p:cNvPr id="390" name="Entrada de lápiz 389">
                  <a:extLst>
                    <a:ext uri="{FF2B5EF4-FFF2-40B4-BE49-F238E27FC236}">
                      <a16:creationId xmlns:a16="http://schemas.microsoft.com/office/drawing/2014/main" id="{820CE1C6-5581-0301-D3EB-A6E7337A19D9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6244075" y="4740464"/>
                  <a:ext cx="1411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91" name="Entrada de lápiz 390">
                  <a:extLst>
                    <a:ext uri="{FF2B5EF4-FFF2-40B4-BE49-F238E27FC236}">
                      <a16:creationId xmlns:a16="http://schemas.microsoft.com/office/drawing/2014/main" id="{64E6527D-63F6-748F-2E35-67AD8519CAF5}"/>
                    </a:ext>
                  </a:extLst>
                </p14:cNvPr>
                <p14:cNvContentPartPr/>
                <p14:nvPr/>
              </p14:nvContentPartPr>
              <p14:xfrm>
                <a:off x="6236155" y="4755224"/>
                <a:ext cx="30960" cy="157320"/>
              </p14:xfrm>
            </p:contentPart>
          </mc:Choice>
          <mc:Fallback>
            <p:pic>
              <p:nvPicPr>
                <p:cNvPr id="391" name="Entrada de lápiz 390">
                  <a:extLst>
                    <a:ext uri="{FF2B5EF4-FFF2-40B4-BE49-F238E27FC236}">
                      <a16:creationId xmlns:a16="http://schemas.microsoft.com/office/drawing/2014/main" id="{64E6527D-63F6-748F-2E35-67AD8519CAF5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6230035" y="4749104"/>
                  <a:ext cx="432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92" name="Entrada de lápiz 391">
                  <a:extLst>
                    <a:ext uri="{FF2B5EF4-FFF2-40B4-BE49-F238E27FC236}">
                      <a16:creationId xmlns:a16="http://schemas.microsoft.com/office/drawing/2014/main" id="{7C123073-1D89-9AA8-207E-F207863D928D}"/>
                    </a:ext>
                  </a:extLst>
                </p14:cNvPr>
                <p14:cNvContentPartPr/>
                <p14:nvPr/>
              </p14:nvContentPartPr>
              <p14:xfrm>
                <a:off x="6407515" y="4917224"/>
                <a:ext cx="12240" cy="92880"/>
              </p14:xfrm>
            </p:contentPart>
          </mc:Choice>
          <mc:Fallback>
            <p:pic>
              <p:nvPicPr>
                <p:cNvPr id="392" name="Entrada de lápiz 391">
                  <a:extLst>
                    <a:ext uri="{FF2B5EF4-FFF2-40B4-BE49-F238E27FC236}">
                      <a16:creationId xmlns:a16="http://schemas.microsoft.com/office/drawing/2014/main" id="{7C123073-1D89-9AA8-207E-F207863D928D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6401395" y="4911104"/>
                  <a:ext cx="244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393" name="Entrada de lápiz 392">
                  <a:extLst>
                    <a:ext uri="{FF2B5EF4-FFF2-40B4-BE49-F238E27FC236}">
                      <a16:creationId xmlns:a16="http://schemas.microsoft.com/office/drawing/2014/main" id="{C1D766C5-BFF3-0544-9CF6-5BD86C203BD5}"/>
                    </a:ext>
                  </a:extLst>
                </p14:cNvPr>
                <p14:cNvContentPartPr/>
                <p14:nvPr/>
              </p14:nvContentPartPr>
              <p14:xfrm>
                <a:off x="6428755" y="4839104"/>
                <a:ext cx="6480" cy="6480"/>
              </p14:xfrm>
            </p:contentPart>
          </mc:Choice>
          <mc:Fallback>
            <p:pic>
              <p:nvPicPr>
                <p:cNvPr id="393" name="Entrada de lápiz 392">
                  <a:extLst>
                    <a:ext uri="{FF2B5EF4-FFF2-40B4-BE49-F238E27FC236}">
                      <a16:creationId xmlns:a16="http://schemas.microsoft.com/office/drawing/2014/main" id="{C1D766C5-BFF3-0544-9CF6-5BD86C203BD5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6422635" y="4832984"/>
                  <a:ext cx="187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394" name="Entrada de lápiz 393">
                  <a:extLst>
                    <a:ext uri="{FF2B5EF4-FFF2-40B4-BE49-F238E27FC236}">
                      <a16:creationId xmlns:a16="http://schemas.microsoft.com/office/drawing/2014/main" id="{7112C7D2-025E-2C93-792E-671F8F56EEB6}"/>
                    </a:ext>
                  </a:extLst>
                </p14:cNvPr>
                <p14:cNvContentPartPr/>
                <p14:nvPr/>
              </p14:nvContentPartPr>
              <p14:xfrm>
                <a:off x="6550075" y="4875104"/>
                <a:ext cx="177480" cy="21960"/>
              </p14:xfrm>
            </p:contentPart>
          </mc:Choice>
          <mc:Fallback>
            <p:pic>
              <p:nvPicPr>
                <p:cNvPr id="394" name="Entrada de lápiz 393">
                  <a:extLst>
                    <a:ext uri="{FF2B5EF4-FFF2-40B4-BE49-F238E27FC236}">
                      <a16:creationId xmlns:a16="http://schemas.microsoft.com/office/drawing/2014/main" id="{7112C7D2-025E-2C93-792E-671F8F56EEB6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6543955" y="4868984"/>
                  <a:ext cx="189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395" name="Entrada de lápiz 394">
                  <a:extLst>
                    <a:ext uri="{FF2B5EF4-FFF2-40B4-BE49-F238E27FC236}">
                      <a16:creationId xmlns:a16="http://schemas.microsoft.com/office/drawing/2014/main" id="{B76BB05A-9381-68B3-7285-C43F6388CAB2}"/>
                    </a:ext>
                  </a:extLst>
                </p14:cNvPr>
                <p14:cNvContentPartPr/>
                <p14:nvPr/>
              </p14:nvContentPartPr>
              <p14:xfrm>
                <a:off x="6859675" y="4728224"/>
                <a:ext cx="151200" cy="249120"/>
              </p14:xfrm>
            </p:contentPart>
          </mc:Choice>
          <mc:Fallback>
            <p:pic>
              <p:nvPicPr>
                <p:cNvPr id="395" name="Entrada de lápiz 394">
                  <a:extLst>
                    <a:ext uri="{FF2B5EF4-FFF2-40B4-BE49-F238E27FC236}">
                      <a16:creationId xmlns:a16="http://schemas.microsoft.com/office/drawing/2014/main" id="{B76BB05A-9381-68B3-7285-C43F6388CAB2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6853555" y="4722104"/>
                  <a:ext cx="1634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396" name="Entrada de lápiz 395">
                  <a:extLst>
                    <a:ext uri="{FF2B5EF4-FFF2-40B4-BE49-F238E27FC236}">
                      <a16:creationId xmlns:a16="http://schemas.microsoft.com/office/drawing/2014/main" id="{D1DBE688-8B6E-9BB0-68EC-58AF3052386B}"/>
                    </a:ext>
                  </a:extLst>
                </p14:cNvPr>
                <p14:cNvContentPartPr/>
                <p14:nvPr/>
              </p14:nvContentPartPr>
              <p14:xfrm>
                <a:off x="6881275" y="4697624"/>
                <a:ext cx="48600" cy="149400"/>
              </p14:xfrm>
            </p:contentPart>
          </mc:Choice>
          <mc:Fallback>
            <p:pic>
              <p:nvPicPr>
                <p:cNvPr id="396" name="Entrada de lápiz 395">
                  <a:extLst>
                    <a:ext uri="{FF2B5EF4-FFF2-40B4-BE49-F238E27FC236}">
                      <a16:creationId xmlns:a16="http://schemas.microsoft.com/office/drawing/2014/main" id="{D1DBE688-8B6E-9BB0-68EC-58AF3052386B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6875155" y="4691504"/>
                  <a:ext cx="608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397" name="Entrada de lápiz 396">
                  <a:extLst>
                    <a:ext uri="{FF2B5EF4-FFF2-40B4-BE49-F238E27FC236}">
                      <a16:creationId xmlns:a16="http://schemas.microsoft.com/office/drawing/2014/main" id="{8B738D1D-4658-12C9-5DC9-6A02495744F8}"/>
                    </a:ext>
                  </a:extLst>
                </p14:cNvPr>
                <p14:cNvContentPartPr/>
                <p14:nvPr/>
              </p14:nvContentPartPr>
              <p14:xfrm>
                <a:off x="7015915" y="4887344"/>
                <a:ext cx="10080" cy="110160"/>
              </p14:xfrm>
            </p:contentPart>
          </mc:Choice>
          <mc:Fallback>
            <p:pic>
              <p:nvPicPr>
                <p:cNvPr id="397" name="Entrada de lápiz 396">
                  <a:extLst>
                    <a:ext uri="{FF2B5EF4-FFF2-40B4-BE49-F238E27FC236}">
                      <a16:creationId xmlns:a16="http://schemas.microsoft.com/office/drawing/2014/main" id="{8B738D1D-4658-12C9-5DC9-6A02495744F8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7009795" y="4881224"/>
                  <a:ext cx="223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398" name="Entrada de lápiz 397">
                  <a:extLst>
                    <a:ext uri="{FF2B5EF4-FFF2-40B4-BE49-F238E27FC236}">
                      <a16:creationId xmlns:a16="http://schemas.microsoft.com/office/drawing/2014/main" id="{AAD8967B-0C84-7121-87BD-1EBDD8D7264B}"/>
                    </a:ext>
                  </a:extLst>
                </p14:cNvPr>
                <p14:cNvContentPartPr/>
                <p14:nvPr/>
              </p14:nvContentPartPr>
              <p14:xfrm>
                <a:off x="7025635" y="4819304"/>
                <a:ext cx="360" cy="15120"/>
              </p14:xfrm>
            </p:contentPart>
          </mc:Choice>
          <mc:Fallback>
            <p:pic>
              <p:nvPicPr>
                <p:cNvPr id="398" name="Entrada de lápiz 397">
                  <a:extLst>
                    <a:ext uri="{FF2B5EF4-FFF2-40B4-BE49-F238E27FC236}">
                      <a16:creationId xmlns:a16="http://schemas.microsoft.com/office/drawing/2014/main" id="{AAD8967B-0C84-7121-87BD-1EBDD8D7264B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7019515" y="4813184"/>
                  <a:ext cx="126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399" name="Entrada de lápiz 398">
                  <a:extLst>
                    <a:ext uri="{FF2B5EF4-FFF2-40B4-BE49-F238E27FC236}">
                      <a16:creationId xmlns:a16="http://schemas.microsoft.com/office/drawing/2014/main" id="{1EDBB2A3-928C-0BE3-A705-9EBD007F1D87}"/>
                    </a:ext>
                  </a:extLst>
                </p14:cNvPr>
                <p14:cNvContentPartPr/>
                <p14:nvPr/>
              </p14:nvContentPartPr>
              <p14:xfrm>
                <a:off x="6866875" y="4521224"/>
                <a:ext cx="120960" cy="112320"/>
              </p14:xfrm>
            </p:contentPart>
          </mc:Choice>
          <mc:Fallback>
            <p:pic>
              <p:nvPicPr>
                <p:cNvPr id="399" name="Entrada de lápiz 398">
                  <a:extLst>
                    <a:ext uri="{FF2B5EF4-FFF2-40B4-BE49-F238E27FC236}">
                      <a16:creationId xmlns:a16="http://schemas.microsoft.com/office/drawing/2014/main" id="{1EDBB2A3-928C-0BE3-A705-9EBD007F1D87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6860755" y="4515104"/>
                  <a:ext cx="1332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400" name="Entrada de lápiz 399">
                  <a:extLst>
                    <a:ext uri="{FF2B5EF4-FFF2-40B4-BE49-F238E27FC236}">
                      <a16:creationId xmlns:a16="http://schemas.microsoft.com/office/drawing/2014/main" id="{48CC56F9-EED8-DA9A-2CC2-C2DADE553972}"/>
                    </a:ext>
                  </a:extLst>
                </p14:cNvPr>
                <p14:cNvContentPartPr/>
                <p14:nvPr/>
              </p14:nvContentPartPr>
              <p14:xfrm>
                <a:off x="7090795" y="4528064"/>
                <a:ext cx="187920" cy="725760"/>
              </p14:xfrm>
            </p:contentPart>
          </mc:Choice>
          <mc:Fallback>
            <p:pic>
              <p:nvPicPr>
                <p:cNvPr id="400" name="Entrada de lápiz 399">
                  <a:extLst>
                    <a:ext uri="{FF2B5EF4-FFF2-40B4-BE49-F238E27FC236}">
                      <a16:creationId xmlns:a16="http://schemas.microsoft.com/office/drawing/2014/main" id="{48CC56F9-EED8-DA9A-2CC2-C2DADE553972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7084675" y="4521944"/>
                  <a:ext cx="200160" cy="73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4">
            <p14:nvContentPartPr>
              <p14:cNvPr id="402" name="Entrada de lápiz 401">
                <a:extLst>
                  <a:ext uri="{FF2B5EF4-FFF2-40B4-BE49-F238E27FC236}">
                    <a16:creationId xmlns:a16="http://schemas.microsoft.com/office/drawing/2014/main" id="{0199D4D6-3C0A-A132-140F-612554BB92E9}"/>
                  </a:ext>
                </a:extLst>
              </p14:cNvPr>
              <p14:cNvContentPartPr/>
              <p14:nvPr/>
            </p14:nvContentPartPr>
            <p14:xfrm>
              <a:off x="3366595" y="3801584"/>
              <a:ext cx="640440" cy="754920"/>
            </p14:xfrm>
          </p:contentPart>
        </mc:Choice>
        <mc:Fallback>
          <p:pic>
            <p:nvPicPr>
              <p:cNvPr id="402" name="Entrada de lápiz 401">
                <a:extLst>
                  <a:ext uri="{FF2B5EF4-FFF2-40B4-BE49-F238E27FC236}">
                    <a16:creationId xmlns:a16="http://schemas.microsoft.com/office/drawing/2014/main" id="{0199D4D6-3C0A-A132-140F-612554BB92E9}"/>
                  </a:ext>
                </a:extLst>
              </p:cNvPr>
              <p:cNvPicPr/>
              <p:nvPr/>
            </p:nvPicPr>
            <p:blipFill>
              <a:blip r:embed="rId605"/>
              <a:stretch>
                <a:fillRect/>
              </a:stretch>
            </p:blipFill>
            <p:spPr>
              <a:xfrm>
                <a:off x="3360475" y="3795464"/>
                <a:ext cx="652680" cy="76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6">
            <p14:nvContentPartPr>
              <p14:cNvPr id="403" name="Entrada de lápiz 402">
                <a:extLst>
                  <a:ext uri="{FF2B5EF4-FFF2-40B4-BE49-F238E27FC236}">
                    <a16:creationId xmlns:a16="http://schemas.microsoft.com/office/drawing/2014/main" id="{6AA3AE44-A4D9-19DD-2682-0A67FC806B83}"/>
                  </a:ext>
                </a:extLst>
              </p14:cNvPr>
              <p14:cNvContentPartPr/>
              <p14:nvPr/>
            </p14:nvContentPartPr>
            <p14:xfrm>
              <a:off x="3174715" y="4876184"/>
              <a:ext cx="464760" cy="708120"/>
            </p14:xfrm>
          </p:contentPart>
        </mc:Choice>
        <mc:Fallback>
          <p:pic>
            <p:nvPicPr>
              <p:cNvPr id="403" name="Entrada de lápiz 402">
                <a:extLst>
                  <a:ext uri="{FF2B5EF4-FFF2-40B4-BE49-F238E27FC236}">
                    <a16:creationId xmlns:a16="http://schemas.microsoft.com/office/drawing/2014/main" id="{6AA3AE44-A4D9-19DD-2682-0A67FC806B83}"/>
                  </a:ext>
                </a:extLst>
              </p:cNvPr>
              <p:cNvPicPr/>
              <p:nvPr/>
            </p:nvPicPr>
            <p:blipFill>
              <a:blip r:embed="rId607"/>
              <a:stretch>
                <a:fillRect/>
              </a:stretch>
            </p:blipFill>
            <p:spPr>
              <a:xfrm>
                <a:off x="3168595" y="4870064"/>
                <a:ext cx="477000" cy="72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8">
            <p14:nvContentPartPr>
              <p14:cNvPr id="404" name="Entrada de lápiz 403">
                <a:extLst>
                  <a:ext uri="{FF2B5EF4-FFF2-40B4-BE49-F238E27FC236}">
                    <a16:creationId xmlns:a16="http://schemas.microsoft.com/office/drawing/2014/main" id="{BE62523C-EAC4-6692-7234-52163AEEB803}"/>
                  </a:ext>
                </a:extLst>
              </p14:cNvPr>
              <p14:cNvContentPartPr/>
              <p14:nvPr/>
            </p14:nvContentPartPr>
            <p14:xfrm>
              <a:off x="9101755" y="2217944"/>
              <a:ext cx="662040" cy="786240"/>
            </p14:xfrm>
          </p:contentPart>
        </mc:Choice>
        <mc:Fallback>
          <p:pic>
            <p:nvPicPr>
              <p:cNvPr id="404" name="Entrada de lápiz 403">
                <a:extLst>
                  <a:ext uri="{FF2B5EF4-FFF2-40B4-BE49-F238E27FC236}">
                    <a16:creationId xmlns:a16="http://schemas.microsoft.com/office/drawing/2014/main" id="{BE62523C-EAC4-6692-7234-52163AEEB803}"/>
                  </a:ext>
                </a:extLst>
              </p:cNvPr>
              <p:cNvPicPr/>
              <p:nvPr/>
            </p:nvPicPr>
            <p:blipFill>
              <a:blip r:embed="rId609"/>
              <a:stretch>
                <a:fillRect/>
              </a:stretch>
            </p:blipFill>
            <p:spPr>
              <a:xfrm>
                <a:off x="9095635" y="2211824"/>
                <a:ext cx="674280" cy="79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87935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b14s119</dc:creator>
  <cp:lastModifiedBy>b14s119</cp:lastModifiedBy>
  <cp:revision>1</cp:revision>
  <dcterms:created xsi:type="dcterms:W3CDTF">2026-03-03T02:31:52Z</dcterms:created>
  <dcterms:modified xsi:type="dcterms:W3CDTF">2026-03-03T02:32:18Z</dcterms:modified>
</cp:coreProperties>
</file>